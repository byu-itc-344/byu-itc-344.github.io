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2"/>
  </p:notesMasterIdLst>
  <p:sldIdLst>
    <p:sldId id="265" r:id="rId2"/>
    <p:sldId id="257" r:id="rId3"/>
    <p:sldId id="258" r:id="rId4"/>
    <p:sldId id="269" r:id="rId5"/>
    <p:sldId id="261" r:id="rId6"/>
    <p:sldId id="268" r:id="rId7"/>
    <p:sldId id="262" r:id="rId8"/>
    <p:sldId id="259" r:id="rId9"/>
    <p:sldId id="270" r:id="rId10"/>
    <p:sldId id="27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ED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EE9ACF-F9D6-4D96-BD8D-90EC3637CC3F}" v="70" dt="2024-10-28T20:28:42.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2" autoAdjust="0"/>
    <p:restoredTop sz="86404" autoAdjust="0"/>
  </p:normalViewPr>
  <p:slideViewPr>
    <p:cSldViewPr>
      <p:cViewPr varScale="1">
        <p:scale>
          <a:sx n="100" d="100"/>
          <a:sy n="100" d="100"/>
        </p:scale>
        <p:origin x="114" y="21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2EEE9ACF-F9D6-4D96-BD8D-90EC3637CC3F}"/>
    <pc:docChg chg="undo redo custSel addSld delSld modSld">
      <pc:chgData name="Brandt Redd" userId="be8ed540b98adac0" providerId="LiveId" clId="{2EEE9ACF-F9D6-4D96-BD8D-90EC3637CC3F}" dt="2024-11-13T20:47:40.138" v="3975" actId="47"/>
      <pc:docMkLst>
        <pc:docMk/>
      </pc:docMkLst>
      <pc:sldChg chg="modSp del">
        <pc:chgData name="Brandt Redd" userId="be8ed540b98adac0" providerId="LiveId" clId="{2EEE9ACF-F9D6-4D96-BD8D-90EC3637CC3F}" dt="2024-11-13T20:47:24.338" v="3974" actId="47"/>
        <pc:sldMkLst>
          <pc:docMk/>
          <pc:sldMk cId="1513630588" sldId="256"/>
        </pc:sldMkLst>
        <pc:spChg chg="mod">
          <ac:chgData name="Brandt Redd" userId="be8ed540b98adac0" providerId="LiveId" clId="{2EEE9ACF-F9D6-4D96-BD8D-90EC3637CC3F}" dt="2024-10-28T16:55:26.691" v="951"/>
          <ac:spMkLst>
            <pc:docMk/>
            <pc:sldMk cId="1513630588" sldId="256"/>
            <ac:spMk id="2" creationId="{07589881-ADF1-895A-C23A-C7A2DA222207}"/>
          </ac:spMkLst>
        </pc:spChg>
        <pc:spChg chg="mod">
          <ac:chgData name="Brandt Redd" userId="be8ed540b98adac0" providerId="LiveId" clId="{2EEE9ACF-F9D6-4D96-BD8D-90EC3637CC3F}" dt="2024-10-28T16:55:26.691" v="951"/>
          <ac:spMkLst>
            <pc:docMk/>
            <pc:sldMk cId="1513630588" sldId="256"/>
            <ac:spMk id="3" creationId="{3F74496D-0326-4CB5-BC62-5F3DDB2391FC}"/>
          </ac:spMkLst>
        </pc:spChg>
      </pc:sldChg>
      <pc:sldChg chg="addSp modSp mod">
        <pc:chgData name="Brandt Redd" userId="be8ed540b98adac0" providerId="LiveId" clId="{2EEE9ACF-F9D6-4D96-BD8D-90EC3637CC3F}" dt="2024-10-28T16:50:32.920" v="913" actId="14100"/>
        <pc:sldMkLst>
          <pc:docMk/>
          <pc:sldMk cId="3083647188" sldId="257"/>
        </pc:sldMkLst>
        <pc:spChg chg="mod">
          <ac:chgData name="Brandt Redd" userId="be8ed540b98adac0" providerId="LiveId" clId="{2EEE9ACF-F9D6-4D96-BD8D-90EC3637CC3F}" dt="2024-10-28T16:50:13.072" v="910" actId="14100"/>
          <ac:spMkLst>
            <pc:docMk/>
            <pc:sldMk cId="3083647188" sldId="257"/>
            <ac:spMk id="2" creationId="{4B1C73A8-DEE3-C167-3F4E-17221B076F97}"/>
          </ac:spMkLst>
        </pc:spChg>
        <pc:spChg chg="mod">
          <ac:chgData name="Brandt Redd" userId="be8ed540b98adac0" providerId="LiveId" clId="{2EEE9ACF-F9D6-4D96-BD8D-90EC3637CC3F}" dt="2024-10-28T16:35:28.425" v="281" actId="20577"/>
          <ac:spMkLst>
            <pc:docMk/>
            <pc:sldMk cId="3083647188" sldId="257"/>
            <ac:spMk id="3" creationId="{E167C8A6-73AE-BFA4-9168-4705D6BDB27E}"/>
          </ac:spMkLst>
        </pc:spChg>
        <pc:spChg chg="add mod">
          <ac:chgData name="Brandt Redd" userId="be8ed540b98adac0" providerId="LiveId" clId="{2EEE9ACF-F9D6-4D96-BD8D-90EC3637CC3F}" dt="2024-10-28T16:50:32.920" v="913" actId="14100"/>
          <ac:spMkLst>
            <pc:docMk/>
            <pc:sldMk cId="3083647188" sldId="257"/>
            <ac:spMk id="5" creationId="{F36E49E0-83D9-0F01-E770-049365E8621B}"/>
          </ac:spMkLst>
        </pc:spChg>
        <pc:picChg chg="add mod">
          <ac:chgData name="Brandt Redd" userId="be8ed540b98adac0" providerId="LiveId" clId="{2EEE9ACF-F9D6-4D96-BD8D-90EC3637CC3F}" dt="2024-10-28T16:50:21" v="911" actId="14100"/>
          <ac:picMkLst>
            <pc:docMk/>
            <pc:sldMk cId="3083647188" sldId="257"/>
            <ac:picMk id="4" creationId="{9104DBB8-927A-3FDA-2D24-B991D5514083}"/>
          </ac:picMkLst>
        </pc:picChg>
      </pc:sldChg>
      <pc:sldChg chg="addSp delSp modSp mod modClrScheme chgLayout">
        <pc:chgData name="Brandt Redd" userId="be8ed540b98adac0" providerId="LiveId" clId="{2EEE9ACF-F9D6-4D96-BD8D-90EC3637CC3F}" dt="2024-10-28T19:00:06.253" v="1252" actId="1076"/>
        <pc:sldMkLst>
          <pc:docMk/>
          <pc:sldMk cId="2058696350" sldId="258"/>
        </pc:sldMkLst>
        <pc:spChg chg="mod ord">
          <ac:chgData name="Brandt Redd" userId="be8ed540b98adac0" providerId="LiveId" clId="{2EEE9ACF-F9D6-4D96-BD8D-90EC3637CC3F}" dt="2024-10-28T18:59:59.009" v="1248" actId="12"/>
          <ac:spMkLst>
            <pc:docMk/>
            <pc:sldMk cId="2058696350" sldId="258"/>
            <ac:spMk id="2" creationId="{4C449DBC-1382-F0E2-360E-850DFB649E43}"/>
          </ac:spMkLst>
        </pc:spChg>
        <pc:spChg chg="del mod ord">
          <ac:chgData name="Brandt Redd" userId="be8ed540b98adac0" providerId="LiveId" clId="{2EEE9ACF-F9D6-4D96-BD8D-90EC3637CC3F}" dt="2024-10-28T18:58:40.135" v="1200" actId="700"/>
          <ac:spMkLst>
            <pc:docMk/>
            <pc:sldMk cId="2058696350" sldId="258"/>
            <ac:spMk id="3" creationId="{6CEB4DF1-2E54-44D2-667E-78E0D0BF24F7}"/>
          </ac:spMkLst>
        </pc:spChg>
        <pc:spChg chg="add del mod ord">
          <ac:chgData name="Brandt Redd" userId="be8ed540b98adac0" providerId="LiveId" clId="{2EEE9ACF-F9D6-4D96-BD8D-90EC3637CC3F}" dt="2024-10-28T18:59:36.855" v="1239" actId="478"/>
          <ac:spMkLst>
            <pc:docMk/>
            <pc:sldMk cId="2058696350" sldId="258"/>
            <ac:spMk id="4" creationId="{8FC889DC-5AC1-1962-AF1A-C8BFACA533AF}"/>
          </ac:spMkLst>
        </pc:spChg>
        <pc:spChg chg="add del mod ord">
          <ac:chgData name="Brandt Redd" userId="be8ed540b98adac0" providerId="LiveId" clId="{2EEE9ACF-F9D6-4D96-BD8D-90EC3637CC3F}" dt="2024-10-28T18:59:34.358" v="1237" actId="700"/>
          <ac:spMkLst>
            <pc:docMk/>
            <pc:sldMk cId="2058696350" sldId="258"/>
            <ac:spMk id="5" creationId="{D7796C34-A2DA-4475-6324-6D846C45FC3A}"/>
          </ac:spMkLst>
        </pc:spChg>
        <pc:spChg chg="add del mod ord">
          <ac:chgData name="Brandt Redd" userId="be8ed540b98adac0" providerId="LiveId" clId="{2EEE9ACF-F9D6-4D96-BD8D-90EC3637CC3F}" dt="2024-10-28T18:59:34.358" v="1237" actId="700"/>
          <ac:spMkLst>
            <pc:docMk/>
            <pc:sldMk cId="2058696350" sldId="258"/>
            <ac:spMk id="6" creationId="{240D0903-1572-A4BA-BF18-D4997F6B28E3}"/>
          </ac:spMkLst>
        </pc:spChg>
        <pc:spChg chg="add del mod ord">
          <ac:chgData name="Brandt Redd" userId="be8ed540b98adac0" providerId="LiveId" clId="{2EEE9ACF-F9D6-4D96-BD8D-90EC3637CC3F}" dt="2024-10-28T18:59:34.358" v="1237" actId="700"/>
          <ac:spMkLst>
            <pc:docMk/>
            <pc:sldMk cId="2058696350" sldId="258"/>
            <ac:spMk id="7" creationId="{ED98EDD1-3EA9-3E9E-19CF-CD4139CA718B}"/>
          </ac:spMkLst>
        </pc:spChg>
        <pc:spChg chg="add mod">
          <ac:chgData name="Brandt Redd" userId="be8ed540b98adac0" providerId="LiveId" clId="{2EEE9ACF-F9D6-4D96-BD8D-90EC3637CC3F}" dt="2024-10-28T19:00:06.253" v="1252" actId="1076"/>
          <ac:spMkLst>
            <pc:docMk/>
            <pc:sldMk cId="2058696350" sldId="258"/>
            <ac:spMk id="9" creationId="{210B2B75-4387-3E12-8AB3-B7B38412F7FA}"/>
          </ac:spMkLst>
        </pc:spChg>
        <pc:picChg chg="add mod">
          <ac:chgData name="Brandt Redd" userId="be8ed540b98adac0" providerId="LiveId" clId="{2EEE9ACF-F9D6-4D96-BD8D-90EC3637CC3F}" dt="2024-10-28T18:59:38.892" v="1241"/>
          <ac:picMkLst>
            <pc:docMk/>
            <pc:sldMk cId="2058696350" sldId="258"/>
            <ac:picMk id="8" creationId="{A747FD30-A831-4EB1-748F-0E91C2F12251}"/>
          </ac:picMkLst>
        </pc:picChg>
        <pc:picChg chg="add mod">
          <ac:chgData name="Brandt Redd" userId="be8ed540b98adac0" providerId="LiveId" clId="{2EEE9ACF-F9D6-4D96-BD8D-90EC3637CC3F}" dt="2024-10-28T18:59:48.308" v="1245" actId="1076"/>
          <ac:picMkLst>
            <pc:docMk/>
            <pc:sldMk cId="2058696350" sldId="258"/>
            <ac:picMk id="2050" creationId="{6CB4A118-1D01-3892-4847-2E39242D9F44}"/>
          </ac:picMkLst>
        </pc:picChg>
      </pc:sldChg>
      <pc:sldChg chg="addSp delSp modSp mod modClrScheme chgLayout">
        <pc:chgData name="Brandt Redd" userId="be8ed540b98adac0" providerId="LiveId" clId="{2EEE9ACF-F9D6-4D96-BD8D-90EC3637CC3F}" dt="2024-10-28T20:13:31.188" v="2778" actId="14100"/>
        <pc:sldMkLst>
          <pc:docMk/>
          <pc:sldMk cId="447260335" sldId="259"/>
        </pc:sldMkLst>
        <pc:spChg chg="mod ord">
          <ac:chgData name="Brandt Redd" userId="be8ed540b98adac0" providerId="LiveId" clId="{2EEE9ACF-F9D6-4D96-BD8D-90EC3637CC3F}" dt="2024-10-28T19:43:22.514" v="2111" actId="20577"/>
          <ac:spMkLst>
            <pc:docMk/>
            <pc:sldMk cId="447260335" sldId="259"/>
            <ac:spMk id="2" creationId="{4F0F957A-EEB7-0C5F-6458-7F16CECFA5AC}"/>
          </ac:spMkLst>
        </pc:spChg>
        <pc:spChg chg="del mod">
          <ac:chgData name="Brandt Redd" userId="be8ed540b98adac0" providerId="LiveId" clId="{2EEE9ACF-F9D6-4D96-BD8D-90EC3637CC3F}" dt="2024-10-28T19:43:08.068" v="2101" actId="478"/>
          <ac:spMkLst>
            <pc:docMk/>
            <pc:sldMk cId="447260335" sldId="259"/>
            <ac:spMk id="3" creationId="{CCEFC134-8005-D21D-616B-EF68FFBC0A71}"/>
          </ac:spMkLst>
        </pc:spChg>
        <pc:spChg chg="add del mod">
          <ac:chgData name="Brandt Redd" userId="be8ed540b98adac0" providerId="LiveId" clId="{2EEE9ACF-F9D6-4D96-BD8D-90EC3637CC3F}" dt="2024-10-28T19:43:11.065" v="2102" actId="700"/>
          <ac:spMkLst>
            <pc:docMk/>
            <pc:sldMk cId="447260335" sldId="259"/>
            <ac:spMk id="5" creationId="{DDAFA331-D8A1-762A-54B3-A0E020B67263}"/>
          </ac:spMkLst>
        </pc:spChg>
        <pc:spChg chg="add mod">
          <ac:chgData name="Brandt Redd" userId="be8ed540b98adac0" providerId="LiveId" clId="{2EEE9ACF-F9D6-4D96-BD8D-90EC3637CC3F}" dt="2024-10-28T20:00:22.558" v="2548" actId="14100"/>
          <ac:spMkLst>
            <pc:docMk/>
            <pc:sldMk cId="447260335" sldId="259"/>
            <ac:spMk id="6" creationId="{D4BB0D9B-333A-9186-8B72-C1C110B0CC42}"/>
          </ac:spMkLst>
        </pc:spChg>
        <pc:spChg chg="add mod">
          <ac:chgData name="Brandt Redd" userId="be8ed540b98adac0" providerId="LiveId" clId="{2EEE9ACF-F9D6-4D96-BD8D-90EC3637CC3F}" dt="2024-10-28T20:01:24.341" v="2569" actId="1076"/>
          <ac:spMkLst>
            <pc:docMk/>
            <pc:sldMk cId="447260335" sldId="259"/>
            <ac:spMk id="7" creationId="{3EB08519-C02F-4661-82E1-9B215F4EF5F6}"/>
          </ac:spMkLst>
        </pc:spChg>
        <pc:spChg chg="add mod">
          <ac:chgData name="Brandt Redd" userId="be8ed540b98adac0" providerId="LiveId" clId="{2EEE9ACF-F9D6-4D96-BD8D-90EC3637CC3F}" dt="2024-10-28T19:47:41.492" v="2166" actId="1035"/>
          <ac:spMkLst>
            <pc:docMk/>
            <pc:sldMk cId="447260335" sldId="259"/>
            <ac:spMk id="10" creationId="{5CCC2261-E2D2-6F69-D1A2-76ED8198BD0C}"/>
          </ac:spMkLst>
        </pc:spChg>
        <pc:spChg chg="add del mod">
          <ac:chgData name="Brandt Redd" userId="be8ed540b98adac0" providerId="LiveId" clId="{2EEE9ACF-F9D6-4D96-BD8D-90EC3637CC3F}" dt="2024-10-28T19:47:25.559" v="2161"/>
          <ac:spMkLst>
            <pc:docMk/>
            <pc:sldMk cId="447260335" sldId="259"/>
            <ac:spMk id="11" creationId="{A8D4E419-9D79-E1A3-4D14-67CD4BB1828B}"/>
          </ac:spMkLst>
        </pc:spChg>
        <pc:spChg chg="add mod">
          <ac:chgData name="Brandt Redd" userId="be8ed540b98adac0" providerId="LiveId" clId="{2EEE9ACF-F9D6-4D96-BD8D-90EC3637CC3F}" dt="2024-10-28T20:00:34.207" v="2554" actId="1035"/>
          <ac:spMkLst>
            <pc:docMk/>
            <pc:sldMk cId="447260335" sldId="259"/>
            <ac:spMk id="12" creationId="{57E8752C-BA74-FBD8-9D9B-CD7F1E53FAA6}"/>
          </ac:spMkLst>
        </pc:spChg>
        <pc:spChg chg="add mod">
          <ac:chgData name="Brandt Redd" userId="be8ed540b98adac0" providerId="LiveId" clId="{2EEE9ACF-F9D6-4D96-BD8D-90EC3637CC3F}" dt="2024-10-28T20:00:29.258" v="2550" actId="14100"/>
          <ac:spMkLst>
            <pc:docMk/>
            <pc:sldMk cId="447260335" sldId="259"/>
            <ac:spMk id="13" creationId="{5AB3E4F4-A5E8-E885-6D96-9875BBCDAE2F}"/>
          </ac:spMkLst>
        </pc:spChg>
        <pc:spChg chg="add mod">
          <ac:chgData name="Brandt Redd" userId="be8ed540b98adac0" providerId="LiveId" clId="{2EEE9ACF-F9D6-4D96-BD8D-90EC3637CC3F}" dt="2024-10-28T20:00:43.002" v="2567" actId="1035"/>
          <ac:spMkLst>
            <pc:docMk/>
            <pc:sldMk cId="447260335" sldId="259"/>
            <ac:spMk id="14" creationId="{FDAA73DF-8D09-55EA-D9D6-B210BA87009D}"/>
          </ac:spMkLst>
        </pc:spChg>
        <pc:spChg chg="add mod">
          <ac:chgData name="Brandt Redd" userId="be8ed540b98adac0" providerId="LiveId" clId="{2EEE9ACF-F9D6-4D96-BD8D-90EC3637CC3F}" dt="2024-10-28T19:59:46.834" v="2539" actId="14100"/>
          <ac:spMkLst>
            <pc:docMk/>
            <pc:sldMk cId="447260335" sldId="259"/>
            <ac:spMk id="15" creationId="{3A7FB9FE-727F-BB9D-EDCB-A0328B3CC6CB}"/>
          </ac:spMkLst>
        </pc:spChg>
        <pc:spChg chg="add mod">
          <ac:chgData name="Brandt Redd" userId="be8ed540b98adac0" providerId="LiveId" clId="{2EEE9ACF-F9D6-4D96-BD8D-90EC3637CC3F}" dt="2024-10-28T19:48:42.326" v="2218" actId="1035"/>
          <ac:spMkLst>
            <pc:docMk/>
            <pc:sldMk cId="447260335" sldId="259"/>
            <ac:spMk id="16" creationId="{A7E8C44C-54F3-8122-A878-8F6FAB45824F}"/>
          </ac:spMkLst>
        </pc:spChg>
        <pc:spChg chg="add mod">
          <ac:chgData name="Brandt Redd" userId="be8ed540b98adac0" providerId="LiveId" clId="{2EEE9ACF-F9D6-4D96-BD8D-90EC3637CC3F}" dt="2024-10-28T19:55:47.092" v="2416" actId="1036"/>
          <ac:spMkLst>
            <pc:docMk/>
            <pc:sldMk cId="447260335" sldId="259"/>
            <ac:spMk id="21" creationId="{D85401D6-A653-54E4-F4AD-A8BB19E2BDC5}"/>
          </ac:spMkLst>
        </pc:spChg>
        <pc:spChg chg="add mod">
          <ac:chgData name="Brandt Redd" userId="be8ed540b98adac0" providerId="LiveId" clId="{2EEE9ACF-F9D6-4D96-BD8D-90EC3637CC3F}" dt="2024-10-28T19:55:43.795" v="2415" actId="1035"/>
          <ac:spMkLst>
            <pc:docMk/>
            <pc:sldMk cId="447260335" sldId="259"/>
            <ac:spMk id="22" creationId="{FF21E911-9618-767B-D01B-A19D1DE6BEB5}"/>
          </ac:spMkLst>
        </pc:spChg>
        <pc:spChg chg="add mod">
          <ac:chgData name="Brandt Redd" userId="be8ed540b98adac0" providerId="LiveId" clId="{2EEE9ACF-F9D6-4D96-BD8D-90EC3637CC3F}" dt="2024-10-28T19:55:39.101" v="2411" actId="1076"/>
          <ac:spMkLst>
            <pc:docMk/>
            <pc:sldMk cId="447260335" sldId="259"/>
            <ac:spMk id="23" creationId="{8944DDF8-CD65-DE42-264F-62CFDD5A11ED}"/>
          </ac:spMkLst>
        </pc:spChg>
        <pc:spChg chg="add mod">
          <ac:chgData name="Brandt Redd" userId="be8ed540b98adac0" providerId="LiveId" clId="{2EEE9ACF-F9D6-4D96-BD8D-90EC3637CC3F}" dt="2024-10-28T19:55:35.427" v="2410" actId="14100"/>
          <ac:spMkLst>
            <pc:docMk/>
            <pc:sldMk cId="447260335" sldId="259"/>
            <ac:spMk id="24" creationId="{E48C5CD7-ADF7-34AB-6C9C-EFA5CCF3F825}"/>
          </ac:spMkLst>
        </pc:spChg>
        <pc:spChg chg="add mod">
          <ac:chgData name="Brandt Redd" userId="be8ed540b98adac0" providerId="LiveId" clId="{2EEE9ACF-F9D6-4D96-BD8D-90EC3637CC3F}" dt="2024-10-28T20:11:21.718" v="2645" actId="13822"/>
          <ac:spMkLst>
            <pc:docMk/>
            <pc:sldMk cId="447260335" sldId="259"/>
            <ac:spMk id="95" creationId="{680A254A-54C8-343B-FA1F-C6C1A07B02F1}"/>
          </ac:spMkLst>
        </pc:spChg>
        <pc:spChg chg="add mod">
          <ac:chgData name="Brandt Redd" userId="be8ed540b98adac0" providerId="LiveId" clId="{2EEE9ACF-F9D6-4D96-BD8D-90EC3637CC3F}" dt="2024-10-28T20:12:00.032" v="2659" actId="1076"/>
          <ac:spMkLst>
            <pc:docMk/>
            <pc:sldMk cId="447260335" sldId="259"/>
            <ac:spMk id="144" creationId="{2900B870-3D58-AFE6-C640-6E0A4D98EE8B}"/>
          </ac:spMkLst>
        </pc:spChg>
        <pc:spChg chg="add mod">
          <ac:chgData name="Brandt Redd" userId="be8ed540b98adac0" providerId="LiveId" clId="{2EEE9ACF-F9D6-4D96-BD8D-90EC3637CC3F}" dt="2024-10-28T20:12:55.295" v="2775" actId="1076"/>
          <ac:spMkLst>
            <pc:docMk/>
            <pc:sldMk cId="447260335" sldId="259"/>
            <ac:spMk id="145" creationId="{6E04D04D-1F7F-3A8D-8B57-7ABECE8D1A8A}"/>
          </ac:spMkLst>
        </pc:spChg>
        <pc:cxnChg chg="add mod">
          <ac:chgData name="Brandt Redd" userId="be8ed540b98adac0" providerId="LiveId" clId="{2EEE9ACF-F9D6-4D96-BD8D-90EC3637CC3F}" dt="2024-10-28T19:58:39.320" v="2502" actId="1035"/>
          <ac:cxnSpMkLst>
            <pc:docMk/>
            <pc:sldMk cId="447260335" sldId="259"/>
            <ac:cxnSpMk id="9" creationId="{DD29B394-1723-4397-F2C5-067288AAE127}"/>
          </ac:cxnSpMkLst>
        </pc:cxnChg>
        <pc:cxnChg chg="add mod">
          <ac:chgData name="Brandt Redd" userId="be8ed540b98adac0" providerId="LiveId" clId="{2EEE9ACF-F9D6-4D96-BD8D-90EC3637CC3F}" dt="2024-10-28T19:54:47.331" v="2398" actId="1036"/>
          <ac:cxnSpMkLst>
            <pc:docMk/>
            <pc:sldMk cId="447260335" sldId="259"/>
            <ac:cxnSpMk id="17" creationId="{1D6B1C6B-D65F-9A09-CEB9-AE467B7B3915}"/>
          </ac:cxnSpMkLst>
        </pc:cxnChg>
        <pc:cxnChg chg="add mod">
          <ac:chgData name="Brandt Redd" userId="be8ed540b98adac0" providerId="LiveId" clId="{2EEE9ACF-F9D6-4D96-BD8D-90EC3637CC3F}" dt="2024-10-28T19:54:44.659" v="2397" actId="1036"/>
          <ac:cxnSpMkLst>
            <pc:docMk/>
            <pc:sldMk cId="447260335" sldId="259"/>
            <ac:cxnSpMk id="18" creationId="{1E4B845C-2915-436E-05AC-630255AF3604}"/>
          </ac:cxnSpMkLst>
        </pc:cxnChg>
        <pc:cxnChg chg="add mod">
          <ac:chgData name="Brandt Redd" userId="be8ed540b98adac0" providerId="LiveId" clId="{2EEE9ACF-F9D6-4D96-BD8D-90EC3637CC3F}" dt="2024-10-28T19:54:42.007" v="2395" actId="1036"/>
          <ac:cxnSpMkLst>
            <pc:docMk/>
            <pc:sldMk cId="447260335" sldId="259"/>
            <ac:cxnSpMk id="19" creationId="{386DC7CB-50D8-874E-E7FA-1ED0119EF8DE}"/>
          </ac:cxnSpMkLst>
        </pc:cxnChg>
        <pc:cxnChg chg="add mod">
          <ac:chgData name="Brandt Redd" userId="be8ed540b98adac0" providerId="LiveId" clId="{2EEE9ACF-F9D6-4D96-BD8D-90EC3637CC3F}" dt="2024-10-28T19:54:39.102" v="2392" actId="1036"/>
          <ac:cxnSpMkLst>
            <pc:docMk/>
            <pc:sldMk cId="447260335" sldId="259"/>
            <ac:cxnSpMk id="20" creationId="{EF7A7804-797F-E166-664B-FF809A7893C9}"/>
          </ac:cxnSpMkLst>
        </pc:cxnChg>
        <pc:cxnChg chg="add">
          <ac:chgData name="Brandt Redd" userId="be8ed540b98adac0" providerId="LiveId" clId="{2EEE9ACF-F9D6-4D96-BD8D-90EC3637CC3F}" dt="2024-10-28T19:53:46.200" v="2319" actId="11529"/>
          <ac:cxnSpMkLst>
            <pc:docMk/>
            <pc:sldMk cId="447260335" sldId="259"/>
            <ac:cxnSpMk id="26" creationId="{133097AA-34ED-C90D-5AB7-71D92E18F380}"/>
          </ac:cxnSpMkLst>
        </pc:cxnChg>
        <pc:cxnChg chg="add mod">
          <ac:chgData name="Brandt Redd" userId="be8ed540b98adac0" providerId="LiveId" clId="{2EEE9ACF-F9D6-4D96-BD8D-90EC3637CC3F}" dt="2024-10-28T19:56:03.260" v="2427" actId="1036"/>
          <ac:cxnSpMkLst>
            <pc:docMk/>
            <pc:sldMk cId="447260335" sldId="259"/>
            <ac:cxnSpMk id="27" creationId="{C22237E5-BE76-1750-7B5B-5D7468043A59}"/>
          </ac:cxnSpMkLst>
        </pc:cxnChg>
        <pc:cxnChg chg="add mod">
          <ac:chgData name="Brandt Redd" userId="be8ed540b98adac0" providerId="LiveId" clId="{2EEE9ACF-F9D6-4D96-BD8D-90EC3637CC3F}" dt="2024-10-28T20:04:00.790" v="2617" actId="1076"/>
          <ac:cxnSpMkLst>
            <pc:docMk/>
            <pc:sldMk cId="447260335" sldId="259"/>
            <ac:cxnSpMk id="28" creationId="{F12E57FF-40AC-8622-9CBA-6D500953CEBE}"/>
          </ac:cxnSpMkLst>
        </pc:cxnChg>
        <pc:cxnChg chg="add mod">
          <ac:chgData name="Brandt Redd" userId="be8ed540b98adac0" providerId="LiveId" clId="{2EEE9ACF-F9D6-4D96-BD8D-90EC3637CC3F}" dt="2024-10-28T19:56:03.260" v="2427" actId="1036"/>
          <ac:cxnSpMkLst>
            <pc:docMk/>
            <pc:sldMk cId="447260335" sldId="259"/>
            <ac:cxnSpMk id="29" creationId="{44AFEF91-A03E-6C74-8317-06F1998DF940}"/>
          </ac:cxnSpMkLst>
        </pc:cxnChg>
        <pc:cxnChg chg="add mod">
          <ac:chgData name="Brandt Redd" userId="be8ed540b98adac0" providerId="LiveId" clId="{2EEE9ACF-F9D6-4D96-BD8D-90EC3637CC3F}" dt="2024-10-28T19:54:02.760" v="2337" actId="1037"/>
          <ac:cxnSpMkLst>
            <pc:docMk/>
            <pc:sldMk cId="447260335" sldId="259"/>
            <ac:cxnSpMk id="30" creationId="{340642D5-F5FB-28CB-EF7C-7848E87E7570}"/>
          </ac:cxnSpMkLst>
        </pc:cxnChg>
        <pc:cxnChg chg="add mod">
          <ac:chgData name="Brandt Redd" userId="be8ed540b98adac0" providerId="LiveId" clId="{2EEE9ACF-F9D6-4D96-BD8D-90EC3637CC3F}" dt="2024-10-28T19:56:03.260" v="2427" actId="1036"/>
          <ac:cxnSpMkLst>
            <pc:docMk/>
            <pc:sldMk cId="447260335" sldId="259"/>
            <ac:cxnSpMk id="31" creationId="{E35CFEAA-B8AC-5207-E1C2-6C57500AE9A0}"/>
          </ac:cxnSpMkLst>
        </pc:cxnChg>
        <pc:cxnChg chg="add mod">
          <ac:chgData name="Brandt Redd" userId="be8ed540b98adac0" providerId="LiveId" clId="{2EEE9ACF-F9D6-4D96-BD8D-90EC3637CC3F}" dt="2024-10-28T19:54:06.873" v="2350" actId="1037"/>
          <ac:cxnSpMkLst>
            <pc:docMk/>
            <pc:sldMk cId="447260335" sldId="259"/>
            <ac:cxnSpMk id="32" creationId="{D2390B1E-0D2E-6E1A-87B0-208425ECA2D0}"/>
          </ac:cxnSpMkLst>
        </pc:cxnChg>
        <pc:cxnChg chg="add mod">
          <ac:chgData name="Brandt Redd" userId="be8ed540b98adac0" providerId="LiveId" clId="{2EEE9ACF-F9D6-4D96-BD8D-90EC3637CC3F}" dt="2024-10-28T19:56:03.260" v="2427" actId="1036"/>
          <ac:cxnSpMkLst>
            <pc:docMk/>
            <pc:sldMk cId="447260335" sldId="259"/>
            <ac:cxnSpMk id="33" creationId="{68622F66-EB38-4F3C-66ED-99653439056C}"/>
          </ac:cxnSpMkLst>
        </pc:cxnChg>
        <pc:cxnChg chg="add mod">
          <ac:chgData name="Brandt Redd" userId="be8ed540b98adac0" providerId="LiveId" clId="{2EEE9ACF-F9D6-4D96-BD8D-90EC3637CC3F}" dt="2024-10-28T19:54:11.317" v="2367" actId="1037"/>
          <ac:cxnSpMkLst>
            <pc:docMk/>
            <pc:sldMk cId="447260335" sldId="259"/>
            <ac:cxnSpMk id="34" creationId="{239D9976-B112-D02A-91AB-125F2F5E2703}"/>
          </ac:cxnSpMkLst>
        </pc:cxnChg>
        <pc:cxnChg chg="add mod">
          <ac:chgData name="Brandt Redd" userId="be8ed540b98adac0" providerId="LiveId" clId="{2EEE9ACF-F9D6-4D96-BD8D-90EC3637CC3F}" dt="2024-10-28T19:56:03.260" v="2427" actId="1036"/>
          <ac:cxnSpMkLst>
            <pc:docMk/>
            <pc:sldMk cId="447260335" sldId="259"/>
            <ac:cxnSpMk id="35" creationId="{C4371533-0ED7-DB49-E92F-5AC69621B1B6}"/>
          </ac:cxnSpMkLst>
        </pc:cxnChg>
        <pc:cxnChg chg="add mod">
          <ac:chgData name="Brandt Redd" userId="be8ed540b98adac0" providerId="LiveId" clId="{2EEE9ACF-F9D6-4D96-BD8D-90EC3637CC3F}" dt="2024-10-28T19:54:16.715" v="2388" actId="1037"/>
          <ac:cxnSpMkLst>
            <pc:docMk/>
            <pc:sldMk cId="447260335" sldId="259"/>
            <ac:cxnSpMk id="36" creationId="{3AD19909-4180-15FD-61F7-7D6F4664F796}"/>
          </ac:cxnSpMkLst>
        </pc:cxnChg>
        <pc:cxnChg chg="add mod">
          <ac:chgData name="Brandt Redd" userId="be8ed540b98adac0" providerId="LiveId" clId="{2EEE9ACF-F9D6-4D96-BD8D-90EC3637CC3F}" dt="2024-10-28T19:58:20.933" v="2501" actId="1036"/>
          <ac:cxnSpMkLst>
            <pc:docMk/>
            <pc:sldMk cId="447260335" sldId="259"/>
            <ac:cxnSpMk id="37" creationId="{808E7F24-1F0B-7103-80B8-6FCBDB358463}"/>
          </ac:cxnSpMkLst>
        </pc:cxnChg>
        <pc:cxnChg chg="add mod">
          <ac:chgData name="Brandt Redd" userId="be8ed540b98adac0" providerId="LiveId" clId="{2EEE9ACF-F9D6-4D96-BD8D-90EC3637CC3F}" dt="2024-10-28T19:58:20.933" v="2501" actId="1036"/>
          <ac:cxnSpMkLst>
            <pc:docMk/>
            <pc:sldMk cId="447260335" sldId="259"/>
            <ac:cxnSpMk id="38" creationId="{FC619634-B7A5-6101-9D0A-C50BFAEE40EC}"/>
          </ac:cxnSpMkLst>
        </pc:cxnChg>
        <pc:cxnChg chg="add mod">
          <ac:chgData name="Brandt Redd" userId="be8ed540b98adac0" providerId="LiveId" clId="{2EEE9ACF-F9D6-4D96-BD8D-90EC3637CC3F}" dt="2024-10-28T19:58:20.933" v="2501" actId="1036"/>
          <ac:cxnSpMkLst>
            <pc:docMk/>
            <pc:sldMk cId="447260335" sldId="259"/>
            <ac:cxnSpMk id="39" creationId="{60882040-A569-A01B-8B5E-9F3483F34269}"/>
          </ac:cxnSpMkLst>
        </pc:cxnChg>
        <pc:cxnChg chg="add mod">
          <ac:chgData name="Brandt Redd" userId="be8ed540b98adac0" providerId="LiveId" clId="{2EEE9ACF-F9D6-4D96-BD8D-90EC3637CC3F}" dt="2024-10-28T19:58:20.933" v="2501" actId="1036"/>
          <ac:cxnSpMkLst>
            <pc:docMk/>
            <pc:sldMk cId="447260335" sldId="259"/>
            <ac:cxnSpMk id="40" creationId="{44D1255D-F465-AE05-EF91-665902AE39D1}"/>
          </ac:cxnSpMkLst>
        </pc:cxnChg>
        <pc:cxnChg chg="add mod">
          <ac:chgData name="Brandt Redd" userId="be8ed540b98adac0" providerId="LiveId" clId="{2EEE9ACF-F9D6-4D96-BD8D-90EC3637CC3F}" dt="2024-10-28T19:58:20.933" v="2501" actId="1036"/>
          <ac:cxnSpMkLst>
            <pc:docMk/>
            <pc:sldMk cId="447260335" sldId="259"/>
            <ac:cxnSpMk id="41" creationId="{2CA61BB5-631D-1B61-E6C7-9687CD9D56E0}"/>
          </ac:cxnSpMkLst>
        </pc:cxnChg>
        <pc:cxnChg chg="add del mod">
          <ac:chgData name="Brandt Redd" userId="be8ed540b98adac0" providerId="LiveId" clId="{2EEE9ACF-F9D6-4D96-BD8D-90EC3637CC3F}" dt="2024-10-28T19:58:52.526" v="2503" actId="478"/>
          <ac:cxnSpMkLst>
            <pc:docMk/>
            <pc:sldMk cId="447260335" sldId="259"/>
            <ac:cxnSpMk id="42" creationId="{9E5FAB3B-6E86-6FE4-BAD0-EEA8898FBAD6}"/>
          </ac:cxnSpMkLst>
        </pc:cxnChg>
        <pc:cxnChg chg="add del mod">
          <ac:chgData name="Brandt Redd" userId="be8ed540b98adac0" providerId="LiveId" clId="{2EEE9ACF-F9D6-4D96-BD8D-90EC3637CC3F}" dt="2024-10-28T19:58:52.526" v="2503" actId="478"/>
          <ac:cxnSpMkLst>
            <pc:docMk/>
            <pc:sldMk cId="447260335" sldId="259"/>
            <ac:cxnSpMk id="43" creationId="{9CA5A2FB-F41D-C7FD-A695-55E411040EAE}"/>
          </ac:cxnSpMkLst>
        </pc:cxnChg>
        <pc:cxnChg chg="add del mod">
          <ac:chgData name="Brandt Redd" userId="be8ed540b98adac0" providerId="LiveId" clId="{2EEE9ACF-F9D6-4D96-BD8D-90EC3637CC3F}" dt="2024-10-28T19:58:52.526" v="2503" actId="478"/>
          <ac:cxnSpMkLst>
            <pc:docMk/>
            <pc:sldMk cId="447260335" sldId="259"/>
            <ac:cxnSpMk id="44" creationId="{947A0F5C-E943-EDBB-7CE0-804F46D14EDA}"/>
          </ac:cxnSpMkLst>
        </pc:cxnChg>
        <pc:cxnChg chg="add del mod">
          <ac:chgData name="Brandt Redd" userId="be8ed540b98adac0" providerId="LiveId" clId="{2EEE9ACF-F9D6-4D96-BD8D-90EC3637CC3F}" dt="2024-10-28T19:58:52.526" v="2503" actId="478"/>
          <ac:cxnSpMkLst>
            <pc:docMk/>
            <pc:sldMk cId="447260335" sldId="259"/>
            <ac:cxnSpMk id="45" creationId="{067B0874-27BC-295B-33FA-EB8A4CAE9B7A}"/>
          </ac:cxnSpMkLst>
        </pc:cxnChg>
        <pc:cxnChg chg="add del mod">
          <ac:chgData name="Brandt Redd" userId="be8ed540b98adac0" providerId="LiveId" clId="{2EEE9ACF-F9D6-4D96-BD8D-90EC3637CC3F}" dt="2024-10-28T19:58:52.526" v="2503" actId="478"/>
          <ac:cxnSpMkLst>
            <pc:docMk/>
            <pc:sldMk cId="447260335" sldId="259"/>
            <ac:cxnSpMk id="46" creationId="{3C11B89D-DF02-33A9-AFF7-9AAB7354A1C7}"/>
          </ac:cxnSpMkLst>
        </pc:cxnChg>
        <pc:cxnChg chg="add mod">
          <ac:chgData name="Brandt Redd" userId="be8ed540b98adac0" providerId="LiveId" clId="{2EEE9ACF-F9D6-4D96-BD8D-90EC3637CC3F}" dt="2024-10-28T19:59:31.115" v="2538" actId="1036"/>
          <ac:cxnSpMkLst>
            <pc:docMk/>
            <pc:sldMk cId="447260335" sldId="259"/>
            <ac:cxnSpMk id="48" creationId="{AFBCAA73-71B8-39B3-1131-A64A6CA6E7FD}"/>
          </ac:cxnSpMkLst>
        </pc:cxnChg>
        <pc:cxnChg chg="add mod">
          <ac:chgData name="Brandt Redd" userId="be8ed540b98adac0" providerId="LiveId" clId="{2EEE9ACF-F9D6-4D96-BD8D-90EC3637CC3F}" dt="2024-10-28T19:59:31.115" v="2538" actId="1036"/>
          <ac:cxnSpMkLst>
            <pc:docMk/>
            <pc:sldMk cId="447260335" sldId="259"/>
            <ac:cxnSpMk id="49" creationId="{48280CCA-6792-7EAA-0B8B-752006FA920B}"/>
          </ac:cxnSpMkLst>
        </pc:cxnChg>
        <pc:cxnChg chg="add mod">
          <ac:chgData name="Brandt Redd" userId="be8ed540b98adac0" providerId="LiveId" clId="{2EEE9ACF-F9D6-4D96-BD8D-90EC3637CC3F}" dt="2024-10-28T19:59:31.115" v="2538" actId="1036"/>
          <ac:cxnSpMkLst>
            <pc:docMk/>
            <pc:sldMk cId="447260335" sldId="259"/>
            <ac:cxnSpMk id="50" creationId="{F4B01371-4D1C-3B07-51A5-E8AAA2A7905A}"/>
          </ac:cxnSpMkLst>
        </pc:cxnChg>
        <pc:cxnChg chg="add mod">
          <ac:chgData name="Brandt Redd" userId="be8ed540b98adac0" providerId="LiveId" clId="{2EEE9ACF-F9D6-4D96-BD8D-90EC3637CC3F}" dt="2024-10-28T19:59:31.115" v="2538" actId="1036"/>
          <ac:cxnSpMkLst>
            <pc:docMk/>
            <pc:sldMk cId="447260335" sldId="259"/>
            <ac:cxnSpMk id="51" creationId="{62F3E2D4-B477-8050-F72C-F60FEEA6FD89}"/>
          </ac:cxnSpMkLst>
        </pc:cxnChg>
        <pc:cxnChg chg="add mod">
          <ac:chgData name="Brandt Redd" userId="be8ed540b98adac0" providerId="LiveId" clId="{2EEE9ACF-F9D6-4D96-BD8D-90EC3637CC3F}" dt="2024-10-28T19:59:31.115" v="2538" actId="1036"/>
          <ac:cxnSpMkLst>
            <pc:docMk/>
            <pc:sldMk cId="447260335" sldId="259"/>
            <ac:cxnSpMk id="52" creationId="{244D0C82-1773-3BFE-95BE-7DF5090794CD}"/>
          </ac:cxnSpMkLst>
        </pc:cxnChg>
        <pc:cxnChg chg="add mod">
          <ac:chgData name="Brandt Redd" userId="be8ed540b98adac0" providerId="LiveId" clId="{2EEE9ACF-F9D6-4D96-BD8D-90EC3637CC3F}" dt="2024-10-28T19:59:31.115" v="2538" actId="1036"/>
          <ac:cxnSpMkLst>
            <pc:docMk/>
            <pc:sldMk cId="447260335" sldId="259"/>
            <ac:cxnSpMk id="53" creationId="{151E6D23-3661-D055-DCA3-E1A2D745AF20}"/>
          </ac:cxnSpMkLst>
        </pc:cxnChg>
        <pc:cxnChg chg="add mod">
          <ac:chgData name="Brandt Redd" userId="be8ed540b98adac0" providerId="LiveId" clId="{2EEE9ACF-F9D6-4D96-BD8D-90EC3637CC3F}" dt="2024-10-28T19:59:31.115" v="2538" actId="1036"/>
          <ac:cxnSpMkLst>
            <pc:docMk/>
            <pc:sldMk cId="447260335" sldId="259"/>
            <ac:cxnSpMk id="54" creationId="{D017634D-6D3E-3F1D-5962-7D48D60BAC2C}"/>
          </ac:cxnSpMkLst>
        </pc:cxnChg>
        <pc:cxnChg chg="add mod">
          <ac:chgData name="Brandt Redd" userId="be8ed540b98adac0" providerId="LiveId" clId="{2EEE9ACF-F9D6-4D96-BD8D-90EC3637CC3F}" dt="2024-10-28T19:59:31.115" v="2538" actId="1036"/>
          <ac:cxnSpMkLst>
            <pc:docMk/>
            <pc:sldMk cId="447260335" sldId="259"/>
            <ac:cxnSpMk id="55" creationId="{2806C71F-BB04-AD91-3244-4E39F42E3949}"/>
          </ac:cxnSpMkLst>
        </pc:cxnChg>
        <pc:cxnChg chg="add mod">
          <ac:chgData name="Brandt Redd" userId="be8ed540b98adac0" providerId="LiveId" clId="{2EEE9ACF-F9D6-4D96-BD8D-90EC3637CC3F}" dt="2024-10-28T19:59:31.115" v="2538" actId="1036"/>
          <ac:cxnSpMkLst>
            <pc:docMk/>
            <pc:sldMk cId="447260335" sldId="259"/>
            <ac:cxnSpMk id="56" creationId="{0D09508F-94C5-AFE8-9733-E88D9356E9C6}"/>
          </ac:cxnSpMkLst>
        </pc:cxnChg>
        <pc:cxnChg chg="add mod">
          <ac:chgData name="Brandt Redd" userId="be8ed540b98adac0" providerId="LiveId" clId="{2EEE9ACF-F9D6-4D96-BD8D-90EC3637CC3F}" dt="2024-10-28T19:59:31.115" v="2538" actId="1036"/>
          <ac:cxnSpMkLst>
            <pc:docMk/>
            <pc:sldMk cId="447260335" sldId="259"/>
            <ac:cxnSpMk id="57" creationId="{82FD8CB8-E93F-F3DD-16B4-8DAC594C4A92}"/>
          </ac:cxnSpMkLst>
        </pc:cxnChg>
        <pc:cxnChg chg="add mod">
          <ac:chgData name="Brandt Redd" userId="be8ed540b98adac0" providerId="LiveId" clId="{2EEE9ACF-F9D6-4D96-BD8D-90EC3637CC3F}" dt="2024-10-28T19:59:31.115" v="2538" actId="1036"/>
          <ac:cxnSpMkLst>
            <pc:docMk/>
            <pc:sldMk cId="447260335" sldId="259"/>
            <ac:cxnSpMk id="58" creationId="{B2FA3592-7A73-568C-08C6-AF154BC0D470}"/>
          </ac:cxnSpMkLst>
        </pc:cxnChg>
        <pc:cxnChg chg="add mod">
          <ac:chgData name="Brandt Redd" userId="be8ed540b98adac0" providerId="LiveId" clId="{2EEE9ACF-F9D6-4D96-BD8D-90EC3637CC3F}" dt="2024-10-28T19:59:31.115" v="2538" actId="1036"/>
          <ac:cxnSpMkLst>
            <pc:docMk/>
            <pc:sldMk cId="447260335" sldId="259"/>
            <ac:cxnSpMk id="59" creationId="{BA8F1C80-B501-DCEE-703B-066885AA71AB}"/>
          </ac:cxnSpMkLst>
        </pc:cxnChg>
        <pc:cxnChg chg="add mod">
          <ac:chgData name="Brandt Redd" userId="be8ed540b98adac0" providerId="LiveId" clId="{2EEE9ACF-F9D6-4D96-BD8D-90EC3637CC3F}" dt="2024-10-28T19:59:31.115" v="2538" actId="1036"/>
          <ac:cxnSpMkLst>
            <pc:docMk/>
            <pc:sldMk cId="447260335" sldId="259"/>
            <ac:cxnSpMk id="60" creationId="{DC875E27-F51E-1658-3453-7315D95F4F2B}"/>
          </ac:cxnSpMkLst>
        </pc:cxnChg>
        <pc:cxnChg chg="add mod">
          <ac:chgData name="Brandt Redd" userId="be8ed540b98adac0" providerId="LiveId" clId="{2EEE9ACF-F9D6-4D96-BD8D-90EC3637CC3F}" dt="2024-10-28T19:59:31.115" v="2538" actId="1036"/>
          <ac:cxnSpMkLst>
            <pc:docMk/>
            <pc:sldMk cId="447260335" sldId="259"/>
            <ac:cxnSpMk id="61" creationId="{30356F75-D4DC-B7B6-7A38-80C4DEABDBB9}"/>
          </ac:cxnSpMkLst>
        </pc:cxnChg>
        <pc:cxnChg chg="add mod">
          <ac:chgData name="Brandt Redd" userId="be8ed540b98adac0" providerId="LiveId" clId="{2EEE9ACF-F9D6-4D96-BD8D-90EC3637CC3F}" dt="2024-10-28T19:59:31.115" v="2538" actId="1036"/>
          <ac:cxnSpMkLst>
            <pc:docMk/>
            <pc:sldMk cId="447260335" sldId="259"/>
            <ac:cxnSpMk id="62" creationId="{3183E2FD-F432-0DA7-7C40-9384C55173F9}"/>
          </ac:cxnSpMkLst>
        </pc:cxnChg>
        <pc:cxnChg chg="add del mod">
          <ac:chgData name="Brandt Redd" userId="be8ed540b98adac0" providerId="LiveId" clId="{2EEE9ACF-F9D6-4D96-BD8D-90EC3637CC3F}" dt="2024-10-28T20:00:24.899" v="2549" actId="478"/>
          <ac:cxnSpMkLst>
            <pc:docMk/>
            <pc:sldMk cId="447260335" sldId="259"/>
            <ac:cxnSpMk id="63" creationId="{ABB6B98F-54DD-E1FF-A62C-B78971317068}"/>
          </ac:cxnSpMkLst>
        </pc:cxnChg>
        <pc:cxnChg chg="add mod">
          <ac:chgData name="Brandt Redd" userId="be8ed540b98adac0" providerId="LiveId" clId="{2EEE9ACF-F9D6-4D96-BD8D-90EC3637CC3F}" dt="2024-10-28T20:01:44.159" v="2608" actId="1037"/>
          <ac:cxnSpMkLst>
            <pc:docMk/>
            <pc:sldMk cId="447260335" sldId="259"/>
            <ac:cxnSpMk id="64" creationId="{33F10A16-2FC8-1821-9680-735EB5EF8D62}"/>
          </ac:cxnSpMkLst>
        </pc:cxnChg>
        <pc:cxnChg chg="add mod">
          <ac:chgData name="Brandt Redd" userId="be8ed540b98adac0" providerId="LiveId" clId="{2EEE9ACF-F9D6-4D96-BD8D-90EC3637CC3F}" dt="2024-10-28T20:01:44.159" v="2608" actId="1037"/>
          <ac:cxnSpMkLst>
            <pc:docMk/>
            <pc:sldMk cId="447260335" sldId="259"/>
            <ac:cxnSpMk id="65" creationId="{A6038A36-1888-32F1-841C-E29DC26BC54C}"/>
          </ac:cxnSpMkLst>
        </pc:cxnChg>
        <pc:cxnChg chg="add mod">
          <ac:chgData name="Brandt Redd" userId="be8ed540b98adac0" providerId="LiveId" clId="{2EEE9ACF-F9D6-4D96-BD8D-90EC3637CC3F}" dt="2024-10-28T20:01:44.159" v="2608" actId="1037"/>
          <ac:cxnSpMkLst>
            <pc:docMk/>
            <pc:sldMk cId="447260335" sldId="259"/>
            <ac:cxnSpMk id="66" creationId="{1463AD31-FA7E-7B02-03F8-9ACBDEE13669}"/>
          </ac:cxnSpMkLst>
        </pc:cxnChg>
        <pc:cxnChg chg="add mod">
          <ac:chgData name="Brandt Redd" userId="be8ed540b98adac0" providerId="LiveId" clId="{2EEE9ACF-F9D6-4D96-BD8D-90EC3637CC3F}" dt="2024-10-28T20:01:44.159" v="2608" actId="1037"/>
          <ac:cxnSpMkLst>
            <pc:docMk/>
            <pc:sldMk cId="447260335" sldId="259"/>
            <ac:cxnSpMk id="67" creationId="{88A3573F-97EA-DC21-13A4-4799C741CBA2}"/>
          </ac:cxnSpMkLst>
        </pc:cxnChg>
        <pc:cxnChg chg="add mod">
          <ac:chgData name="Brandt Redd" userId="be8ed540b98adac0" providerId="LiveId" clId="{2EEE9ACF-F9D6-4D96-BD8D-90EC3637CC3F}" dt="2024-10-28T20:01:44.159" v="2608" actId="1037"/>
          <ac:cxnSpMkLst>
            <pc:docMk/>
            <pc:sldMk cId="447260335" sldId="259"/>
            <ac:cxnSpMk id="68" creationId="{5EFEB3D0-7EBA-8162-0D89-D221A8905D45}"/>
          </ac:cxnSpMkLst>
        </pc:cxnChg>
        <pc:cxnChg chg="add mod">
          <ac:chgData name="Brandt Redd" userId="be8ed540b98adac0" providerId="LiveId" clId="{2EEE9ACF-F9D6-4D96-BD8D-90EC3637CC3F}" dt="2024-10-28T20:01:44.159" v="2608" actId="1037"/>
          <ac:cxnSpMkLst>
            <pc:docMk/>
            <pc:sldMk cId="447260335" sldId="259"/>
            <ac:cxnSpMk id="69" creationId="{75BA149F-ADCC-496B-F805-380705A2F67F}"/>
          </ac:cxnSpMkLst>
        </pc:cxnChg>
        <pc:cxnChg chg="add mod">
          <ac:chgData name="Brandt Redd" userId="be8ed540b98adac0" providerId="LiveId" clId="{2EEE9ACF-F9D6-4D96-BD8D-90EC3637CC3F}" dt="2024-10-28T20:01:44.159" v="2608" actId="1037"/>
          <ac:cxnSpMkLst>
            <pc:docMk/>
            <pc:sldMk cId="447260335" sldId="259"/>
            <ac:cxnSpMk id="70" creationId="{08942A09-D384-35DF-2B68-7509841D0F02}"/>
          </ac:cxnSpMkLst>
        </pc:cxnChg>
        <pc:cxnChg chg="add mod">
          <ac:chgData name="Brandt Redd" userId="be8ed540b98adac0" providerId="LiveId" clId="{2EEE9ACF-F9D6-4D96-BD8D-90EC3637CC3F}" dt="2024-10-28T20:01:44.159" v="2608" actId="1037"/>
          <ac:cxnSpMkLst>
            <pc:docMk/>
            <pc:sldMk cId="447260335" sldId="259"/>
            <ac:cxnSpMk id="71" creationId="{69980B53-B584-C149-08CE-4C5F2656F889}"/>
          </ac:cxnSpMkLst>
        </pc:cxnChg>
        <pc:cxnChg chg="add mod">
          <ac:chgData name="Brandt Redd" userId="be8ed540b98adac0" providerId="LiveId" clId="{2EEE9ACF-F9D6-4D96-BD8D-90EC3637CC3F}" dt="2024-10-28T20:01:44.159" v="2608" actId="1037"/>
          <ac:cxnSpMkLst>
            <pc:docMk/>
            <pc:sldMk cId="447260335" sldId="259"/>
            <ac:cxnSpMk id="72" creationId="{ED6735A2-159A-52A0-B63F-3E5DAC360C84}"/>
          </ac:cxnSpMkLst>
        </pc:cxnChg>
        <pc:cxnChg chg="add mod">
          <ac:chgData name="Brandt Redd" userId="be8ed540b98adac0" providerId="LiveId" clId="{2EEE9ACF-F9D6-4D96-BD8D-90EC3637CC3F}" dt="2024-10-28T20:01:44.159" v="2608" actId="1037"/>
          <ac:cxnSpMkLst>
            <pc:docMk/>
            <pc:sldMk cId="447260335" sldId="259"/>
            <ac:cxnSpMk id="73" creationId="{321032C5-96A6-CDD1-6E68-006279C8251E}"/>
          </ac:cxnSpMkLst>
        </pc:cxnChg>
        <pc:cxnChg chg="add mod">
          <ac:chgData name="Brandt Redd" userId="be8ed540b98adac0" providerId="LiveId" clId="{2EEE9ACF-F9D6-4D96-BD8D-90EC3637CC3F}" dt="2024-10-28T20:01:44.159" v="2608" actId="1037"/>
          <ac:cxnSpMkLst>
            <pc:docMk/>
            <pc:sldMk cId="447260335" sldId="259"/>
            <ac:cxnSpMk id="74" creationId="{0BFDF18F-3C03-B51E-F572-8811671F3D63}"/>
          </ac:cxnSpMkLst>
        </pc:cxnChg>
        <pc:cxnChg chg="add mod">
          <ac:chgData name="Brandt Redd" userId="be8ed540b98adac0" providerId="LiveId" clId="{2EEE9ACF-F9D6-4D96-BD8D-90EC3637CC3F}" dt="2024-10-28T20:01:44.159" v="2608" actId="1037"/>
          <ac:cxnSpMkLst>
            <pc:docMk/>
            <pc:sldMk cId="447260335" sldId="259"/>
            <ac:cxnSpMk id="75" creationId="{8AAF1DEB-4D38-78C3-8B36-C05980123700}"/>
          </ac:cxnSpMkLst>
        </pc:cxnChg>
        <pc:cxnChg chg="add mod">
          <ac:chgData name="Brandt Redd" userId="be8ed540b98adac0" providerId="LiveId" clId="{2EEE9ACF-F9D6-4D96-BD8D-90EC3637CC3F}" dt="2024-10-28T20:01:44.159" v="2608" actId="1037"/>
          <ac:cxnSpMkLst>
            <pc:docMk/>
            <pc:sldMk cId="447260335" sldId="259"/>
            <ac:cxnSpMk id="76" creationId="{14102BBF-E35B-AF5B-5CCD-99680E24F691}"/>
          </ac:cxnSpMkLst>
        </pc:cxnChg>
        <pc:cxnChg chg="add mod">
          <ac:chgData name="Brandt Redd" userId="be8ed540b98adac0" providerId="LiveId" clId="{2EEE9ACF-F9D6-4D96-BD8D-90EC3637CC3F}" dt="2024-10-28T20:01:44.159" v="2608" actId="1037"/>
          <ac:cxnSpMkLst>
            <pc:docMk/>
            <pc:sldMk cId="447260335" sldId="259"/>
            <ac:cxnSpMk id="77" creationId="{18515AF4-EE0F-7097-E3C2-D04F15AD1742}"/>
          </ac:cxnSpMkLst>
        </pc:cxnChg>
        <pc:cxnChg chg="add mod">
          <ac:chgData name="Brandt Redd" userId="be8ed540b98adac0" providerId="LiveId" clId="{2EEE9ACF-F9D6-4D96-BD8D-90EC3637CC3F}" dt="2024-10-28T20:01:44.159" v="2608" actId="1037"/>
          <ac:cxnSpMkLst>
            <pc:docMk/>
            <pc:sldMk cId="447260335" sldId="259"/>
            <ac:cxnSpMk id="78" creationId="{D2C6B100-59BE-B344-D27E-6223EC01EFE9}"/>
          </ac:cxnSpMkLst>
        </pc:cxnChg>
        <pc:cxnChg chg="add mod">
          <ac:chgData name="Brandt Redd" userId="be8ed540b98adac0" providerId="LiveId" clId="{2EEE9ACF-F9D6-4D96-BD8D-90EC3637CC3F}" dt="2024-10-28T20:01:44.159" v="2608" actId="1037"/>
          <ac:cxnSpMkLst>
            <pc:docMk/>
            <pc:sldMk cId="447260335" sldId="259"/>
            <ac:cxnSpMk id="79" creationId="{F032E6FB-A739-7020-FF1A-C751C42362AF}"/>
          </ac:cxnSpMkLst>
        </pc:cxnChg>
        <pc:cxnChg chg="add mod">
          <ac:chgData name="Brandt Redd" userId="be8ed540b98adac0" providerId="LiveId" clId="{2EEE9ACF-F9D6-4D96-BD8D-90EC3637CC3F}" dt="2024-10-28T20:01:44.159" v="2608" actId="1037"/>
          <ac:cxnSpMkLst>
            <pc:docMk/>
            <pc:sldMk cId="447260335" sldId="259"/>
            <ac:cxnSpMk id="80" creationId="{6BC83BAF-BAEF-7AEB-15A6-CA41F55FCD32}"/>
          </ac:cxnSpMkLst>
        </pc:cxnChg>
        <pc:cxnChg chg="add del mod">
          <ac:chgData name="Brandt Redd" userId="be8ed540b98adac0" providerId="LiveId" clId="{2EEE9ACF-F9D6-4D96-BD8D-90EC3637CC3F}" dt="2024-10-28T20:02:35.066" v="2612" actId="478"/>
          <ac:cxnSpMkLst>
            <pc:docMk/>
            <pc:sldMk cId="447260335" sldId="259"/>
            <ac:cxnSpMk id="81" creationId="{73553D53-C38E-7AFF-E1FB-1901DA2D6CB5}"/>
          </ac:cxnSpMkLst>
        </pc:cxnChg>
        <pc:cxnChg chg="add mod">
          <ac:chgData name="Brandt Redd" userId="be8ed540b98adac0" providerId="LiveId" clId="{2EEE9ACF-F9D6-4D96-BD8D-90EC3637CC3F}" dt="2024-10-28T20:01:44.159" v="2608" actId="1037"/>
          <ac:cxnSpMkLst>
            <pc:docMk/>
            <pc:sldMk cId="447260335" sldId="259"/>
            <ac:cxnSpMk id="82" creationId="{7DCA002F-BC44-BE58-F429-8AF17D03BEE4}"/>
          </ac:cxnSpMkLst>
        </pc:cxnChg>
        <pc:cxnChg chg="add del mod">
          <ac:chgData name="Brandt Redd" userId="be8ed540b98adac0" providerId="LiveId" clId="{2EEE9ACF-F9D6-4D96-BD8D-90EC3637CC3F}" dt="2024-10-28T20:02:35.066" v="2612" actId="478"/>
          <ac:cxnSpMkLst>
            <pc:docMk/>
            <pc:sldMk cId="447260335" sldId="259"/>
            <ac:cxnSpMk id="83" creationId="{518DDC6E-5CCE-36CF-B3F6-39A9E57FB591}"/>
          </ac:cxnSpMkLst>
        </pc:cxnChg>
        <pc:cxnChg chg="add del mod">
          <ac:chgData name="Brandt Redd" userId="be8ed540b98adac0" providerId="LiveId" clId="{2EEE9ACF-F9D6-4D96-BD8D-90EC3637CC3F}" dt="2024-10-28T20:02:35.066" v="2612" actId="478"/>
          <ac:cxnSpMkLst>
            <pc:docMk/>
            <pc:sldMk cId="447260335" sldId="259"/>
            <ac:cxnSpMk id="84" creationId="{B9ABE3FF-4B74-693F-D0C1-8B437143F15E}"/>
          </ac:cxnSpMkLst>
        </pc:cxnChg>
        <pc:cxnChg chg="add del mod">
          <ac:chgData name="Brandt Redd" userId="be8ed540b98adac0" providerId="LiveId" clId="{2EEE9ACF-F9D6-4D96-BD8D-90EC3637CC3F}" dt="2024-10-28T20:02:35.066" v="2612" actId="478"/>
          <ac:cxnSpMkLst>
            <pc:docMk/>
            <pc:sldMk cId="447260335" sldId="259"/>
            <ac:cxnSpMk id="85" creationId="{29565141-4119-5A8D-73BB-B11F00571201}"/>
          </ac:cxnSpMkLst>
        </pc:cxnChg>
        <pc:cxnChg chg="add del mod">
          <ac:chgData name="Brandt Redd" userId="be8ed540b98adac0" providerId="LiveId" clId="{2EEE9ACF-F9D6-4D96-BD8D-90EC3637CC3F}" dt="2024-10-28T20:02:35.066" v="2612" actId="478"/>
          <ac:cxnSpMkLst>
            <pc:docMk/>
            <pc:sldMk cId="447260335" sldId="259"/>
            <ac:cxnSpMk id="86" creationId="{B2FC934B-E27E-8C08-DF75-46690F00DBFD}"/>
          </ac:cxnSpMkLst>
        </pc:cxnChg>
        <pc:cxnChg chg="add del mod">
          <ac:chgData name="Brandt Redd" userId="be8ed540b98adac0" providerId="LiveId" clId="{2EEE9ACF-F9D6-4D96-BD8D-90EC3637CC3F}" dt="2024-10-28T20:02:35.066" v="2612" actId="478"/>
          <ac:cxnSpMkLst>
            <pc:docMk/>
            <pc:sldMk cId="447260335" sldId="259"/>
            <ac:cxnSpMk id="87" creationId="{93D5657B-A29E-1959-1A3E-53F5317C9802}"/>
          </ac:cxnSpMkLst>
        </pc:cxnChg>
        <pc:cxnChg chg="add del mod">
          <ac:chgData name="Brandt Redd" userId="be8ed540b98adac0" providerId="LiveId" clId="{2EEE9ACF-F9D6-4D96-BD8D-90EC3637CC3F}" dt="2024-10-28T20:02:35.066" v="2612" actId="478"/>
          <ac:cxnSpMkLst>
            <pc:docMk/>
            <pc:sldMk cId="447260335" sldId="259"/>
            <ac:cxnSpMk id="88" creationId="{3E81F166-F341-039D-ABD0-4EAC20D2E555}"/>
          </ac:cxnSpMkLst>
        </pc:cxnChg>
        <pc:cxnChg chg="add del mod">
          <ac:chgData name="Brandt Redd" userId="be8ed540b98adac0" providerId="LiveId" clId="{2EEE9ACF-F9D6-4D96-BD8D-90EC3637CC3F}" dt="2024-10-28T20:02:35.066" v="2612" actId="478"/>
          <ac:cxnSpMkLst>
            <pc:docMk/>
            <pc:sldMk cId="447260335" sldId="259"/>
            <ac:cxnSpMk id="89" creationId="{2FFA5BCD-718A-3D3C-386B-C52D93A0CAE7}"/>
          </ac:cxnSpMkLst>
        </pc:cxnChg>
        <pc:cxnChg chg="add del mod">
          <ac:chgData name="Brandt Redd" userId="be8ed540b98adac0" providerId="LiveId" clId="{2EEE9ACF-F9D6-4D96-BD8D-90EC3637CC3F}" dt="2024-10-28T20:02:35.066" v="2612" actId="478"/>
          <ac:cxnSpMkLst>
            <pc:docMk/>
            <pc:sldMk cId="447260335" sldId="259"/>
            <ac:cxnSpMk id="90" creationId="{671D4A26-14F8-C9DF-C4F0-A0DD479F6291}"/>
          </ac:cxnSpMkLst>
        </pc:cxnChg>
        <pc:cxnChg chg="add del mod">
          <ac:chgData name="Brandt Redd" userId="be8ed540b98adac0" providerId="LiveId" clId="{2EEE9ACF-F9D6-4D96-BD8D-90EC3637CC3F}" dt="2024-10-28T20:02:35.066" v="2612" actId="478"/>
          <ac:cxnSpMkLst>
            <pc:docMk/>
            <pc:sldMk cId="447260335" sldId="259"/>
            <ac:cxnSpMk id="91" creationId="{339FABC2-A165-1E25-DC9B-1839FA471380}"/>
          </ac:cxnSpMkLst>
        </pc:cxnChg>
        <pc:cxnChg chg="add del mod">
          <ac:chgData name="Brandt Redd" userId="be8ed540b98adac0" providerId="LiveId" clId="{2EEE9ACF-F9D6-4D96-BD8D-90EC3637CC3F}" dt="2024-10-28T20:02:35.066" v="2612" actId="478"/>
          <ac:cxnSpMkLst>
            <pc:docMk/>
            <pc:sldMk cId="447260335" sldId="259"/>
            <ac:cxnSpMk id="92" creationId="{52104229-B2D0-A193-FE3A-1D3BF045230A}"/>
          </ac:cxnSpMkLst>
        </pc:cxnChg>
        <pc:cxnChg chg="add del mod">
          <ac:chgData name="Brandt Redd" userId="be8ed540b98adac0" providerId="LiveId" clId="{2EEE9ACF-F9D6-4D96-BD8D-90EC3637CC3F}" dt="2024-10-28T20:02:35.066" v="2612" actId="478"/>
          <ac:cxnSpMkLst>
            <pc:docMk/>
            <pc:sldMk cId="447260335" sldId="259"/>
            <ac:cxnSpMk id="93" creationId="{B97093B4-CD3F-152F-AE19-7AEBEC4CFFE8}"/>
          </ac:cxnSpMkLst>
        </pc:cxnChg>
        <pc:cxnChg chg="add del mod">
          <ac:chgData name="Brandt Redd" userId="be8ed540b98adac0" providerId="LiveId" clId="{2EEE9ACF-F9D6-4D96-BD8D-90EC3637CC3F}" dt="2024-10-28T20:02:35.066" v="2612" actId="478"/>
          <ac:cxnSpMkLst>
            <pc:docMk/>
            <pc:sldMk cId="447260335" sldId="259"/>
            <ac:cxnSpMk id="94" creationId="{56FC04C6-FE3C-1CBE-7619-8A9F70637467}"/>
          </ac:cxnSpMkLst>
        </pc:cxnChg>
        <pc:cxnChg chg="add">
          <ac:chgData name="Brandt Redd" userId="be8ed540b98adac0" providerId="LiveId" clId="{2EEE9ACF-F9D6-4D96-BD8D-90EC3637CC3F}" dt="2024-10-28T20:03:07.054" v="2613" actId="11529"/>
          <ac:cxnSpMkLst>
            <pc:docMk/>
            <pc:sldMk cId="447260335" sldId="259"/>
            <ac:cxnSpMk id="97" creationId="{1D8F40D7-26C6-3CD7-774C-0AF638CD5DF1}"/>
          </ac:cxnSpMkLst>
        </pc:cxnChg>
        <pc:cxnChg chg="add">
          <ac:chgData name="Brandt Redd" userId="be8ed540b98adac0" providerId="LiveId" clId="{2EEE9ACF-F9D6-4D96-BD8D-90EC3637CC3F}" dt="2024-10-28T20:03:23.510" v="2614" actId="11529"/>
          <ac:cxnSpMkLst>
            <pc:docMk/>
            <pc:sldMk cId="447260335" sldId="259"/>
            <ac:cxnSpMk id="99" creationId="{D0893E4B-D69D-586E-4BEE-15BC72690C2D}"/>
          </ac:cxnSpMkLst>
        </pc:cxnChg>
        <pc:cxnChg chg="add">
          <ac:chgData name="Brandt Redd" userId="be8ed540b98adac0" providerId="LiveId" clId="{2EEE9ACF-F9D6-4D96-BD8D-90EC3637CC3F}" dt="2024-10-28T20:03:54.313" v="2615" actId="11529"/>
          <ac:cxnSpMkLst>
            <pc:docMk/>
            <pc:sldMk cId="447260335" sldId="259"/>
            <ac:cxnSpMk id="101" creationId="{9A09AE0D-200F-FCE8-2824-12D0BBBBB879}"/>
          </ac:cxnSpMkLst>
        </pc:cxnChg>
        <pc:cxnChg chg="add">
          <ac:chgData name="Brandt Redd" userId="be8ed540b98adac0" providerId="LiveId" clId="{2EEE9ACF-F9D6-4D96-BD8D-90EC3637CC3F}" dt="2024-10-28T20:04:07.102" v="2618" actId="11529"/>
          <ac:cxnSpMkLst>
            <pc:docMk/>
            <pc:sldMk cId="447260335" sldId="259"/>
            <ac:cxnSpMk id="103" creationId="{D774EA06-B0B3-6DE5-BB7A-F9B55C06AA13}"/>
          </ac:cxnSpMkLst>
        </pc:cxnChg>
        <pc:cxnChg chg="add mod">
          <ac:chgData name="Brandt Redd" userId="be8ed540b98adac0" providerId="LiveId" clId="{2EEE9ACF-F9D6-4D96-BD8D-90EC3637CC3F}" dt="2024-10-28T20:04:54.024" v="2624" actId="14100"/>
          <ac:cxnSpMkLst>
            <pc:docMk/>
            <pc:sldMk cId="447260335" sldId="259"/>
            <ac:cxnSpMk id="105" creationId="{553705F2-2F97-8D19-4D86-901074E36EF4}"/>
          </ac:cxnSpMkLst>
        </pc:cxnChg>
        <pc:cxnChg chg="add mod">
          <ac:chgData name="Brandt Redd" userId="be8ed540b98adac0" providerId="LiveId" clId="{2EEE9ACF-F9D6-4D96-BD8D-90EC3637CC3F}" dt="2024-10-28T20:04:49.465" v="2623" actId="14100"/>
          <ac:cxnSpMkLst>
            <pc:docMk/>
            <pc:sldMk cId="447260335" sldId="259"/>
            <ac:cxnSpMk id="107" creationId="{D2F67F46-D0C1-403C-C29A-2BFA2D84AAD7}"/>
          </ac:cxnSpMkLst>
        </pc:cxnChg>
        <pc:cxnChg chg="add">
          <ac:chgData name="Brandt Redd" userId="be8ed540b98adac0" providerId="LiveId" clId="{2EEE9ACF-F9D6-4D96-BD8D-90EC3637CC3F}" dt="2024-10-28T20:05:20.252" v="2625" actId="11529"/>
          <ac:cxnSpMkLst>
            <pc:docMk/>
            <pc:sldMk cId="447260335" sldId="259"/>
            <ac:cxnSpMk id="113" creationId="{9C71FCE4-1F36-532C-097B-9D78CEF2D511}"/>
          </ac:cxnSpMkLst>
        </pc:cxnChg>
        <pc:cxnChg chg="add">
          <ac:chgData name="Brandt Redd" userId="be8ed540b98adac0" providerId="LiveId" clId="{2EEE9ACF-F9D6-4D96-BD8D-90EC3637CC3F}" dt="2024-10-28T20:05:37.442" v="2626" actId="11529"/>
          <ac:cxnSpMkLst>
            <pc:docMk/>
            <pc:sldMk cId="447260335" sldId="259"/>
            <ac:cxnSpMk id="115" creationId="{923617F5-B4C8-1E0A-C1B7-9F7A4A572A15}"/>
          </ac:cxnSpMkLst>
        </pc:cxnChg>
        <pc:cxnChg chg="add">
          <ac:chgData name="Brandt Redd" userId="be8ed540b98adac0" providerId="LiveId" clId="{2EEE9ACF-F9D6-4D96-BD8D-90EC3637CC3F}" dt="2024-10-28T20:05:57.177" v="2627" actId="11529"/>
          <ac:cxnSpMkLst>
            <pc:docMk/>
            <pc:sldMk cId="447260335" sldId="259"/>
            <ac:cxnSpMk id="117" creationId="{202C21F9-F766-1DC0-7097-34F8D30C0278}"/>
          </ac:cxnSpMkLst>
        </pc:cxnChg>
        <pc:cxnChg chg="add">
          <ac:chgData name="Brandt Redd" userId="be8ed540b98adac0" providerId="LiveId" clId="{2EEE9ACF-F9D6-4D96-BD8D-90EC3637CC3F}" dt="2024-10-28T20:06:33.559" v="2628" actId="11529"/>
          <ac:cxnSpMkLst>
            <pc:docMk/>
            <pc:sldMk cId="447260335" sldId="259"/>
            <ac:cxnSpMk id="119" creationId="{01E8FF4B-4C85-D175-06EE-2D9035588A65}"/>
          </ac:cxnSpMkLst>
        </pc:cxnChg>
        <pc:cxnChg chg="add mod">
          <ac:chgData name="Brandt Redd" userId="be8ed540b98adac0" providerId="LiveId" clId="{2EEE9ACF-F9D6-4D96-BD8D-90EC3637CC3F}" dt="2024-10-28T20:07:50.312" v="2635" actId="14100"/>
          <ac:cxnSpMkLst>
            <pc:docMk/>
            <pc:sldMk cId="447260335" sldId="259"/>
            <ac:cxnSpMk id="121" creationId="{4F920DCF-C6DD-B010-D4B8-03151B9EC670}"/>
          </ac:cxnSpMkLst>
        </pc:cxnChg>
        <pc:cxnChg chg="add mod">
          <ac:chgData name="Brandt Redd" userId="be8ed540b98adac0" providerId="LiveId" clId="{2EEE9ACF-F9D6-4D96-BD8D-90EC3637CC3F}" dt="2024-10-28T20:06:56.933" v="2631" actId="14100"/>
          <ac:cxnSpMkLst>
            <pc:docMk/>
            <pc:sldMk cId="447260335" sldId="259"/>
            <ac:cxnSpMk id="123" creationId="{B501FA9F-7DDA-0894-B0F9-F43D57404E96}"/>
          </ac:cxnSpMkLst>
        </pc:cxnChg>
        <pc:cxnChg chg="add mod">
          <ac:chgData name="Brandt Redd" userId="be8ed540b98adac0" providerId="LiveId" clId="{2EEE9ACF-F9D6-4D96-BD8D-90EC3637CC3F}" dt="2024-10-28T20:07:25.434" v="2634" actId="14100"/>
          <ac:cxnSpMkLst>
            <pc:docMk/>
            <pc:sldMk cId="447260335" sldId="259"/>
            <ac:cxnSpMk id="126" creationId="{4C82D580-573B-C57C-7F11-7B7CFC90EBF8}"/>
          </ac:cxnSpMkLst>
        </pc:cxnChg>
        <pc:cxnChg chg="add">
          <ac:chgData name="Brandt Redd" userId="be8ed540b98adac0" providerId="LiveId" clId="{2EEE9ACF-F9D6-4D96-BD8D-90EC3637CC3F}" dt="2024-10-28T20:08:39.250" v="2636" actId="11529"/>
          <ac:cxnSpMkLst>
            <pc:docMk/>
            <pc:sldMk cId="447260335" sldId="259"/>
            <ac:cxnSpMk id="131" creationId="{27040D40-C802-6236-6D8C-A9718662F8F2}"/>
          </ac:cxnSpMkLst>
        </pc:cxnChg>
        <pc:cxnChg chg="add mod">
          <ac:chgData name="Brandt Redd" userId="be8ed540b98adac0" providerId="LiveId" clId="{2EEE9ACF-F9D6-4D96-BD8D-90EC3637CC3F}" dt="2024-10-28T20:09:33.159" v="2639" actId="14100"/>
          <ac:cxnSpMkLst>
            <pc:docMk/>
            <pc:sldMk cId="447260335" sldId="259"/>
            <ac:cxnSpMk id="133" creationId="{69062E6A-EF1B-CE78-B6E7-5CE91A930C31}"/>
          </ac:cxnSpMkLst>
        </pc:cxnChg>
        <pc:cxnChg chg="add">
          <ac:chgData name="Brandt Redd" userId="be8ed540b98adac0" providerId="LiveId" clId="{2EEE9ACF-F9D6-4D96-BD8D-90EC3637CC3F}" dt="2024-10-28T20:09:50.881" v="2640" actId="11529"/>
          <ac:cxnSpMkLst>
            <pc:docMk/>
            <pc:sldMk cId="447260335" sldId="259"/>
            <ac:cxnSpMk id="137" creationId="{2D27A205-51C3-580E-DDB1-DBE0A3FD5701}"/>
          </ac:cxnSpMkLst>
        </pc:cxnChg>
        <pc:cxnChg chg="add mod">
          <ac:chgData name="Brandt Redd" userId="be8ed540b98adac0" providerId="LiveId" clId="{2EEE9ACF-F9D6-4D96-BD8D-90EC3637CC3F}" dt="2024-10-28T20:10:47.752" v="2644" actId="14100"/>
          <ac:cxnSpMkLst>
            <pc:docMk/>
            <pc:sldMk cId="447260335" sldId="259"/>
            <ac:cxnSpMk id="139" creationId="{73CB1B64-8E4B-F31F-EE39-F14D1B42682E}"/>
          </ac:cxnSpMkLst>
        </pc:cxnChg>
        <pc:cxnChg chg="add mod">
          <ac:chgData name="Brandt Redd" userId="be8ed540b98adac0" providerId="LiveId" clId="{2EEE9ACF-F9D6-4D96-BD8D-90EC3637CC3F}" dt="2024-10-28T20:10:40.280" v="2643" actId="14100"/>
          <ac:cxnSpMkLst>
            <pc:docMk/>
            <pc:sldMk cId="447260335" sldId="259"/>
            <ac:cxnSpMk id="141" creationId="{22F9822F-5B8F-8A50-1153-D2B9FBE9BFFF}"/>
          </ac:cxnSpMkLst>
        </pc:cxnChg>
        <pc:cxnChg chg="add">
          <ac:chgData name="Brandt Redd" userId="be8ed540b98adac0" providerId="LiveId" clId="{2EEE9ACF-F9D6-4D96-BD8D-90EC3637CC3F}" dt="2024-10-28T20:13:14.032" v="2776" actId="11529"/>
          <ac:cxnSpMkLst>
            <pc:docMk/>
            <pc:sldMk cId="447260335" sldId="259"/>
            <ac:cxnSpMk id="147" creationId="{79571E49-5192-F904-B144-141A1AAA70B2}"/>
          </ac:cxnSpMkLst>
        </pc:cxnChg>
        <pc:cxnChg chg="add mod">
          <ac:chgData name="Brandt Redd" userId="be8ed540b98adac0" providerId="LiveId" clId="{2EEE9ACF-F9D6-4D96-BD8D-90EC3637CC3F}" dt="2024-10-28T20:13:31.188" v="2778" actId="14100"/>
          <ac:cxnSpMkLst>
            <pc:docMk/>
            <pc:sldMk cId="447260335" sldId="259"/>
            <ac:cxnSpMk id="149" creationId="{7D435DD8-149F-FE47-6F91-65152B5965BB}"/>
          </ac:cxnSpMkLst>
        </pc:cxnChg>
      </pc:sldChg>
      <pc:sldChg chg="modSp del mod">
        <pc:chgData name="Brandt Redd" userId="be8ed540b98adac0" providerId="LiveId" clId="{2EEE9ACF-F9D6-4D96-BD8D-90EC3637CC3F}" dt="2024-11-13T20:47:40.138" v="3975" actId="47"/>
        <pc:sldMkLst>
          <pc:docMk/>
          <pc:sldMk cId="3597765482" sldId="260"/>
        </pc:sldMkLst>
        <pc:spChg chg="mod">
          <ac:chgData name="Brandt Redd" userId="be8ed540b98adac0" providerId="LiveId" clId="{2EEE9ACF-F9D6-4D96-BD8D-90EC3637CC3F}" dt="2024-10-28T20:15:19.573" v="2994" actId="27636"/>
          <ac:spMkLst>
            <pc:docMk/>
            <pc:sldMk cId="3597765482" sldId="260"/>
            <ac:spMk id="2" creationId="{7B47DE76-C8DA-25A0-8F8B-4DB07F6A88A1}"/>
          </ac:spMkLst>
        </pc:spChg>
        <pc:spChg chg="mod">
          <ac:chgData name="Brandt Redd" userId="be8ed540b98adac0" providerId="LiveId" clId="{2EEE9ACF-F9D6-4D96-BD8D-90EC3637CC3F}" dt="2024-10-28T20:16:59.447" v="3159" actId="1076"/>
          <ac:spMkLst>
            <pc:docMk/>
            <pc:sldMk cId="3597765482" sldId="260"/>
            <ac:spMk id="3" creationId="{D4A38A72-B445-013B-4C40-AD751093DBA3}"/>
          </ac:spMkLst>
        </pc:spChg>
      </pc:sldChg>
      <pc:sldChg chg="modSp mod">
        <pc:chgData name="Brandt Redd" userId="be8ed540b98adac0" providerId="LiveId" clId="{2EEE9ACF-F9D6-4D96-BD8D-90EC3637CC3F}" dt="2024-10-28T19:29:10.606" v="1913" actId="14100"/>
        <pc:sldMkLst>
          <pc:docMk/>
          <pc:sldMk cId="414736527" sldId="261"/>
        </pc:sldMkLst>
        <pc:spChg chg="mod">
          <ac:chgData name="Brandt Redd" userId="be8ed540b98adac0" providerId="LiveId" clId="{2EEE9ACF-F9D6-4D96-BD8D-90EC3637CC3F}" dt="2024-10-28T16:55:26.691" v="951"/>
          <ac:spMkLst>
            <pc:docMk/>
            <pc:sldMk cId="414736527" sldId="261"/>
            <ac:spMk id="2" creationId="{EC1D0A36-6C69-C64C-C62C-DA52EF887FE4}"/>
          </ac:spMkLst>
        </pc:spChg>
        <pc:spChg chg="mod">
          <ac:chgData name="Brandt Redd" userId="be8ed540b98adac0" providerId="LiveId" clId="{2EEE9ACF-F9D6-4D96-BD8D-90EC3637CC3F}" dt="2024-10-28T19:29:10.606" v="1913" actId="14100"/>
          <ac:spMkLst>
            <pc:docMk/>
            <pc:sldMk cId="414736527" sldId="261"/>
            <ac:spMk id="3" creationId="{02D63639-57CF-407D-048C-8FB66B82EF2F}"/>
          </ac:spMkLst>
        </pc:spChg>
      </pc:sldChg>
      <pc:sldChg chg="addSp delSp modSp mod modClrScheme chgLayout">
        <pc:chgData name="Brandt Redd" userId="be8ed540b98adac0" providerId="LiveId" clId="{2EEE9ACF-F9D6-4D96-BD8D-90EC3637CC3F}" dt="2024-10-28T19:39:26.688" v="2099" actId="1076"/>
        <pc:sldMkLst>
          <pc:docMk/>
          <pc:sldMk cId="2139695366" sldId="262"/>
        </pc:sldMkLst>
        <pc:spChg chg="mod ord">
          <ac:chgData name="Brandt Redd" userId="be8ed540b98adac0" providerId="LiveId" clId="{2EEE9ACF-F9D6-4D96-BD8D-90EC3637CC3F}" dt="2024-10-28T19:36:34.768" v="2030" actId="122"/>
          <ac:spMkLst>
            <pc:docMk/>
            <pc:sldMk cId="2139695366" sldId="262"/>
            <ac:spMk id="2" creationId="{9D742A01-CCB6-28F9-3774-18E2908651F3}"/>
          </ac:spMkLst>
        </pc:spChg>
        <pc:spChg chg="del mod">
          <ac:chgData name="Brandt Redd" userId="be8ed540b98adac0" providerId="LiveId" clId="{2EEE9ACF-F9D6-4D96-BD8D-90EC3637CC3F}" dt="2024-10-28T19:30:54.089" v="1915" actId="700"/>
          <ac:spMkLst>
            <pc:docMk/>
            <pc:sldMk cId="2139695366" sldId="262"/>
            <ac:spMk id="3" creationId="{AE12675E-BEB6-F501-948A-74B301918C04}"/>
          </ac:spMkLst>
        </pc:spChg>
        <pc:spChg chg="add mod">
          <ac:chgData name="Brandt Redd" userId="be8ed540b98adac0" providerId="LiveId" clId="{2EEE9ACF-F9D6-4D96-BD8D-90EC3637CC3F}" dt="2024-10-28T19:36:44.061" v="2031" actId="1076"/>
          <ac:spMkLst>
            <pc:docMk/>
            <pc:sldMk cId="2139695366" sldId="262"/>
            <ac:spMk id="4" creationId="{ACFB2772-79F3-D5B5-0EEE-CBA4F56D3782}"/>
          </ac:spMkLst>
        </pc:spChg>
        <pc:spChg chg="add mod">
          <ac:chgData name="Brandt Redd" userId="be8ed540b98adac0" providerId="LiveId" clId="{2EEE9ACF-F9D6-4D96-BD8D-90EC3637CC3F}" dt="2024-10-28T19:36:44.061" v="2031" actId="1076"/>
          <ac:spMkLst>
            <pc:docMk/>
            <pc:sldMk cId="2139695366" sldId="262"/>
            <ac:spMk id="5" creationId="{A5081C49-A097-F3E1-D11B-222898F79BB9}"/>
          </ac:spMkLst>
        </pc:spChg>
        <pc:spChg chg="add mod">
          <ac:chgData name="Brandt Redd" userId="be8ed540b98adac0" providerId="LiveId" clId="{2EEE9ACF-F9D6-4D96-BD8D-90EC3637CC3F}" dt="2024-10-28T19:36:44.061" v="2031" actId="1076"/>
          <ac:spMkLst>
            <pc:docMk/>
            <pc:sldMk cId="2139695366" sldId="262"/>
            <ac:spMk id="6" creationId="{13B52DB9-517D-38C1-BFD3-F3FFCD6CFB6C}"/>
          </ac:spMkLst>
        </pc:spChg>
        <pc:spChg chg="add mod">
          <ac:chgData name="Brandt Redd" userId="be8ed540b98adac0" providerId="LiveId" clId="{2EEE9ACF-F9D6-4D96-BD8D-90EC3637CC3F}" dt="2024-10-28T19:36:44.061" v="2031" actId="1076"/>
          <ac:spMkLst>
            <pc:docMk/>
            <pc:sldMk cId="2139695366" sldId="262"/>
            <ac:spMk id="7" creationId="{D15B5768-E1F7-08A5-3276-01CE1379037A}"/>
          </ac:spMkLst>
        </pc:spChg>
        <pc:spChg chg="add mod">
          <ac:chgData name="Brandt Redd" userId="be8ed540b98adac0" providerId="LiveId" clId="{2EEE9ACF-F9D6-4D96-BD8D-90EC3637CC3F}" dt="2024-10-28T19:37:12.265" v="2035"/>
          <ac:spMkLst>
            <pc:docMk/>
            <pc:sldMk cId="2139695366" sldId="262"/>
            <ac:spMk id="14" creationId="{ABC5E0CB-F169-EC28-9EC0-640953BDB40A}"/>
          </ac:spMkLst>
        </pc:spChg>
        <pc:spChg chg="add mod">
          <ac:chgData name="Brandt Redd" userId="be8ed540b98adac0" providerId="LiveId" clId="{2EEE9ACF-F9D6-4D96-BD8D-90EC3637CC3F}" dt="2024-10-28T19:37:08.823" v="2034" actId="1076"/>
          <ac:spMkLst>
            <pc:docMk/>
            <pc:sldMk cId="2139695366" sldId="262"/>
            <ac:spMk id="15" creationId="{9681398A-D7D1-EF65-2BE3-5D486D329BFA}"/>
          </ac:spMkLst>
        </pc:spChg>
        <pc:spChg chg="add mod">
          <ac:chgData name="Brandt Redd" userId="be8ed540b98adac0" providerId="LiveId" clId="{2EEE9ACF-F9D6-4D96-BD8D-90EC3637CC3F}" dt="2024-10-28T19:37:02.244" v="2032"/>
          <ac:spMkLst>
            <pc:docMk/>
            <pc:sldMk cId="2139695366" sldId="262"/>
            <ac:spMk id="16" creationId="{A51B06FA-A01A-3A55-AEAB-A9116C3FFE40}"/>
          </ac:spMkLst>
        </pc:spChg>
        <pc:spChg chg="add mod">
          <ac:chgData name="Brandt Redd" userId="be8ed540b98adac0" providerId="LiveId" clId="{2EEE9ACF-F9D6-4D96-BD8D-90EC3637CC3F}" dt="2024-10-28T19:37:02.244" v="2032"/>
          <ac:spMkLst>
            <pc:docMk/>
            <pc:sldMk cId="2139695366" sldId="262"/>
            <ac:spMk id="17" creationId="{54A5AFF4-1BCF-6756-3985-CF32D7263CE9}"/>
          </ac:spMkLst>
        </pc:spChg>
        <pc:spChg chg="add mod">
          <ac:chgData name="Brandt Redd" userId="be8ed540b98adac0" providerId="LiveId" clId="{2EEE9ACF-F9D6-4D96-BD8D-90EC3637CC3F}" dt="2024-10-28T19:37:02.244" v="2032"/>
          <ac:spMkLst>
            <pc:docMk/>
            <pc:sldMk cId="2139695366" sldId="262"/>
            <ac:spMk id="18" creationId="{BD627DCA-BCF7-22FC-579E-D93F4AB3C4D4}"/>
          </ac:spMkLst>
        </pc:spChg>
        <pc:spChg chg="add mod">
          <ac:chgData name="Brandt Redd" userId="be8ed540b98adac0" providerId="LiveId" clId="{2EEE9ACF-F9D6-4D96-BD8D-90EC3637CC3F}" dt="2024-10-28T19:37:29.539" v="2044" actId="20577"/>
          <ac:spMkLst>
            <pc:docMk/>
            <pc:sldMk cId="2139695366" sldId="262"/>
            <ac:spMk id="23" creationId="{E92CA54D-35B3-550C-379F-42F53657DC83}"/>
          </ac:spMkLst>
        </pc:spChg>
        <pc:spChg chg="add mod">
          <ac:chgData name="Brandt Redd" userId="be8ed540b98adac0" providerId="LiveId" clId="{2EEE9ACF-F9D6-4D96-BD8D-90EC3637CC3F}" dt="2024-10-28T19:38:46.023" v="2094" actId="1035"/>
          <ac:spMkLst>
            <pc:docMk/>
            <pc:sldMk cId="2139695366" sldId="262"/>
            <ac:spMk id="24" creationId="{704F498C-B1B2-B7FE-7020-16CB12D97FDC}"/>
          </ac:spMkLst>
        </pc:spChg>
        <pc:spChg chg="add mod">
          <ac:chgData name="Brandt Redd" userId="be8ed540b98adac0" providerId="LiveId" clId="{2EEE9ACF-F9D6-4D96-BD8D-90EC3637CC3F}" dt="2024-10-28T19:38:46.023" v="2094" actId="1035"/>
          <ac:spMkLst>
            <pc:docMk/>
            <pc:sldMk cId="2139695366" sldId="262"/>
            <ac:spMk id="25" creationId="{92ED20DD-4966-27E9-4632-92C83D3740D1}"/>
          </ac:spMkLst>
        </pc:spChg>
        <pc:spChg chg="add mod">
          <ac:chgData name="Brandt Redd" userId="be8ed540b98adac0" providerId="LiveId" clId="{2EEE9ACF-F9D6-4D96-BD8D-90EC3637CC3F}" dt="2024-10-28T19:38:46.023" v="2094" actId="1035"/>
          <ac:spMkLst>
            <pc:docMk/>
            <pc:sldMk cId="2139695366" sldId="262"/>
            <ac:spMk id="26" creationId="{EE1E5991-575F-C536-C394-1B32ACEAB698}"/>
          </ac:spMkLst>
        </pc:spChg>
        <pc:spChg chg="add mod">
          <ac:chgData name="Brandt Redd" userId="be8ed540b98adac0" providerId="LiveId" clId="{2EEE9ACF-F9D6-4D96-BD8D-90EC3637CC3F}" dt="2024-10-28T19:38:46.023" v="2094" actId="1035"/>
          <ac:spMkLst>
            <pc:docMk/>
            <pc:sldMk cId="2139695366" sldId="262"/>
            <ac:spMk id="27" creationId="{E6FAB156-84C8-2EAD-D8B9-0C1C4D07C834}"/>
          </ac:spMkLst>
        </pc:spChg>
        <pc:spChg chg="add mod">
          <ac:chgData name="Brandt Redd" userId="be8ed540b98adac0" providerId="LiveId" clId="{2EEE9ACF-F9D6-4D96-BD8D-90EC3637CC3F}" dt="2024-10-28T19:39:26.688" v="2099" actId="1076"/>
          <ac:spMkLst>
            <pc:docMk/>
            <pc:sldMk cId="2139695366" sldId="262"/>
            <ac:spMk id="33" creationId="{A8AE6608-EEFB-3B0F-0C61-A84071DEA0A0}"/>
          </ac:spMkLst>
        </pc:spChg>
        <pc:cxnChg chg="add mod">
          <ac:chgData name="Brandt Redd" userId="be8ed540b98adac0" providerId="LiveId" clId="{2EEE9ACF-F9D6-4D96-BD8D-90EC3637CC3F}" dt="2024-10-28T19:36:44.061" v="2031" actId="1076"/>
          <ac:cxnSpMkLst>
            <pc:docMk/>
            <pc:sldMk cId="2139695366" sldId="262"/>
            <ac:cxnSpMk id="9" creationId="{EDCCD2E2-85C9-B4F7-EA43-0AE1BB50DDBB}"/>
          </ac:cxnSpMkLst>
        </pc:cxnChg>
        <pc:cxnChg chg="add mod">
          <ac:chgData name="Brandt Redd" userId="be8ed540b98adac0" providerId="LiveId" clId="{2EEE9ACF-F9D6-4D96-BD8D-90EC3637CC3F}" dt="2024-10-28T19:36:44.061" v="2031" actId="1076"/>
          <ac:cxnSpMkLst>
            <pc:docMk/>
            <pc:sldMk cId="2139695366" sldId="262"/>
            <ac:cxnSpMk id="11" creationId="{F7C4565E-995E-9B6C-2269-571B2AEABEDE}"/>
          </ac:cxnSpMkLst>
        </pc:cxnChg>
        <pc:cxnChg chg="add mod">
          <ac:chgData name="Brandt Redd" userId="be8ed540b98adac0" providerId="LiveId" clId="{2EEE9ACF-F9D6-4D96-BD8D-90EC3637CC3F}" dt="2024-10-28T19:36:44.061" v="2031" actId="1076"/>
          <ac:cxnSpMkLst>
            <pc:docMk/>
            <pc:sldMk cId="2139695366" sldId="262"/>
            <ac:cxnSpMk id="13" creationId="{6E1488E5-82CE-5B76-75C1-18439E4838D8}"/>
          </ac:cxnSpMkLst>
        </pc:cxnChg>
        <pc:cxnChg chg="add mod">
          <ac:chgData name="Brandt Redd" userId="be8ed540b98adac0" providerId="LiveId" clId="{2EEE9ACF-F9D6-4D96-BD8D-90EC3637CC3F}" dt="2024-10-28T19:37:08.823" v="2034" actId="1076"/>
          <ac:cxnSpMkLst>
            <pc:docMk/>
            <pc:sldMk cId="2139695366" sldId="262"/>
            <ac:cxnSpMk id="19" creationId="{BAEB55EB-D056-DA86-FD89-51B971E9EC59}"/>
          </ac:cxnSpMkLst>
        </pc:cxnChg>
        <pc:cxnChg chg="add mod">
          <ac:chgData name="Brandt Redd" userId="be8ed540b98adac0" providerId="LiveId" clId="{2EEE9ACF-F9D6-4D96-BD8D-90EC3637CC3F}" dt="2024-10-28T19:37:02.244" v="2032"/>
          <ac:cxnSpMkLst>
            <pc:docMk/>
            <pc:sldMk cId="2139695366" sldId="262"/>
            <ac:cxnSpMk id="20" creationId="{C8BD74D7-493F-05F5-F885-736F236CECE9}"/>
          </ac:cxnSpMkLst>
        </pc:cxnChg>
        <pc:cxnChg chg="add mod">
          <ac:chgData name="Brandt Redd" userId="be8ed540b98adac0" providerId="LiveId" clId="{2EEE9ACF-F9D6-4D96-BD8D-90EC3637CC3F}" dt="2024-10-28T19:37:02.244" v="2032"/>
          <ac:cxnSpMkLst>
            <pc:docMk/>
            <pc:sldMk cId="2139695366" sldId="262"/>
            <ac:cxnSpMk id="21" creationId="{676C8FFE-41F4-08F2-474E-F6A6A7006F6F}"/>
          </ac:cxnSpMkLst>
        </pc:cxnChg>
        <pc:cxnChg chg="add mod">
          <ac:chgData name="Brandt Redd" userId="be8ed540b98adac0" providerId="LiveId" clId="{2EEE9ACF-F9D6-4D96-BD8D-90EC3637CC3F}" dt="2024-10-28T19:38:46.023" v="2094" actId="1035"/>
          <ac:cxnSpMkLst>
            <pc:docMk/>
            <pc:sldMk cId="2139695366" sldId="262"/>
            <ac:cxnSpMk id="28" creationId="{AE871A2E-DC2C-CA46-C4AC-F3D86B48BF5B}"/>
          </ac:cxnSpMkLst>
        </pc:cxnChg>
        <pc:cxnChg chg="add mod">
          <ac:chgData name="Brandt Redd" userId="be8ed540b98adac0" providerId="LiveId" clId="{2EEE9ACF-F9D6-4D96-BD8D-90EC3637CC3F}" dt="2024-10-28T19:38:46.023" v="2094" actId="1035"/>
          <ac:cxnSpMkLst>
            <pc:docMk/>
            <pc:sldMk cId="2139695366" sldId="262"/>
            <ac:cxnSpMk id="29" creationId="{4C1B8270-7667-6E2E-8123-FF40D52A172C}"/>
          </ac:cxnSpMkLst>
        </pc:cxnChg>
        <pc:cxnChg chg="add mod">
          <ac:chgData name="Brandt Redd" userId="be8ed540b98adac0" providerId="LiveId" clId="{2EEE9ACF-F9D6-4D96-BD8D-90EC3637CC3F}" dt="2024-10-28T19:38:46.023" v="2094" actId="1035"/>
          <ac:cxnSpMkLst>
            <pc:docMk/>
            <pc:sldMk cId="2139695366" sldId="262"/>
            <ac:cxnSpMk id="30" creationId="{F7167141-845D-C260-C59A-2EBEC84A2958}"/>
          </ac:cxnSpMkLst>
        </pc:cxnChg>
        <pc:cxnChg chg="add mod">
          <ac:chgData name="Brandt Redd" userId="be8ed540b98adac0" providerId="LiveId" clId="{2EEE9ACF-F9D6-4D96-BD8D-90EC3637CC3F}" dt="2024-10-28T19:39:26.688" v="2099" actId="1076"/>
          <ac:cxnSpMkLst>
            <pc:docMk/>
            <pc:sldMk cId="2139695366" sldId="262"/>
            <ac:cxnSpMk id="34" creationId="{C011DC45-4D2B-84AD-CA84-C41F6C56E176}"/>
          </ac:cxnSpMkLst>
        </pc:cxnChg>
      </pc:sldChg>
      <pc:sldChg chg="modSp del">
        <pc:chgData name="Brandt Redd" userId="be8ed540b98adac0" providerId="LiveId" clId="{2EEE9ACF-F9D6-4D96-BD8D-90EC3637CC3F}" dt="2024-10-28T19:39:39.425" v="2100" actId="47"/>
        <pc:sldMkLst>
          <pc:docMk/>
          <pc:sldMk cId="402910666" sldId="263"/>
        </pc:sldMkLst>
        <pc:spChg chg="mod">
          <ac:chgData name="Brandt Redd" userId="be8ed540b98adac0" providerId="LiveId" clId="{2EEE9ACF-F9D6-4D96-BD8D-90EC3637CC3F}" dt="2024-10-28T16:55:26.691" v="951"/>
          <ac:spMkLst>
            <pc:docMk/>
            <pc:sldMk cId="402910666" sldId="263"/>
            <ac:spMk id="2" creationId="{7F604A27-48D5-8225-3C2E-6080D790581D}"/>
          </ac:spMkLst>
        </pc:spChg>
        <pc:spChg chg="mod">
          <ac:chgData name="Brandt Redd" userId="be8ed540b98adac0" providerId="LiveId" clId="{2EEE9ACF-F9D6-4D96-BD8D-90EC3637CC3F}" dt="2024-10-28T16:55:26.691" v="951"/>
          <ac:spMkLst>
            <pc:docMk/>
            <pc:sldMk cId="402910666" sldId="263"/>
            <ac:spMk id="3" creationId="{9BD26210-E255-2DFB-42FA-E49557782B16}"/>
          </ac:spMkLst>
        </pc:spChg>
      </pc:sldChg>
      <pc:sldChg chg="modSp del">
        <pc:chgData name="Brandt Redd" userId="be8ed540b98adac0" providerId="LiveId" clId="{2EEE9ACF-F9D6-4D96-BD8D-90EC3637CC3F}" dt="2024-10-28T19:29:20.496" v="1914" actId="47"/>
        <pc:sldMkLst>
          <pc:docMk/>
          <pc:sldMk cId="507240844" sldId="264"/>
        </pc:sldMkLst>
        <pc:spChg chg="mod">
          <ac:chgData name="Brandt Redd" userId="be8ed540b98adac0" providerId="LiveId" clId="{2EEE9ACF-F9D6-4D96-BD8D-90EC3637CC3F}" dt="2024-10-28T16:55:26.691" v="951"/>
          <ac:spMkLst>
            <pc:docMk/>
            <pc:sldMk cId="507240844" sldId="264"/>
            <ac:spMk id="2" creationId="{674F49C9-C918-641B-2DA9-471626B19CED}"/>
          </ac:spMkLst>
        </pc:spChg>
        <pc:spChg chg="mod">
          <ac:chgData name="Brandt Redd" userId="be8ed540b98adac0" providerId="LiveId" clId="{2EEE9ACF-F9D6-4D96-BD8D-90EC3637CC3F}" dt="2024-10-28T16:55:26.691" v="951"/>
          <ac:spMkLst>
            <pc:docMk/>
            <pc:sldMk cId="507240844" sldId="264"/>
            <ac:spMk id="3" creationId="{88912F15-A286-7A57-44D0-ACBB050BF50A}"/>
          </ac:spMkLst>
        </pc:spChg>
      </pc:sldChg>
      <pc:sldChg chg="addSp delSp modSp new mod setBg delDesignElem">
        <pc:chgData name="Brandt Redd" userId="be8ed540b98adac0" providerId="LiveId" clId="{2EEE9ACF-F9D6-4D96-BD8D-90EC3637CC3F}" dt="2024-10-28T16:55:07.229" v="948"/>
        <pc:sldMkLst>
          <pc:docMk/>
          <pc:sldMk cId="2341062426" sldId="265"/>
        </pc:sldMkLst>
        <pc:spChg chg="mod">
          <ac:chgData name="Brandt Redd" userId="be8ed540b98adac0" providerId="LiveId" clId="{2EEE9ACF-F9D6-4D96-BD8D-90EC3637CC3F}" dt="2024-10-28T16:39:50.746" v="372" actId="26606"/>
          <ac:spMkLst>
            <pc:docMk/>
            <pc:sldMk cId="2341062426" sldId="265"/>
            <ac:spMk id="2" creationId="{4365B93D-F657-9B2D-C7B1-F04166FB4AFF}"/>
          </ac:spMkLst>
        </pc:spChg>
        <pc:spChg chg="mod">
          <ac:chgData name="Brandt Redd" userId="be8ed540b98adac0" providerId="LiveId" clId="{2EEE9ACF-F9D6-4D96-BD8D-90EC3637CC3F}" dt="2024-10-28T16:39:50.746" v="372" actId="26606"/>
          <ac:spMkLst>
            <pc:docMk/>
            <pc:sldMk cId="2341062426" sldId="265"/>
            <ac:spMk id="3" creationId="{6D0F42FA-BBD6-A6F8-39E9-DA6661213FF6}"/>
          </ac:spMkLst>
        </pc:spChg>
        <pc:spChg chg="add del">
          <ac:chgData name="Brandt Redd" userId="be8ed540b98adac0" providerId="LiveId" clId="{2EEE9ACF-F9D6-4D96-BD8D-90EC3637CC3F}" dt="2024-10-28T16:55:07.229" v="948"/>
          <ac:spMkLst>
            <pc:docMk/>
            <pc:sldMk cId="2341062426" sldId="265"/>
            <ac:spMk id="1031" creationId="{3C54F4CE-85F0-46ED-80DA-9518C9251AD1}"/>
          </ac:spMkLst>
        </pc:spChg>
        <pc:spChg chg="add del">
          <ac:chgData name="Brandt Redd" userId="be8ed540b98adac0" providerId="LiveId" clId="{2EEE9ACF-F9D6-4D96-BD8D-90EC3637CC3F}" dt="2024-10-28T16:55:07.229" v="948"/>
          <ac:spMkLst>
            <pc:docMk/>
            <pc:sldMk cId="2341062426" sldId="265"/>
            <ac:spMk id="1033" creationId="{DADD1FCA-8ACB-4958-81DD-4CDD6D3E1921}"/>
          </ac:spMkLst>
        </pc:spChg>
        <pc:picChg chg="add mod">
          <ac:chgData name="Brandt Redd" userId="be8ed540b98adac0" providerId="LiveId" clId="{2EEE9ACF-F9D6-4D96-BD8D-90EC3637CC3F}" dt="2024-10-28T16:40:35.251" v="375" actId="732"/>
          <ac:picMkLst>
            <pc:docMk/>
            <pc:sldMk cId="2341062426" sldId="265"/>
            <ac:picMk id="1026" creationId="{FC5D3A51-FC95-F220-F190-A1076EA673A7}"/>
          </ac:picMkLst>
        </pc:picChg>
      </pc:sldChg>
      <pc:sldChg chg="addSp modSp new del mod">
        <pc:chgData name="Brandt Redd" userId="be8ed540b98adac0" providerId="LiveId" clId="{2EEE9ACF-F9D6-4D96-BD8D-90EC3637CC3F}" dt="2024-11-03T00:35:08.986" v="3967" actId="47"/>
        <pc:sldMkLst>
          <pc:docMk/>
          <pc:sldMk cId="1012641615" sldId="266"/>
        </pc:sldMkLst>
        <pc:spChg chg="mod">
          <ac:chgData name="Brandt Redd" userId="be8ed540b98adac0" providerId="LiveId" clId="{2EEE9ACF-F9D6-4D96-BD8D-90EC3637CC3F}" dt="2024-10-28T16:55:26.691" v="951"/>
          <ac:spMkLst>
            <pc:docMk/>
            <pc:sldMk cId="1012641615" sldId="266"/>
            <ac:spMk id="2" creationId="{B09BD68F-61B5-5DB2-6A2D-D5BEC3B70EC0}"/>
          </ac:spMkLst>
        </pc:spChg>
        <pc:spChg chg="mod">
          <ac:chgData name="Brandt Redd" userId="be8ed540b98adac0" providerId="LiveId" clId="{2EEE9ACF-F9D6-4D96-BD8D-90EC3637CC3F}" dt="2024-10-28T16:55:26.691" v="951"/>
          <ac:spMkLst>
            <pc:docMk/>
            <pc:sldMk cId="1012641615" sldId="266"/>
            <ac:spMk id="3" creationId="{CDFF88C0-FF9A-CD11-8D8A-7BC49AAEAA02}"/>
          </ac:spMkLst>
        </pc:spChg>
        <pc:picChg chg="add mod">
          <ac:chgData name="Brandt Redd" userId="be8ed540b98adac0" providerId="LiveId" clId="{2EEE9ACF-F9D6-4D96-BD8D-90EC3637CC3F}" dt="2024-10-28T16:47:46.146" v="887" actId="208"/>
          <ac:picMkLst>
            <pc:docMk/>
            <pc:sldMk cId="1012641615" sldId="266"/>
            <ac:picMk id="5" creationId="{599A71A6-1CE8-78C0-83DF-EF39A76322DA}"/>
          </ac:picMkLst>
        </pc:picChg>
      </pc:sldChg>
      <pc:sldChg chg="addSp delSp modSp new del mod modClrScheme chgLayout">
        <pc:chgData name="Brandt Redd" userId="be8ed540b98adac0" providerId="LiveId" clId="{2EEE9ACF-F9D6-4D96-BD8D-90EC3637CC3F}" dt="2024-11-03T00:35:08.986" v="3967" actId="47"/>
        <pc:sldMkLst>
          <pc:docMk/>
          <pc:sldMk cId="3827895993" sldId="267"/>
        </pc:sldMkLst>
        <pc:spChg chg="mod ord">
          <ac:chgData name="Brandt Redd" userId="be8ed540b98adac0" providerId="LiveId" clId="{2EEE9ACF-F9D6-4D96-BD8D-90EC3637CC3F}" dt="2024-10-28T16:55:26.691" v="951"/>
          <ac:spMkLst>
            <pc:docMk/>
            <pc:sldMk cId="3827895993" sldId="267"/>
            <ac:spMk id="2" creationId="{4AA1947F-9201-5E9D-2375-A4C2DA7AC7A8}"/>
          </ac:spMkLst>
        </pc:spChg>
        <pc:spChg chg="del">
          <ac:chgData name="Brandt Redd" userId="be8ed540b98adac0" providerId="LiveId" clId="{2EEE9ACF-F9D6-4D96-BD8D-90EC3637CC3F}" dt="2024-10-28T16:52:38.653" v="914" actId="700"/>
          <ac:spMkLst>
            <pc:docMk/>
            <pc:sldMk cId="3827895993" sldId="267"/>
            <ac:spMk id="3" creationId="{EB732021-B96F-9DD9-9156-229440CC84AE}"/>
          </ac:spMkLst>
        </pc:spChg>
        <pc:spChg chg="add mod ord">
          <ac:chgData name="Brandt Redd" userId="be8ed540b98adac0" providerId="LiveId" clId="{2EEE9ACF-F9D6-4D96-BD8D-90EC3637CC3F}" dt="2024-10-28T17:05:40.283" v="1040" actId="20577"/>
          <ac:spMkLst>
            <pc:docMk/>
            <pc:sldMk cId="3827895993" sldId="267"/>
            <ac:spMk id="4" creationId="{21D16A5C-1AB6-ACF0-09FD-641B143441C4}"/>
          </ac:spMkLst>
        </pc:spChg>
        <pc:spChg chg="add mod">
          <ac:chgData name="Brandt Redd" userId="be8ed540b98adac0" providerId="LiveId" clId="{2EEE9ACF-F9D6-4D96-BD8D-90EC3637CC3F}" dt="2024-10-28T17:04:35.973" v="1030" actId="14100"/>
          <ac:spMkLst>
            <pc:docMk/>
            <pc:sldMk cId="3827895993" sldId="267"/>
            <ac:spMk id="5" creationId="{F2922A57-3755-2378-023F-928EA4593BC4}"/>
          </ac:spMkLst>
        </pc:spChg>
        <pc:spChg chg="add mod">
          <ac:chgData name="Brandt Redd" userId="be8ed540b98adac0" providerId="LiveId" clId="{2EEE9ACF-F9D6-4D96-BD8D-90EC3637CC3F}" dt="2024-10-28T17:04:25.525" v="1027" actId="1076"/>
          <ac:spMkLst>
            <pc:docMk/>
            <pc:sldMk cId="3827895993" sldId="267"/>
            <ac:spMk id="6" creationId="{AFE30F83-EC68-5281-09AA-4EFBCDCF7B98}"/>
          </ac:spMkLst>
        </pc:spChg>
        <pc:spChg chg="add mod">
          <ac:chgData name="Brandt Redd" userId="be8ed540b98adac0" providerId="LiveId" clId="{2EEE9ACF-F9D6-4D96-BD8D-90EC3637CC3F}" dt="2024-10-28T17:04:25.525" v="1027" actId="1076"/>
          <ac:spMkLst>
            <pc:docMk/>
            <pc:sldMk cId="3827895993" sldId="267"/>
            <ac:spMk id="7" creationId="{84863D0F-5282-36C3-A02B-34C339FF03DE}"/>
          </ac:spMkLst>
        </pc:spChg>
        <pc:spChg chg="add mod">
          <ac:chgData name="Brandt Redd" userId="be8ed540b98adac0" providerId="LiveId" clId="{2EEE9ACF-F9D6-4D96-BD8D-90EC3637CC3F}" dt="2024-10-28T17:04:25.525" v="1027" actId="1076"/>
          <ac:spMkLst>
            <pc:docMk/>
            <pc:sldMk cId="3827895993" sldId="267"/>
            <ac:spMk id="8" creationId="{2610889F-13AA-6FCC-0DDA-82E81ABD3DC7}"/>
          </ac:spMkLst>
        </pc:spChg>
        <pc:spChg chg="add mod ord">
          <ac:chgData name="Brandt Redd" userId="be8ed540b98adac0" providerId="LiveId" clId="{2EEE9ACF-F9D6-4D96-BD8D-90EC3637CC3F}" dt="2024-10-28T17:05:10.955" v="1035" actId="167"/>
          <ac:spMkLst>
            <pc:docMk/>
            <pc:sldMk cId="3827895993" sldId="267"/>
            <ac:spMk id="9" creationId="{595D755F-CD4B-F6AE-B049-7795BBF5FB78}"/>
          </ac:spMkLst>
        </pc:spChg>
        <pc:spChg chg="add mod ord">
          <ac:chgData name="Brandt Redd" userId="be8ed540b98adac0" providerId="LiveId" clId="{2EEE9ACF-F9D6-4D96-BD8D-90EC3637CC3F}" dt="2024-10-28T17:05:16.689" v="1036" actId="167"/>
          <ac:spMkLst>
            <pc:docMk/>
            <pc:sldMk cId="3827895993" sldId="267"/>
            <ac:spMk id="10" creationId="{E9217176-9623-B2C1-C48C-37A7982F2C2D}"/>
          </ac:spMkLst>
        </pc:spChg>
        <pc:spChg chg="add mod">
          <ac:chgData name="Brandt Redd" userId="be8ed540b98adac0" providerId="LiveId" clId="{2EEE9ACF-F9D6-4D96-BD8D-90EC3637CC3F}" dt="2024-10-28T17:05:43.113" v="1042" actId="20577"/>
          <ac:spMkLst>
            <pc:docMk/>
            <pc:sldMk cId="3827895993" sldId="267"/>
            <ac:spMk id="11" creationId="{5813EB49-05B6-AACE-91CD-F7AD16E55782}"/>
          </ac:spMkLst>
        </pc:spChg>
        <pc:spChg chg="add mod">
          <ac:chgData name="Brandt Redd" userId="be8ed540b98adac0" providerId="LiveId" clId="{2EEE9ACF-F9D6-4D96-BD8D-90EC3637CC3F}" dt="2024-10-28T17:05:36.133" v="1038" actId="571"/>
          <ac:spMkLst>
            <pc:docMk/>
            <pc:sldMk cId="3827895993" sldId="267"/>
            <ac:spMk id="12" creationId="{D00C408E-EEAD-8C65-1D86-339801867E58}"/>
          </ac:spMkLst>
        </pc:spChg>
        <pc:spChg chg="add mod">
          <ac:chgData name="Brandt Redd" userId="be8ed540b98adac0" providerId="LiveId" clId="{2EEE9ACF-F9D6-4D96-BD8D-90EC3637CC3F}" dt="2024-10-28T17:05:36.133" v="1038" actId="571"/>
          <ac:spMkLst>
            <pc:docMk/>
            <pc:sldMk cId="3827895993" sldId="267"/>
            <ac:spMk id="13" creationId="{09C3F8EC-00D2-881D-CF76-BAD53532EB45}"/>
          </ac:spMkLst>
        </pc:spChg>
        <pc:spChg chg="add mod">
          <ac:chgData name="Brandt Redd" userId="be8ed540b98adac0" providerId="LiveId" clId="{2EEE9ACF-F9D6-4D96-BD8D-90EC3637CC3F}" dt="2024-10-28T17:05:36.133" v="1038" actId="571"/>
          <ac:spMkLst>
            <pc:docMk/>
            <pc:sldMk cId="3827895993" sldId="267"/>
            <ac:spMk id="14" creationId="{56D1C1CE-D437-E82A-CC7A-AFCADF217B7D}"/>
          </ac:spMkLst>
        </pc:spChg>
        <pc:spChg chg="add mod">
          <ac:chgData name="Brandt Redd" userId="be8ed540b98adac0" providerId="LiveId" clId="{2EEE9ACF-F9D6-4D96-BD8D-90EC3637CC3F}" dt="2024-10-28T17:05:36.133" v="1038" actId="571"/>
          <ac:spMkLst>
            <pc:docMk/>
            <pc:sldMk cId="3827895993" sldId="267"/>
            <ac:spMk id="15" creationId="{4AD637A6-80CB-1069-6812-2DA2870A9BD0}"/>
          </ac:spMkLst>
        </pc:spChg>
        <pc:spChg chg="add mod">
          <ac:chgData name="Brandt Redd" userId="be8ed540b98adac0" providerId="LiveId" clId="{2EEE9ACF-F9D6-4D96-BD8D-90EC3637CC3F}" dt="2024-10-28T17:05:36.133" v="1038" actId="571"/>
          <ac:spMkLst>
            <pc:docMk/>
            <pc:sldMk cId="3827895993" sldId="267"/>
            <ac:spMk id="16" creationId="{0D3B8775-9911-5E37-A6B6-1FD447197801}"/>
          </ac:spMkLst>
        </pc:spChg>
        <pc:spChg chg="add mod">
          <ac:chgData name="Brandt Redd" userId="be8ed540b98adac0" providerId="LiveId" clId="{2EEE9ACF-F9D6-4D96-BD8D-90EC3637CC3F}" dt="2024-10-28T17:05:36.133" v="1038" actId="571"/>
          <ac:spMkLst>
            <pc:docMk/>
            <pc:sldMk cId="3827895993" sldId="267"/>
            <ac:spMk id="17" creationId="{3EE44489-9A71-C187-BA6A-7654BC47377A}"/>
          </ac:spMkLst>
        </pc:spChg>
      </pc:sldChg>
      <pc:sldChg chg="addSp delSp modSp new mod">
        <pc:chgData name="Brandt Redd" userId="be8ed540b98adac0" providerId="LiveId" clId="{2EEE9ACF-F9D6-4D96-BD8D-90EC3637CC3F}" dt="2024-10-28T18:58:10.922" v="1199" actId="1076"/>
        <pc:sldMkLst>
          <pc:docMk/>
          <pc:sldMk cId="3074231194" sldId="268"/>
        </pc:sldMkLst>
        <pc:spChg chg="mod">
          <ac:chgData name="Brandt Redd" userId="be8ed540b98adac0" providerId="LiveId" clId="{2EEE9ACF-F9D6-4D96-BD8D-90EC3637CC3F}" dt="2024-10-28T18:56:26.627" v="1059" actId="14100"/>
          <ac:spMkLst>
            <pc:docMk/>
            <pc:sldMk cId="3074231194" sldId="268"/>
            <ac:spMk id="2" creationId="{8E39CD61-D276-4AC3-25BC-3DB7B6CDE56B}"/>
          </ac:spMkLst>
        </pc:spChg>
        <pc:spChg chg="del">
          <ac:chgData name="Brandt Redd" userId="be8ed540b98adac0" providerId="LiveId" clId="{2EEE9ACF-F9D6-4D96-BD8D-90EC3637CC3F}" dt="2024-10-28T18:55:49.861" v="1054" actId="478"/>
          <ac:spMkLst>
            <pc:docMk/>
            <pc:sldMk cId="3074231194" sldId="268"/>
            <ac:spMk id="3" creationId="{8C077D74-9732-2A5F-B787-7658590DEE11}"/>
          </ac:spMkLst>
        </pc:spChg>
        <pc:spChg chg="add mod">
          <ac:chgData name="Brandt Redd" userId="be8ed540b98adac0" providerId="LiveId" clId="{2EEE9ACF-F9D6-4D96-BD8D-90EC3637CC3F}" dt="2024-10-28T18:58:10.922" v="1199" actId="1076"/>
          <ac:spMkLst>
            <pc:docMk/>
            <pc:sldMk cId="3074231194" sldId="268"/>
            <ac:spMk id="5" creationId="{5F61F4D8-5349-BFCA-01F3-828B29EBC1E0}"/>
          </ac:spMkLst>
        </pc:spChg>
        <pc:picChg chg="add mod modCrop">
          <ac:chgData name="Brandt Redd" userId="be8ed540b98adac0" providerId="LiveId" clId="{2EEE9ACF-F9D6-4D96-BD8D-90EC3637CC3F}" dt="2024-10-28T18:57:06.867" v="1066" actId="1076"/>
          <ac:picMkLst>
            <pc:docMk/>
            <pc:sldMk cId="3074231194" sldId="268"/>
            <ac:picMk id="4" creationId="{D92D8D39-BB69-0502-A133-F809D1156564}"/>
          </ac:picMkLst>
        </pc:picChg>
      </pc:sldChg>
      <pc:sldChg chg="addSp delSp modSp new mod modClrScheme chgLayout">
        <pc:chgData name="Brandt Redd" userId="be8ed540b98adac0" providerId="LiveId" clId="{2EEE9ACF-F9D6-4D96-BD8D-90EC3637CC3F}" dt="2024-10-28T19:23:13.091" v="1508" actId="1036"/>
        <pc:sldMkLst>
          <pc:docMk/>
          <pc:sldMk cId="711235171" sldId="269"/>
        </pc:sldMkLst>
        <pc:spChg chg="del mod ord">
          <ac:chgData name="Brandt Redd" userId="be8ed540b98adac0" providerId="LiveId" clId="{2EEE9ACF-F9D6-4D96-BD8D-90EC3637CC3F}" dt="2024-10-28T19:17:14.183" v="1254" actId="700"/>
          <ac:spMkLst>
            <pc:docMk/>
            <pc:sldMk cId="711235171" sldId="269"/>
            <ac:spMk id="2" creationId="{FC802E34-E8F8-42C1-9F48-C5BFBD25E8F4}"/>
          </ac:spMkLst>
        </pc:spChg>
        <pc:spChg chg="add mod ord">
          <ac:chgData name="Brandt Redd" userId="be8ed540b98adac0" providerId="LiveId" clId="{2EEE9ACF-F9D6-4D96-BD8D-90EC3637CC3F}" dt="2024-10-28T19:17:23.701" v="1272" actId="20577"/>
          <ac:spMkLst>
            <pc:docMk/>
            <pc:sldMk cId="711235171" sldId="269"/>
            <ac:spMk id="3" creationId="{8548E19E-8922-3A6C-5952-BFFC08C7B4D2}"/>
          </ac:spMkLst>
        </pc:spChg>
        <pc:spChg chg="add mod ord">
          <ac:chgData name="Brandt Redd" userId="be8ed540b98adac0" providerId="LiveId" clId="{2EEE9ACF-F9D6-4D96-BD8D-90EC3637CC3F}" dt="2024-10-28T19:17:50.951" v="1324" actId="20577"/>
          <ac:spMkLst>
            <pc:docMk/>
            <pc:sldMk cId="711235171" sldId="269"/>
            <ac:spMk id="4" creationId="{3DF9377D-4E9E-EDCA-715A-12AB2D74760F}"/>
          </ac:spMkLst>
        </pc:spChg>
        <pc:spChg chg="add mod ord">
          <ac:chgData name="Brandt Redd" userId="be8ed540b98adac0" providerId="LiveId" clId="{2EEE9ACF-F9D6-4D96-BD8D-90EC3637CC3F}" dt="2024-10-28T19:21:41.954" v="1435" actId="14100"/>
          <ac:spMkLst>
            <pc:docMk/>
            <pc:sldMk cId="711235171" sldId="269"/>
            <ac:spMk id="5" creationId="{C9C94B56-A0AF-36A1-1455-B05357031E3D}"/>
          </ac:spMkLst>
        </pc:spChg>
        <pc:spChg chg="add mod ord">
          <ac:chgData name="Brandt Redd" userId="be8ed540b98adac0" providerId="LiveId" clId="{2EEE9ACF-F9D6-4D96-BD8D-90EC3637CC3F}" dt="2024-10-28T19:17:45.560" v="1310" actId="20577"/>
          <ac:spMkLst>
            <pc:docMk/>
            <pc:sldMk cId="711235171" sldId="269"/>
            <ac:spMk id="6" creationId="{2390C380-3A80-BF06-1C04-F4A65A8DB635}"/>
          </ac:spMkLst>
        </pc:spChg>
        <pc:spChg chg="add mod ord">
          <ac:chgData name="Brandt Redd" userId="be8ed540b98adac0" providerId="LiveId" clId="{2EEE9ACF-F9D6-4D96-BD8D-90EC3637CC3F}" dt="2024-10-28T19:21:37.891" v="1434" actId="20577"/>
          <ac:spMkLst>
            <pc:docMk/>
            <pc:sldMk cId="711235171" sldId="269"/>
            <ac:spMk id="7" creationId="{75F6AE9E-FCF2-9AB6-5658-09653206AEAA}"/>
          </ac:spMkLst>
        </pc:spChg>
        <pc:spChg chg="add mod">
          <ac:chgData name="Brandt Redd" userId="be8ed540b98adac0" providerId="LiveId" clId="{2EEE9ACF-F9D6-4D96-BD8D-90EC3637CC3F}" dt="2024-10-28T19:23:13.091" v="1508" actId="1036"/>
          <ac:spMkLst>
            <pc:docMk/>
            <pc:sldMk cId="711235171" sldId="269"/>
            <ac:spMk id="8" creationId="{86EFCDDB-1967-4632-7B73-61A92A244B28}"/>
          </ac:spMkLst>
        </pc:spChg>
        <pc:spChg chg="add mod">
          <ac:chgData name="Brandt Redd" userId="be8ed540b98adac0" providerId="LiveId" clId="{2EEE9ACF-F9D6-4D96-BD8D-90EC3637CC3F}" dt="2024-10-28T19:23:09.084" v="1507" actId="1036"/>
          <ac:spMkLst>
            <pc:docMk/>
            <pc:sldMk cId="711235171" sldId="269"/>
            <ac:spMk id="9" creationId="{8E556569-DD48-109E-A2D7-6AAF1EE06999}"/>
          </ac:spMkLst>
        </pc:spChg>
      </pc:sldChg>
      <pc:sldChg chg="addSp delSp modSp new mod">
        <pc:chgData name="Brandt Redd" userId="be8ed540b98adac0" providerId="LiveId" clId="{2EEE9ACF-F9D6-4D96-BD8D-90EC3637CC3F}" dt="2024-10-28T20:28:58.907" v="3966" actId="20577"/>
        <pc:sldMkLst>
          <pc:docMk/>
          <pc:sldMk cId="1544455257" sldId="270"/>
        </pc:sldMkLst>
        <pc:spChg chg="mod">
          <ac:chgData name="Brandt Redd" userId="be8ed540b98adac0" providerId="LiveId" clId="{2EEE9ACF-F9D6-4D96-BD8D-90EC3637CC3F}" dt="2024-10-28T20:28:58.907" v="3966" actId="20577"/>
          <ac:spMkLst>
            <pc:docMk/>
            <pc:sldMk cId="1544455257" sldId="270"/>
            <ac:spMk id="2" creationId="{D17B3FDB-0332-C42A-79F4-7FC4D8E84B7D}"/>
          </ac:spMkLst>
        </pc:spChg>
        <pc:spChg chg="del">
          <ac:chgData name="Brandt Redd" userId="be8ed540b98adac0" providerId="LiveId" clId="{2EEE9ACF-F9D6-4D96-BD8D-90EC3637CC3F}" dt="2024-10-28T20:17:23.687" v="3186" actId="3680"/>
          <ac:spMkLst>
            <pc:docMk/>
            <pc:sldMk cId="1544455257" sldId="270"/>
            <ac:spMk id="3" creationId="{4088CF77-3092-F1CA-6583-932F7BC06FB8}"/>
          </ac:spMkLst>
        </pc:spChg>
        <pc:graphicFrameChg chg="add mod ord modGraphic">
          <ac:chgData name="Brandt Redd" userId="be8ed540b98adac0" providerId="LiveId" clId="{2EEE9ACF-F9D6-4D96-BD8D-90EC3637CC3F}" dt="2024-10-28T20:21:39.557" v="3579" actId="20577"/>
          <ac:graphicFrameMkLst>
            <pc:docMk/>
            <pc:sldMk cId="1544455257" sldId="270"/>
            <ac:graphicFrameMk id="4" creationId="{5C342EC2-18B4-C2F3-5343-63C37389B383}"/>
          </ac:graphicFrameMkLst>
        </pc:graphicFrameChg>
      </pc:sldChg>
      <pc:sldChg chg="addSp delSp modSp new mod">
        <pc:chgData name="Brandt Redd" userId="be8ed540b98adac0" providerId="LiveId" clId="{2EEE9ACF-F9D6-4D96-BD8D-90EC3637CC3F}" dt="2024-11-04T22:34:10.858" v="3973" actId="313"/>
        <pc:sldMkLst>
          <pc:docMk/>
          <pc:sldMk cId="300251828" sldId="271"/>
        </pc:sldMkLst>
        <pc:spChg chg="mod">
          <ac:chgData name="Brandt Redd" userId="be8ed540b98adac0" providerId="LiveId" clId="{2EEE9ACF-F9D6-4D96-BD8D-90EC3637CC3F}" dt="2024-10-28T20:23:17.302" v="3641" actId="20577"/>
          <ac:spMkLst>
            <pc:docMk/>
            <pc:sldMk cId="300251828" sldId="271"/>
            <ac:spMk id="2" creationId="{80020901-B163-7CB0-4000-6F4C75601909}"/>
          </ac:spMkLst>
        </pc:spChg>
        <pc:spChg chg="del">
          <ac:chgData name="Brandt Redd" userId="be8ed540b98adac0" providerId="LiveId" clId="{2EEE9ACF-F9D6-4D96-BD8D-90EC3637CC3F}" dt="2024-10-28T20:23:27.177" v="3642" actId="3680"/>
          <ac:spMkLst>
            <pc:docMk/>
            <pc:sldMk cId="300251828" sldId="271"/>
            <ac:spMk id="3" creationId="{C250A1B1-DBE5-815C-8136-75D1E3B1F7F0}"/>
          </ac:spMkLst>
        </pc:spChg>
        <pc:spChg chg="add mod">
          <ac:chgData name="Brandt Redd" userId="be8ed540b98adac0" providerId="LiveId" clId="{2EEE9ACF-F9D6-4D96-BD8D-90EC3637CC3F}" dt="2024-10-28T20:28:44.311" v="3953" actId="6549"/>
          <ac:spMkLst>
            <pc:docMk/>
            <pc:sldMk cId="300251828" sldId="271"/>
            <ac:spMk id="5" creationId="{B2AA2ED8-79DD-A4AC-70E2-3A63F9B19533}"/>
          </ac:spMkLst>
        </pc:spChg>
        <pc:graphicFrameChg chg="add mod ord modGraphic">
          <ac:chgData name="Brandt Redd" userId="be8ed540b98adac0" providerId="LiveId" clId="{2EEE9ACF-F9D6-4D96-BD8D-90EC3637CC3F}" dt="2024-11-04T22:34:10.858" v="3973" actId="313"/>
          <ac:graphicFrameMkLst>
            <pc:docMk/>
            <pc:sldMk cId="300251828" sldId="271"/>
            <ac:graphicFrameMk id="4" creationId="{7D26A529-B60B-EEAB-59D2-F235340DB5E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B1F58D-3F6D-47A4-ABC5-BFFFA0424AE7}" type="datetimeFigureOut">
              <a:rPr lang="en-US" smtClean="0"/>
              <a:t>2024-11-13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CE4A03-C310-452C-A192-7BA7DE70E8DE}" type="slidenum">
              <a:rPr lang="en-US" smtClean="0"/>
              <a:t>‹#›</a:t>
            </a:fld>
            <a:endParaRPr lang="en-US"/>
          </a:p>
        </p:txBody>
      </p:sp>
    </p:spTree>
    <p:extLst>
      <p:ext uri="{BB962C8B-B14F-4D97-AF65-F5344CB8AC3E}">
        <p14:creationId xmlns:p14="http://schemas.microsoft.com/office/powerpoint/2010/main" val="1837592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CE4A03-C310-452C-A192-7BA7DE70E8DE}" type="slidenum">
              <a:rPr lang="en-US" smtClean="0"/>
              <a:t>5</a:t>
            </a:fld>
            <a:endParaRPr lang="en-US"/>
          </a:p>
        </p:txBody>
      </p:sp>
    </p:spTree>
    <p:extLst>
      <p:ext uri="{BB962C8B-B14F-4D97-AF65-F5344CB8AC3E}">
        <p14:creationId xmlns:p14="http://schemas.microsoft.com/office/powerpoint/2010/main" val="259020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D59E30-F49B-4A74-BA0E-C5C8E59E90C8}" type="datetimeFigureOut">
              <a:rPr lang="en-US" smtClean="0"/>
              <a:t>2024-11-13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3620464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D59E30-F49B-4A74-BA0E-C5C8E59E90C8}" type="datetimeFigureOut">
              <a:rPr lang="en-US" smtClean="0"/>
              <a:t>2024-11-13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2284067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D59E30-F49B-4A74-BA0E-C5C8E59E90C8}" type="datetimeFigureOut">
              <a:rPr lang="en-US" smtClean="0"/>
              <a:t>2024-11-13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1073041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D59E30-F49B-4A74-BA0E-C5C8E59E90C8}" type="datetimeFigureOut">
              <a:rPr lang="en-US" smtClean="0"/>
              <a:t>2024-11-13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2110648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9E30-F49B-4A74-BA0E-C5C8E59E90C8}" type="datetimeFigureOut">
              <a:rPr lang="en-US" smtClean="0"/>
              <a:t>2024-11-13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3637769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D59E30-F49B-4A74-BA0E-C5C8E59E90C8}" type="datetimeFigureOut">
              <a:rPr lang="en-US" smtClean="0"/>
              <a:t>2024-11-13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1778549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D59E30-F49B-4A74-BA0E-C5C8E59E90C8}" type="datetimeFigureOut">
              <a:rPr lang="en-US" smtClean="0"/>
              <a:t>2024-11-13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347200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9E30-F49B-4A74-BA0E-C5C8E59E90C8}" type="datetimeFigureOut">
              <a:rPr lang="en-US" smtClean="0"/>
              <a:t>2024-11-13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3949377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9E30-F49B-4A74-BA0E-C5C8E59E90C8}" type="datetimeFigureOut">
              <a:rPr lang="en-US" smtClean="0"/>
              <a:t>2024-11-13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1263982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D59E30-F49B-4A74-BA0E-C5C8E59E90C8}" type="datetimeFigureOut">
              <a:rPr lang="en-US" smtClean="0"/>
              <a:t>2024-11-13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289503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D59E30-F49B-4A74-BA0E-C5C8E59E90C8}" type="datetimeFigureOut">
              <a:rPr lang="en-US" smtClean="0"/>
              <a:t>2024-11-13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95E11-1015-436D-9ABE-5248B3E66106}" type="slidenum">
              <a:rPr lang="en-US" smtClean="0"/>
              <a:t>‹#›</a:t>
            </a:fld>
            <a:endParaRPr lang="en-US"/>
          </a:p>
        </p:txBody>
      </p:sp>
    </p:spTree>
    <p:extLst>
      <p:ext uri="{BB962C8B-B14F-4D97-AF65-F5344CB8AC3E}">
        <p14:creationId xmlns:p14="http://schemas.microsoft.com/office/powerpoint/2010/main" val="2997887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D59E30-F49B-4A74-BA0E-C5C8E59E90C8}" type="datetimeFigureOut">
              <a:rPr lang="en-US" smtClean="0"/>
              <a:t>2024-11-13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C95E11-1015-436D-9ABE-5248B3E66106}" type="slidenum">
              <a:rPr lang="en-US" smtClean="0"/>
              <a:t>‹#›</a:t>
            </a:fld>
            <a:endParaRPr lang="en-US"/>
          </a:p>
        </p:txBody>
      </p:sp>
    </p:spTree>
    <p:extLst>
      <p:ext uri="{BB962C8B-B14F-4D97-AF65-F5344CB8AC3E}">
        <p14:creationId xmlns:p14="http://schemas.microsoft.com/office/powerpoint/2010/main" val="292105903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eeksforgeeks.org/computer-organization-risc-and-cisc/"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techpowerup.com/cpu-specs/core-i7-14700.c344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5B93D-F657-9B2D-C7B1-F04166FB4AFF}"/>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sz="4100" kern="1200">
                <a:solidFill>
                  <a:schemeClr val="tx1"/>
                </a:solidFill>
                <a:latin typeface="+mj-lt"/>
                <a:ea typeface="+mj-ea"/>
                <a:cs typeface="+mj-cs"/>
              </a:rPr>
              <a:t>Microprocessor</a:t>
            </a:r>
          </a:p>
        </p:txBody>
      </p:sp>
      <p:sp>
        <p:nvSpPr>
          <p:cNvPr id="3" name="Content Placeholder 2">
            <a:extLst>
              <a:ext uri="{FF2B5EF4-FFF2-40B4-BE49-F238E27FC236}">
                <a16:creationId xmlns:a16="http://schemas.microsoft.com/office/drawing/2014/main" id="{6D0F42FA-BBD6-A6F8-39E9-DA6661213FF6}"/>
              </a:ext>
            </a:extLst>
          </p:cNvPr>
          <p:cNvSpPr>
            <a:spLocks noGrp="1"/>
          </p:cNvSpPr>
          <p:nvPr>
            <p:ph idx="1"/>
          </p:nvPr>
        </p:nvSpPr>
        <p:spPr>
          <a:xfrm>
            <a:off x="996287" y="4121253"/>
            <a:ext cx="3125337" cy="1136843"/>
          </a:xfrm>
        </p:spPr>
        <p:txBody>
          <a:bodyPr vert="horz" lIns="91440" tIns="45720" rIns="91440" bIns="45720" rtlCol="0">
            <a:normAutofit/>
          </a:bodyPr>
          <a:lstStyle/>
          <a:p>
            <a:pPr marL="0" indent="0" algn="ctr">
              <a:buNone/>
            </a:pPr>
            <a:r>
              <a:rPr lang="en-US" sz="1800" kern="1200">
                <a:solidFill>
                  <a:schemeClr val="tx1"/>
                </a:solidFill>
                <a:latin typeface="+mn-lt"/>
                <a:ea typeface="+mn-ea"/>
                <a:cs typeface="+mn-cs"/>
              </a:rPr>
              <a:t>An entire Central Processing Unit (CPU) contained on a single chip.</a:t>
            </a:r>
          </a:p>
        </p:txBody>
      </p:sp>
      <p:pic>
        <p:nvPicPr>
          <p:cNvPr id="1026" name="Picture 2" descr="World's First Microprocessor (1971): Intel 4004 - YouTube">
            <a:extLst>
              <a:ext uri="{FF2B5EF4-FFF2-40B4-BE49-F238E27FC236}">
                <a16:creationId xmlns:a16="http://schemas.microsoft.com/office/drawing/2014/main" id="{FC5D3A51-FC95-F220-F190-A1076EA673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60" r="13012"/>
          <a:stretch/>
        </p:blipFill>
        <p:spPr bwMode="auto">
          <a:xfrm>
            <a:off x="6635578" y="1808455"/>
            <a:ext cx="4226011" cy="3211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062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C73A8-DEE3-C167-3F4E-17221B076F97}"/>
              </a:ext>
            </a:extLst>
          </p:cNvPr>
          <p:cNvSpPr>
            <a:spLocks noGrp="1"/>
          </p:cNvSpPr>
          <p:nvPr>
            <p:ph type="title"/>
          </p:nvPr>
        </p:nvSpPr>
        <p:spPr>
          <a:xfrm>
            <a:off x="838200" y="365125"/>
            <a:ext cx="6553200" cy="1325563"/>
          </a:xfrm>
        </p:spPr>
        <p:txBody>
          <a:bodyPr/>
          <a:lstStyle/>
          <a:p>
            <a:r>
              <a:rPr lang="en-US" dirty="0"/>
              <a:t>Processors and Cores and Execution Units</a:t>
            </a:r>
          </a:p>
        </p:txBody>
      </p:sp>
      <p:sp>
        <p:nvSpPr>
          <p:cNvPr id="3" name="Content Placeholder 2">
            <a:extLst>
              <a:ext uri="{FF2B5EF4-FFF2-40B4-BE49-F238E27FC236}">
                <a16:creationId xmlns:a16="http://schemas.microsoft.com/office/drawing/2014/main" id="{E167C8A6-73AE-BFA4-9168-4705D6BDB27E}"/>
              </a:ext>
            </a:extLst>
          </p:cNvPr>
          <p:cNvSpPr>
            <a:spLocks noGrp="1"/>
          </p:cNvSpPr>
          <p:nvPr>
            <p:ph idx="1"/>
          </p:nvPr>
        </p:nvSpPr>
        <p:spPr>
          <a:xfrm>
            <a:off x="838200" y="1825625"/>
            <a:ext cx="6477000" cy="4351338"/>
          </a:xfrm>
        </p:spPr>
        <p:txBody>
          <a:bodyPr/>
          <a:lstStyle/>
          <a:p>
            <a:r>
              <a:rPr lang="en-US" dirty="0"/>
              <a:t>Contemporary processors typically have between 4 and 16 cores.</a:t>
            </a:r>
          </a:p>
          <a:p>
            <a:r>
              <a:rPr lang="en-US" dirty="0"/>
              <a:t>Some processors have only 1 or 2.</a:t>
            </a:r>
          </a:p>
          <a:p>
            <a:r>
              <a:rPr lang="en-US" dirty="0"/>
              <a:t>The AMD </a:t>
            </a:r>
            <a:r>
              <a:rPr lang="en-US" dirty="0" err="1"/>
              <a:t>Threadripper</a:t>
            </a:r>
            <a:r>
              <a:rPr lang="en-US" dirty="0"/>
              <a:t> 7995WX has 96 cores.</a:t>
            </a:r>
          </a:p>
        </p:txBody>
      </p:sp>
      <p:pic>
        <p:nvPicPr>
          <p:cNvPr id="4" name="Content Placeholder 4" descr="Illustration shows the basic architecture of C P U as a single unit as follows: The Control Unit (C U), the Arithmetic and Logic Unit (A L U), and the Registers formed by two columns of stacks are shown. The three units are connected by bidirectional flowlines. Three lines indicating the communication channels to RAM and I slash O Devices or buses are labeled as follows: System bus, Control bus, Address bus, and Data bus.">
            <a:extLst>
              <a:ext uri="{FF2B5EF4-FFF2-40B4-BE49-F238E27FC236}">
                <a16:creationId xmlns:a16="http://schemas.microsoft.com/office/drawing/2014/main" id="{9104DBB8-927A-3FDA-2D24-B991D5514083}"/>
              </a:ext>
            </a:extLst>
          </p:cNvPr>
          <p:cNvPicPr>
            <a:picLocks noChangeAspect="1"/>
          </p:cNvPicPr>
          <p:nvPr/>
        </p:nvPicPr>
        <p:blipFill>
          <a:blip r:embed="rId2"/>
          <a:stretch>
            <a:fillRect/>
          </a:stretch>
        </p:blipFill>
        <p:spPr>
          <a:xfrm>
            <a:off x="8305800" y="373839"/>
            <a:ext cx="3733800" cy="6472882"/>
          </a:xfrm>
          <a:prstGeom prst="rect">
            <a:avLst/>
          </a:prstGeom>
        </p:spPr>
      </p:pic>
      <p:sp>
        <p:nvSpPr>
          <p:cNvPr id="5" name="TextBox 4">
            <a:extLst>
              <a:ext uri="{FF2B5EF4-FFF2-40B4-BE49-F238E27FC236}">
                <a16:creationId xmlns:a16="http://schemas.microsoft.com/office/drawing/2014/main" id="{F36E49E0-83D9-0F01-E770-049365E8621B}"/>
              </a:ext>
            </a:extLst>
          </p:cNvPr>
          <p:cNvSpPr txBox="1"/>
          <p:nvPr/>
        </p:nvSpPr>
        <p:spPr>
          <a:xfrm>
            <a:off x="8305800" y="342900"/>
            <a:ext cx="3733800" cy="369332"/>
          </a:xfrm>
          <a:prstGeom prst="rect">
            <a:avLst/>
          </a:prstGeom>
          <a:solidFill>
            <a:srgbClr val="F9EDD6"/>
          </a:solidFill>
        </p:spPr>
        <p:txBody>
          <a:bodyPr wrap="square" rtlCol="0">
            <a:spAutoFit/>
          </a:bodyPr>
          <a:lstStyle/>
          <a:p>
            <a:pPr algn="ctr"/>
            <a:r>
              <a:rPr lang="en-US" dirty="0"/>
              <a:t>Processor Core</a:t>
            </a:r>
          </a:p>
        </p:txBody>
      </p:sp>
    </p:spTree>
    <p:extLst>
      <p:ext uri="{BB962C8B-B14F-4D97-AF65-F5344CB8AC3E}">
        <p14:creationId xmlns:p14="http://schemas.microsoft.com/office/powerpoint/2010/main" val="3083647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49DBC-1382-F0E2-360E-850DFB649E43}"/>
              </a:ext>
            </a:extLst>
          </p:cNvPr>
          <p:cNvSpPr>
            <a:spLocks noGrp="1"/>
          </p:cNvSpPr>
          <p:nvPr>
            <p:ph type="title"/>
          </p:nvPr>
        </p:nvSpPr>
        <p:spPr>
          <a:xfrm>
            <a:off x="838200" y="365125"/>
            <a:ext cx="10515600" cy="701675"/>
          </a:xfrm>
        </p:spPr>
        <p:txBody>
          <a:bodyPr/>
          <a:lstStyle/>
          <a:p>
            <a:r>
              <a:rPr lang="en-US" dirty="0"/>
              <a:t>CISC vs</a:t>
            </a:r>
            <a:r>
              <a:rPr lang="en-US" baseline="0" dirty="0"/>
              <a:t> RISC</a:t>
            </a:r>
            <a:endParaRPr lang="en-US" dirty="0"/>
          </a:p>
        </p:txBody>
      </p:sp>
      <p:pic>
        <p:nvPicPr>
          <p:cNvPr id="2050" name="Picture 2" descr="Lightbox">
            <a:extLst>
              <a:ext uri="{FF2B5EF4-FFF2-40B4-BE49-F238E27FC236}">
                <a16:creationId xmlns:a16="http://schemas.microsoft.com/office/drawing/2014/main" id="{6CB4A118-1D01-3892-4847-2E39242D9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371600"/>
            <a:ext cx="9753600" cy="4876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10B2B75-4387-3E12-8AB3-B7B38412F7FA}"/>
              </a:ext>
            </a:extLst>
          </p:cNvPr>
          <p:cNvSpPr txBox="1"/>
          <p:nvPr/>
        </p:nvSpPr>
        <p:spPr>
          <a:xfrm>
            <a:off x="1447800" y="6368534"/>
            <a:ext cx="7060202" cy="369332"/>
          </a:xfrm>
          <a:prstGeom prst="rect">
            <a:avLst/>
          </a:prstGeom>
          <a:noFill/>
        </p:spPr>
        <p:txBody>
          <a:bodyPr wrap="none" rtlCol="0">
            <a:spAutoFit/>
          </a:bodyPr>
          <a:lstStyle/>
          <a:p>
            <a:r>
              <a:rPr lang="en-US" dirty="0">
                <a:hlinkClick r:id="rId3"/>
              </a:rPr>
              <a:t>https://www.geeksforgeeks.org/computer-organization-risc-and-cisc/</a:t>
            </a:r>
            <a:r>
              <a:rPr lang="en-US" dirty="0"/>
              <a:t> </a:t>
            </a:r>
          </a:p>
        </p:txBody>
      </p:sp>
    </p:spTree>
    <p:extLst>
      <p:ext uri="{BB962C8B-B14F-4D97-AF65-F5344CB8AC3E}">
        <p14:creationId xmlns:p14="http://schemas.microsoft.com/office/powerpoint/2010/main" val="2058696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48E19E-8922-3A6C-5952-BFFC08C7B4D2}"/>
              </a:ext>
            </a:extLst>
          </p:cNvPr>
          <p:cNvSpPr>
            <a:spLocks noGrp="1"/>
          </p:cNvSpPr>
          <p:nvPr>
            <p:ph type="title"/>
          </p:nvPr>
        </p:nvSpPr>
        <p:spPr/>
        <p:txBody>
          <a:bodyPr/>
          <a:lstStyle/>
          <a:p>
            <a:r>
              <a:rPr lang="en-US" dirty="0"/>
              <a:t>CISC vs RISC</a:t>
            </a:r>
          </a:p>
        </p:txBody>
      </p:sp>
      <p:sp>
        <p:nvSpPr>
          <p:cNvPr id="4" name="Text Placeholder 3">
            <a:extLst>
              <a:ext uri="{FF2B5EF4-FFF2-40B4-BE49-F238E27FC236}">
                <a16:creationId xmlns:a16="http://schemas.microsoft.com/office/drawing/2014/main" id="{3DF9377D-4E9E-EDCA-715A-12AB2D74760F}"/>
              </a:ext>
            </a:extLst>
          </p:cNvPr>
          <p:cNvSpPr>
            <a:spLocks noGrp="1"/>
          </p:cNvSpPr>
          <p:nvPr>
            <p:ph type="body" idx="1"/>
          </p:nvPr>
        </p:nvSpPr>
        <p:spPr/>
        <p:txBody>
          <a:bodyPr/>
          <a:lstStyle/>
          <a:p>
            <a:r>
              <a:rPr lang="en-US" dirty="0"/>
              <a:t>Complex Instruction Set Computer</a:t>
            </a:r>
          </a:p>
        </p:txBody>
      </p:sp>
      <p:sp>
        <p:nvSpPr>
          <p:cNvPr id="5" name="Content Placeholder 4">
            <a:extLst>
              <a:ext uri="{FF2B5EF4-FFF2-40B4-BE49-F238E27FC236}">
                <a16:creationId xmlns:a16="http://schemas.microsoft.com/office/drawing/2014/main" id="{C9C94B56-A0AF-36A1-1455-B05357031E3D}"/>
              </a:ext>
            </a:extLst>
          </p:cNvPr>
          <p:cNvSpPr>
            <a:spLocks noGrp="1"/>
          </p:cNvSpPr>
          <p:nvPr>
            <p:ph sz="half" idx="2"/>
          </p:nvPr>
        </p:nvSpPr>
        <p:spPr>
          <a:xfrm>
            <a:off x="839789" y="2743199"/>
            <a:ext cx="4265612" cy="2286001"/>
          </a:xfrm>
          <a:ln>
            <a:solidFill>
              <a:schemeClr val="tx1"/>
            </a:solidFill>
          </a:ln>
        </p:spPr>
        <p:txBody>
          <a:bodyPr/>
          <a:lstStyle/>
          <a:p>
            <a:pPr marL="0" indent="0">
              <a:buNone/>
            </a:pPr>
            <a:r>
              <a:rPr lang="en-US" dirty="0">
                <a:latin typeface="Consolas" panose="020B0609020204030204" pitchFamily="49" charset="0"/>
              </a:rPr>
              <a:t>add (a), (b)</a:t>
            </a:r>
          </a:p>
        </p:txBody>
      </p:sp>
      <p:sp>
        <p:nvSpPr>
          <p:cNvPr id="6" name="Text Placeholder 5">
            <a:extLst>
              <a:ext uri="{FF2B5EF4-FFF2-40B4-BE49-F238E27FC236}">
                <a16:creationId xmlns:a16="http://schemas.microsoft.com/office/drawing/2014/main" id="{2390C380-3A80-BF06-1C04-F4A65A8DB635}"/>
              </a:ext>
            </a:extLst>
          </p:cNvPr>
          <p:cNvSpPr>
            <a:spLocks noGrp="1"/>
          </p:cNvSpPr>
          <p:nvPr>
            <p:ph type="body" sz="quarter" idx="3"/>
          </p:nvPr>
        </p:nvSpPr>
        <p:spPr/>
        <p:txBody>
          <a:bodyPr/>
          <a:lstStyle/>
          <a:p>
            <a:r>
              <a:rPr lang="en-US" dirty="0"/>
              <a:t>Reduced Instruction Set Computer</a:t>
            </a:r>
          </a:p>
        </p:txBody>
      </p:sp>
      <p:sp>
        <p:nvSpPr>
          <p:cNvPr id="7" name="Content Placeholder 6">
            <a:extLst>
              <a:ext uri="{FF2B5EF4-FFF2-40B4-BE49-F238E27FC236}">
                <a16:creationId xmlns:a16="http://schemas.microsoft.com/office/drawing/2014/main" id="{75F6AE9E-FCF2-9AB6-5658-09653206AEAA}"/>
              </a:ext>
            </a:extLst>
          </p:cNvPr>
          <p:cNvSpPr>
            <a:spLocks noGrp="1"/>
          </p:cNvSpPr>
          <p:nvPr>
            <p:ph sz="quarter" idx="4"/>
          </p:nvPr>
        </p:nvSpPr>
        <p:spPr>
          <a:xfrm>
            <a:off x="6172200" y="2743199"/>
            <a:ext cx="4265612" cy="2286001"/>
          </a:xfrm>
          <a:ln>
            <a:solidFill>
              <a:schemeClr val="tx1"/>
            </a:solidFill>
          </a:ln>
        </p:spPr>
        <p:txBody>
          <a:bodyPr/>
          <a:lstStyle/>
          <a:p>
            <a:pPr marL="0" indent="0">
              <a:buNone/>
            </a:pPr>
            <a:r>
              <a:rPr lang="en-US" dirty="0">
                <a:latin typeface="Consolas" panose="020B0609020204030204" pitchFamily="49" charset="0"/>
              </a:rPr>
              <a:t>mov ax, (a)</a:t>
            </a:r>
          </a:p>
          <a:p>
            <a:pPr marL="0" indent="0">
              <a:buNone/>
            </a:pPr>
            <a:r>
              <a:rPr lang="en-US" dirty="0">
                <a:latin typeface="Consolas" panose="020B0609020204030204" pitchFamily="49" charset="0"/>
              </a:rPr>
              <a:t>mov bx, (b)</a:t>
            </a:r>
          </a:p>
          <a:p>
            <a:pPr marL="0" indent="0">
              <a:buNone/>
            </a:pPr>
            <a:r>
              <a:rPr lang="en-US" dirty="0">
                <a:latin typeface="Consolas" panose="020B0609020204030204" pitchFamily="49" charset="0"/>
              </a:rPr>
              <a:t>add ax, bx</a:t>
            </a:r>
          </a:p>
          <a:p>
            <a:pPr marL="0" indent="0">
              <a:buNone/>
            </a:pPr>
            <a:r>
              <a:rPr lang="en-US" dirty="0">
                <a:latin typeface="Consolas" panose="020B0609020204030204" pitchFamily="49" charset="0"/>
              </a:rPr>
              <a:t>mov bx, (b)</a:t>
            </a:r>
          </a:p>
        </p:txBody>
      </p:sp>
      <p:sp>
        <p:nvSpPr>
          <p:cNvPr id="8" name="TextBox 7">
            <a:extLst>
              <a:ext uri="{FF2B5EF4-FFF2-40B4-BE49-F238E27FC236}">
                <a16:creationId xmlns:a16="http://schemas.microsoft.com/office/drawing/2014/main" id="{86EFCDDB-1967-4632-7B73-61A92A244B28}"/>
              </a:ext>
            </a:extLst>
          </p:cNvPr>
          <p:cNvSpPr txBox="1"/>
          <p:nvPr/>
        </p:nvSpPr>
        <p:spPr>
          <a:xfrm>
            <a:off x="861124" y="5117068"/>
            <a:ext cx="2494978" cy="369332"/>
          </a:xfrm>
          <a:prstGeom prst="rect">
            <a:avLst/>
          </a:prstGeom>
          <a:noFill/>
        </p:spPr>
        <p:txBody>
          <a:bodyPr wrap="none" rtlCol="0">
            <a:spAutoFit/>
          </a:bodyPr>
          <a:lstStyle/>
          <a:p>
            <a:r>
              <a:rPr lang="en-US" i="1" dirty="0"/>
              <a:t>1 instruction: 4 clocks.</a:t>
            </a:r>
          </a:p>
        </p:txBody>
      </p:sp>
      <p:sp>
        <p:nvSpPr>
          <p:cNvPr id="9" name="TextBox 8">
            <a:extLst>
              <a:ext uri="{FF2B5EF4-FFF2-40B4-BE49-F238E27FC236}">
                <a16:creationId xmlns:a16="http://schemas.microsoft.com/office/drawing/2014/main" id="{8E556569-DD48-109E-A2D7-6AAF1EE06999}"/>
              </a:ext>
            </a:extLst>
          </p:cNvPr>
          <p:cNvSpPr txBox="1"/>
          <p:nvPr/>
        </p:nvSpPr>
        <p:spPr>
          <a:xfrm>
            <a:off x="6324600" y="5117068"/>
            <a:ext cx="2962927" cy="369332"/>
          </a:xfrm>
          <a:prstGeom prst="rect">
            <a:avLst/>
          </a:prstGeom>
          <a:noFill/>
        </p:spPr>
        <p:txBody>
          <a:bodyPr wrap="none" rtlCol="0">
            <a:spAutoFit/>
          </a:bodyPr>
          <a:lstStyle/>
          <a:p>
            <a:r>
              <a:rPr lang="en-US" i="1" dirty="0"/>
              <a:t>4 instructions: 1 clock each.</a:t>
            </a:r>
          </a:p>
        </p:txBody>
      </p:sp>
    </p:spTree>
    <p:extLst>
      <p:ext uri="{BB962C8B-B14F-4D97-AF65-F5344CB8AC3E}">
        <p14:creationId xmlns:p14="http://schemas.microsoft.com/office/powerpoint/2010/main" val="711235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0A36-6C69-C64C-C62C-DA52EF887FE4}"/>
              </a:ext>
            </a:extLst>
          </p:cNvPr>
          <p:cNvSpPr>
            <a:spLocks noGrp="1"/>
          </p:cNvSpPr>
          <p:nvPr>
            <p:ph type="title"/>
          </p:nvPr>
        </p:nvSpPr>
        <p:spPr/>
        <p:txBody>
          <a:bodyPr/>
          <a:lstStyle/>
          <a:p>
            <a:r>
              <a:rPr lang="en-US" dirty="0"/>
              <a:t>Popular Architectures</a:t>
            </a:r>
          </a:p>
        </p:txBody>
      </p:sp>
      <p:sp>
        <p:nvSpPr>
          <p:cNvPr id="3" name="Content Placeholder 2">
            <a:extLst>
              <a:ext uri="{FF2B5EF4-FFF2-40B4-BE49-F238E27FC236}">
                <a16:creationId xmlns:a16="http://schemas.microsoft.com/office/drawing/2014/main" id="{02D63639-57CF-407D-048C-8FB66B82EF2F}"/>
              </a:ext>
            </a:extLst>
          </p:cNvPr>
          <p:cNvSpPr>
            <a:spLocks noGrp="1"/>
          </p:cNvSpPr>
          <p:nvPr>
            <p:ph idx="1"/>
          </p:nvPr>
        </p:nvSpPr>
        <p:spPr>
          <a:xfrm>
            <a:off x="838200" y="1690688"/>
            <a:ext cx="10515600" cy="4802187"/>
          </a:xfrm>
        </p:spPr>
        <p:txBody>
          <a:bodyPr>
            <a:normAutofit/>
          </a:bodyPr>
          <a:lstStyle/>
          <a:p>
            <a:pPr marL="0" indent="0">
              <a:buNone/>
            </a:pPr>
            <a:r>
              <a:rPr lang="en-US" dirty="0"/>
              <a:t>Contemporary</a:t>
            </a:r>
          </a:p>
          <a:p>
            <a:r>
              <a:rPr lang="en-US" dirty="0"/>
              <a:t>x86 - CISC</a:t>
            </a:r>
          </a:p>
          <a:p>
            <a:r>
              <a:rPr lang="en-US" dirty="0"/>
              <a:t>ARM – RISC (Apple M1, Qualcomm Snapdragon, others)</a:t>
            </a:r>
          </a:p>
          <a:p>
            <a:r>
              <a:rPr lang="en-US" dirty="0"/>
              <a:t>RISC-V – RISC (of course)</a:t>
            </a:r>
          </a:p>
          <a:p>
            <a:r>
              <a:rPr lang="en-US" dirty="0"/>
              <a:t>AVR – RISC (Microcontrollers, Harvard Architecture)</a:t>
            </a:r>
          </a:p>
          <a:p>
            <a:pPr marL="0" indent="0">
              <a:buNone/>
            </a:pPr>
            <a:r>
              <a:rPr lang="en-US" dirty="0"/>
              <a:t>Historic</a:t>
            </a:r>
          </a:p>
          <a:p>
            <a:r>
              <a:rPr lang="en-US" dirty="0"/>
              <a:t>Intel Itanium – RISC</a:t>
            </a:r>
          </a:p>
          <a:p>
            <a:r>
              <a:rPr lang="en-US" dirty="0"/>
              <a:t>68000 – CISC (first Macintosh)</a:t>
            </a:r>
          </a:p>
          <a:p>
            <a:r>
              <a:rPr lang="en-US" dirty="0"/>
              <a:t>IBM PowerPC – RISC (later Macs, others)</a:t>
            </a:r>
          </a:p>
        </p:txBody>
      </p:sp>
    </p:spTree>
    <p:extLst>
      <p:ext uri="{BB962C8B-B14F-4D97-AF65-F5344CB8AC3E}">
        <p14:creationId xmlns:p14="http://schemas.microsoft.com/office/powerpoint/2010/main" val="414736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CD61-D276-4AC3-25BC-3DB7B6CDE56B}"/>
              </a:ext>
            </a:extLst>
          </p:cNvPr>
          <p:cNvSpPr>
            <a:spLocks noGrp="1"/>
          </p:cNvSpPr>
          <p:nvPr>
            <p:ph type="title"/>
          </p:nvPr>
        </p:nvSpPr>
        <p:spPr>
          <a:xfrm>
            <a:off x="838200" y="365125"/>
            <a:ext cx="10515600" cy="701675"/>
          </a:xfrm>
        </p:spPr>
        <p:txBody>
          <a:bodyPr/>
          <a:lstStyle/>
          <a:p>
            <a:r>
              <a:rPr lang="en-US" dirty="0"/>
              <a:t>Pipelining</a:t>
            </a:r>
          </a:p>
        </p:txBody>
      </p:sp>
      <p:pic>
        <p:nvPicPr>
          <p:cNvPr id="4" name="Content Placeholder 4" descr="Illustration shows the C I S C processing versus R I S C processing using pipelining as follows: The C I S C processing for performing three additions in 12 cycles shows three layers. The first layer reads the Clock Cycles. The second layer shows Cycle numbers from 1 to 12 in each box within the layer. The third layer shows performing first addition in first four cycles, second addition in next four cycles, and the third addition being completed at the twelfth cycle. The R I S C C P U processing shows three additions completed in 6 cycles. The first two layers read “Clock cycles” and the cycle numbers from 1 to 6. The next three layers show the operations first addition, second addition, and third addition. The four operations load, load, add, and store involved in the first addition are performed in the cycles 1, 2, 3, and 4. The four operations load, load, add, and store for the second addition are performed during the second, third, fourth, and fifth cycle. The four operations load, load, add, and store for the third addition are performed during the third, fourth, fifth, and sixth cycle.">
            <a:extLst>
              <a:ext uri="{FF2B5EF4-FFF2-40B4-BE49-F238E27FC236}">
                <a16:creationId xmlns:a16="http://schemas.microsoft.com/office/drawing/2014/main" id="{D92D8D39-BB69-0502-A133-F809D1156564}"/>
              </a:ext>
            </a:extLst>
          </p:cNvPr>
          <p:cNvPicPr>
            <a:picLocks noGrp="1" noChangeAspect="1"/>
          </p:cNvPicPr>
          <p:nvPr>
            <p:ph idx="1"/>
          </p:nvPr>
        </p:nvPicPr>
        <p:blipFill>
          <a:blip r:embed="rId2"/>
          <a:srcRect l="-1220" t="-3812" r="-1220" b="-3812"/>
          <a:stretch/>
        </p:blipFill>
        <p:spPr>
          <a:xfrm>
            <a:off x="1295400" y="1066800"/>
            <a:ext cx="9601200" cy="5029200"/>
          </a:xfrm>
          <a:ln w="6350">
            <a:solidFill>
              <a:schemeClr val="tx1"/>
            </a:solidFill>
          </a:ln>
        </p:spPr>
      </p:pic>
      <p:sp>
        <p:nvSpPr>
          <p:cNvPr id="5" name="TextBox 4">
            <a:extLst>
              <a:ext uri="{FF2B5EF4-FFF2-40B4-BE49-F238E27FC236}">
                <a16:creationId xmlns:a16="http://schemas.microsoft.com/office/drawing/2014/main" id="{5F61F4D8-5349-BFCA-01F3-828B29EBC1E0}"/>
              </a:ext>
            </a:extLst>
          </p:cNvPr>
          <p:cNvSpPr txBox="1"/>
          <p:nvPr/>
        </p:nvSpPr>
        <p:spPr>
          <a:xfrm>
            <a:off x="977451" y="6428343"/>
            <a:ext cx="10237098" cy="369332"/>
          </a:xfrm>
          <a:prstGeom prst="rect">
            <a:avLst/>
          </a:prstGeom>
          <a:noFill/>
        </p:spPr>
        <p:txBody>
          <a:bodyPr wrap="none" rtlCol="0">
            <a:spAutoFit/>
          </a:bodyPr>
          <a:lstStyle/>
          <a:p>
            <a:r>
              <a:rPr lang="en-US" i="1" dirty="0"/>
              <a:t>Except that, contrary to the textbook, contemporary CISC processors do an excellent job of pipelining.</a:t>
            </a:r>
          </a:p>
        </p:txBody>
      </p:sp>
    </p:spTree>
    <p:extLst>
      <p:ext uri="{BB962C8B-B14F-4D97-AF65-F5344CB8AC3E}">
        <p14:creationId xmlns:p14="http://schemas.microsoft.com/office/powerpoint/2010/main" val="307423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42A01-CCB6-28F9-3774-18E2908651F3}"/>
              </a:ext>
            </a:extLst>
          </p:cNvPr>
          <p:cNvSpPr>
            <a:spLocks noGrp="1"/>
          </p:cNvSpPr>
          <p:nvPr>
            <p:ph type="title"/>
          </p:nvPr>
        </p:nvSpPr>
        <p:spPr>
          <a:xfrm>
            <a:off x="838200" y="365125"/>
            <a:ext cx="3657600" cy="1325563"/>
          </a:xfrm>
        </p:spPr>
        <p:txBody>
          <a:bodyPr/>
          <a:lstStyle/>
          <a:p>
            <a:pPr algn="ctr"/>
            <a:r>
              <a:rPr lang="en-US" dirty="0"/>
              <a:t>Von Neumann</a:t>
            </a:r>
            <a:br>
              <a:rPr lang="en-US" dirty="0"/>
            </a:br>
            <a:r>
              <a:rPr lang="en-US" dirty="0"/>
              <a:t>Architecture</a:t>
            </a:r>
          </a:p>
        </p:txBody>
      </p:sp>
      <p:sp>
        <p:nvSpPr>
          <p:cNvPr id="4" name="Trapezoid 3">
            <a:extLst>
              <a:ext uri="{FF2B5EF4-FFF2-40B4-BE49-F238E27FC236}">
                <a16:creationId xmlns:a16="http://schemas.microsoft.com/office/drawing/2014/main" id="{ACFB2772-79F3-D5B5-0EEE-CBA4F56D3782}"/>
              </a:ext>
            </a:extLst>
          </p:cNvPr>
          <p:cNvSpPr/>
          <p:nvPr/>
        </p:nvSpPr>
        <p:spPr>
          <a:xfrm>
            <a:off x="1181100" y="2368044"/>
            <a:ext cx="2819400" cy="747712"/>
          </a:xfrm>
          <a:prstGeom prst="trapezoid">
            <a:avLst>
              <a:gd name="adj" fmla="val 3779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Arithmetic Logic Unit</a:t>
            </a:r>
            <a:br>
              <a:rPr lang="en-US" dirty="0"/>
            </a:br>
            <a:r>
              <a:rPr lang="en-US" dirty="0"/>
              <a:t>(ALU)</a:t>
            </a:r>
          </a:p>
        </p:txBody>
      </p:sp>
      <p:sp>
        <p:nvSpPr>
          <p:cNvPr id="5" name="Oval 4">
            <a:extLst>
              <a:ext uri="{FF2B5EF4-FFF2-40B4-BE49-F238E27FC236}">
                <a16:creationId xmlns:a16="http://schemas.microsoft.com/office/drawing/2014/main" id="{A5081C49-A097-F3E1-D11B-222898F79BB9}"/>
              </a:ext>
            </a:extLst>
          </p:cNvPr>
          <p:cNvSpPr/>
          <p:nvPr/>
        </p:nvSpPr>
        <p:spPr>
          <a:xfrm>
            <a:off x="1905000" y="3537015"/>
            <a:ext cx="1371600" cy="1322832"/>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Control</a:t>
            </a:r>
            <a:br>
              <a:rPr lang="en-US" dirty="0"/>
            </a:br>
            <a:r>
              <a:rPr lang="en-US" dirty="0"/>
              <a:t>Unit</a:t>
            </a:r>
          </a:p>
        </p:txBody>
      </p:sp>
      <p:sp>
        <p:nvSpPr>
          <p:cNvPr id="6" name="Rectangle 5">
            <a:extLst>
              <a:ext uri="{FF2B5EF4-FFF2-40B4-BE49-F238E27FC236}">
                <a16:creationId xmlns:a16="http://schemas.microsoft.com/office/drawing/2014/main" id="{13B52DB9-517D-38C1-BFD3-F3FFCD6CFB6C}"/>
              </a:ext>
            </a:extLst>
          </p:cNvPr>
          <p:cNvSpPr/>
          <p:nvPr/>
        </p:nvSpPr>
        <p:spPr>
          <a:xfrm>
            <a:off x="4003548" y="3727087"/>
            <a:ext cx="1097280" cy="94268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Memory</a:t>
            </a:r>
          </a:p>
        </p:txBody>
      </p:sp>
      <p:sp>
        <p:nvSpPr>
          <p:cNvPr id="7" name="Parallelogram 6">
            <a:extLst>
              <a:ext uri="{FF2B5EF4-FFF2-40B4-BE49-F238E27FC236}">
                <a16:creationId xmlns:a16="http://schemas.microsoft.com/office/drawing/2014/main" id="{D15B5768-E1F7-08A5-3276-01CE1379037A}"/>
              </a:ext>
            </a:extLst>
          </p:cNvPr>
          <p:cNvSpPr/>
          <p:nvPr/>
        </p:nvSpPr>
        <p:spPr>
          <a:xfrm>
            <a:off x="1295400" y="5257800"/>
            <a:ext cx="2590800" cy="747712"/>
          </a:xfrm>
          <a:prstGeom prst="parallelogram">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Input / Output</a:t>
            </a:r>
            <a:br>
              <a:rPr lang="en-US" dirty="0"/>
            </a:br>
            <a:r>
              <a:rPr lang="en-US" dirty="0"/>
              <a:t>(I/O)</a:t>
            </a:r>
          </a:p>
        </p:txBody>
      </p:sp>
      <p:cxnSp>
        <p:nvCxnSpPr>
          <p:cNvPr id="9" name="Straight Arrow Connector 8">
            <a:extLst>
              <a:ext uri="{FF2B5EF4-FFF2-40B4-BE49-F238E27FC236}">
                <a16:creationId xmlns:a16="http://schemas.microsoft.com/office/drawing/2014/main" id="{EDCCD2E2-85C9-B4F7-EA43-0AE1BB50DDBB}"/>
              </a:ext>
            </a:extLst>
          </p:cNvPr>
          <p:cNvCxnSpPr>
            <a:stCxn id="4" idx="2"/>
            <a:endCxn id="5" idx="0"/>
          </p:cNvCxnSpPr>
          <p:nvPr/>
        </p:nvCxnSpPr>
        <p:spPr>
          <a:xfrm>
            <a:off x="2590800" y="3115756"/>
            <a:ext cx="0" cy="4212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7C4565E-995E-9B6C-2269-571B2AEABEDE}"/>
              </a:ext>
            </a:extLst>
          </p:cNvPr>
          <p:cNvCxnSpPr>
            <a:stCxn id="5" idx="6"/>
            <a:endCxn id="6" idx="1"/>
          </p:cNvCxnSpPr>
          <p:nvPr/>
        </p:nvCxnSpPr>
        <p:spPr>
          <a:xfrm>
            <a:off x="3276600" y="4198431"/>
            <a:ext cx="72694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E1488E5-82CE-5B76-75C1-18439E4838D8}"/>
              </a:ext>
            </a:extLst>
          </p:cNvPr>
          <p:cNvCxnSpPr>
            <a:stCxn id="5" idx="4"/>
          </p:cNvCxnSpPr>
          <p:nvPr/>
        </p:nvCxnSpPr>
        <p:spPr>
          <a:xfrm>
            <a:off x="2590800" y="4859847"/>
            <a:ext cx="0" cy="39795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Title 1">
            <a:extLst>
              <a:ext uri="{FF2B5EF4-FFF2-40B4-BE49-F238E27FC236}">
                <a16:creationId xmlns:a16="http://schemas.microsoft.com/office/drawing/2014/main" id="{E92CA54D-35B3-550C-379F-42F53657DC83}"/>
              </a:ext>
            </a:extLst>
          </p:cNvPr>
          <p:cNvSpPr txBox="1">
            <a:spLocks/>
          </p:cNvSpPr>
          <p:nvPr/>
        </p:nvSpPr>
        <p:spPr>
          <a:xfrm>
            <a:off x="7162802" y="283081"/>
            <a:ext cx="3657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Harvard</a:t>
            </a:r>
            <a:br>
              <a:rPr lang="en-US" dirty="0"/>
            </a:br>
            <a:r>
              <a:rPr lang="en-US" dirty="0"/>
              <a:t>Architecture</a:t>
            </a:r>
          </a:p>
        </p:txBody>
      </p:sp>
      <p:sp>
        <p:nvSpPr>
          <p:cNvPr id="24" name="Trapezoid 23">
            <a:extLst>
              <a:ext uri="{FF2B5EF4-FFF2-40B4-BE49-F238E27FC236}">
                <a16:creationId xmlns:a16="http://schemas.microsoft.com/office/drawing/2014/main" id="{704F498C-B1B2-B7FE-7020-16CB12D97FDC}"/>
              </a:ext>
            </a:extLst>
          </p:cNvPr>
          <p:cNvSpPr/>
          <p:nvPr/>
        </p:nvSpPr>
        <p:spPr>
          <a:xfrm>
            <a:off x="7505702" y="2362200"/>
            <a:ext cx="2819400" cy="747712"/>
          </a:xfrm>
          <a:prstGeom prst="trapezoid">
            <a:avLst>
              <a:gd name="adj" fmla="val 3779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Arithmetic Logic Unit</a:t>
            </a:r>
            <a:br>
              <a:rPr lang="en-US" dirty="0"/>
            </a:br>
            <a:r>
              <a:rPr lang="en-US" dirty="0"/>
              <a:t>(ALU)</a:t>
            </a:r>
          </a:p>
        </p:txBody>
      </p:sp>
      <p:sp>
        <p:nvSpPr>
          <p:cNvPr id="25" name="Oval 24">
            <a:extLst>
              <a:ext uri="{FF2B5EF4-FFF2-40B4-BE49-F238E27FC236}">
                <a16:creationId xmlns:a16="http://schemas.microsoft.com/office/drawing/2014/main" id="{92ED20DD-4966-27E9-4632-92C83D3740D1}"/>
              </a:ext>
            </a:extLst>
          </p:cNvPr>
          <p:cNvSpPr/>
          <p:nvPr/>
        </p:nvSpPr>
        <p:spPr>
          <a:xfrm>
            <a:off x="8229602" y="3531171"/>
            <a:ext cx="1371600" cy="1322832"/>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Control</a:t>
            </a:r>
            <a:br>
              <a:rPr lang="en-US" dirty="0"/>
            </a:br>
            <a:r>
              <a:rPr lang="en-US" dirty="0"/>
              <a:t>Unit</a:t>
            </a:r>
          </a:p>
        </p:txBody>
      </p:sp>
      <p:sp>
        <p:nvSpPr>
          <p:cNvPr id="26" name="Rectangle 25">
            <a:extLst>
              <a:ext uri="{FF2B5EF4-FFF2-40B4-BE49-F238E27FC236}">
                <a16:creationId xmlns:a16="http://schemas.microsoft.com/office/drawing/2014/main" id="{EE1E5991-575F-C536-C394-1B32ACEAB698}"/>
              </a:ext>
            </a:extLst>
          </p:cNvPr>
          <p:cNvSpPr/>
          <p:nvPr/>
        </p:nvSpPr>
        <p:spPr>
          <a:xfrm>
            <a:off x="10328150" y="3721243"/>
            <a:ext cx="1097280" cy="94268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Data</a:t>
            </a:r>
            <a:br>
              <a:rPr lang="en-US" dirty="0"/>
            </a:br>
            <a:r>
              <a:rPr lang="en-US" dirty="0"/>
              <a:t>Memory</a:t>
            </a:r>
          </a:p>
        </p:txBody>
      </p:sp>
      <p:sp>
        <p:nvSpPr>
          <p:cNvPr id="27" name="Parallelogram 26">
            <a:extLst>
              <a:ext uri="{FF2B5EF4-FFF2-40B4-BE49-F238E27FC236}">
                <a16:creationId xmlns:a16="http://schemas.microsoft.com/office/drawing/2014/main" id="{E6FAB156-84C8-2EAD-D8B9-0C1C4D07C834}"/>
              </a:ext>
            </a:extLst>
          </p:cNvPr>
          <p:cNvSpPr/>
          <p:nvPr/>
        </p:nvSpPr>
        <p:spPr>
          <a:xfrm>
            <a:off x="7620002" y="5251956"/>
            <a:ext cx="2590800" cy="747712"/>
          </a:xfrm>
          <a:prstGeom prst="parallelogram">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Input / Output</a:t>
            </a:r>
            <a:br>
              <a:rPr lang="en-US" dirty="0"/>
            </a:br>
            <a:r>
              <a:rPr lang="en-US" dirty="0"/>
              <a:t>(I/O)</a:t>
            </a:r>
          </a:p>
        </p:txBody>
      </p:sp>
      <p:cxnSp>
        <p:nvCxnSpPr>
          <p:cNvPr id="28" name="Straight Arrow Connector 27">
            <a:extLst>
              <a:ext uri="{FF2B5EF4-FFF2-40B4-BE49-F238E27FC236}">
                <a16:creationId xmlns:a16="http://schemas.microsoft.com/office/drawing/2014/main" id="{AE871A2E-DC2C-CA46-C4AC-F3D86B48BF5B}"/>
              </a:ext>
            </a:extLst>
          </p:cNvPr>
          <p:cNvCxnSpPr>
            <a:stCxn id="24" idx="2"/>
            <a:endCxn id="25" idx="0"/>
          </p:cNvCxnSpPr>
          <p:nvPr/>
        </p:nvCxnSpPr>
        <p:spPr>
          <a:xfrm>
            <a:off x="8915402" y="3109912"/>
            <a:ext cx="0" cy="4212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C1B8270-7667-6E2E-8123-FF40D52A172C}"/>
              </a:ext>
            </a:extLst>
          </p:cNvPr>
          <p:cNvCxnSpPr>
            <a:stCxn id="25" idx="6"/>
            <a:endCxn id="26" idx="1"/>
          </p:cNvCxnSpPr>
          <p:nvPr/>
        </p:nvCxnSpPr>
        <p:spPr>
          <a:xfrm>
            <a:off x="9601202" y="4192587"/>
            <a:ext cx="72694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7167141-845D-C260-C59A-2EBEC84A2958}"/>
              </a:ext>
            </a:extLst>
          </p:cNvPr>
          <p:cNvCxnSpPr>
            <a:stCxn id="25" idx="4"/>
          </p:cNvCxnSpPr>
          <p:nvPr/>
        </p:nvCxnSpPr>
        <p:spPr>
          <a:xfrm>
            <a:off x="8915402" y="4854003"/>
            <a:ext cx="0" cy="39795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8AE6608-EEFB-3B0F-0C61-A84071DEA0A0}"/>
              </a:ext>
            </a:extLst>
          </p:cNvPr>
          <p:cNvSpPr/>
          <p:nvPr/>
        </p:nvSpPr>
        <p:spPr>
          <a:xfrm>
            <a:off x="6405374" y="3721243"/>
            <a:ext cx="1097280" cy="94268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Code</a:t>
            </a:r>
            <a:br>
              <a:rPr lang="en-US" dirty="0"/>
            </a:br>
            <a:r>
              <a:rPr lang="en-US" dirty="0"/>
              <a:t>Memory</a:t>
            </a:r>
          </a:p>
        </p:txBody>
      </p:sp>
      <p:cxnSp>
        <p:nvCxnSpPr>
          <p:cNvPr id="34" name="Straight Arrow Connector 33">
            <a:extLst>
              <a:ext uri="{FF2B5EF4-FFF2-40B4-BE49-F238E27FC236}">
                <a16:creationId xmlns:a16="http://schemas.microsoft.com/office/drawing/2014/main" id="{C011DC45-4D2B-84AD-CA84-C41F6C56E176}"/>
              </a:ext>
            </a:extLst>
          </p:cNvPr>
          <p:cNvCxnSpPr>
            <a:cxnSpLocks/>
            <a:stCxn id="33" idx="3"/>
            <a:endCxn id="25" idx="2"/>
          </p:cNvCxnSpPr>
          <p:nvPr/>
        </p:nvCxnSpPr>
        <p:spPr>
          <a:xfrm>
            <a:off x="7502654" y="4192587"/>
            <a:ext cx="72694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9695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957A-EEB7-0C5F-6458-7F16CECFA5AC}"/>
              </a:ext>
            </a:extLst>
          </p:cNvPr>
          <p:cNvSpPr>
            <a:spLocks noGrp="1"/>
          </p:cNvSpPr>
          <p:nvPr>
            <p:ph type="title"/>
          </p:nvPr>
        </p:nvSpPr>
        <p:spPr>
          <a:xfrm>
            <a:off x="838200" y="152400"/>
            <a:ext cx="10515600" cy="777875"/>
          </a:xfrm>
        </p:spPr>
        <p:txBody>
          <a:bodyPr/>
          <a:lstStyle/>
          <a:p>
            <a:r>
              <a:rPr lang="en-US" baseline="0" dirty="0"/>
              <a:t>Memory Space</a:t>
            </a:r>
            <a:endParaRPr lang="en-US" dirty="0"/>
          </a:p>
        </p:txBody>
      </p:sp>
      <p:sp>
        <p:nvSpPr>
          <p:cNvPr id="6" name="Rectangle 5">
            <a:extLst>
              <a:ext uri="{FF2B5EF4-FFF2-40B4-BE49-F238E27FC236}">
                <a16:creationId xmlns:a16="http://schemas.microsoft.com/office/drawing/2014/main" id="{D4BB0D9B-333A-9186-8B72-C1C110B0CC42}"/>
              </a:ext>
            </a:extLst>
          </p:cNvPr>
          <p:cNvSpPr/>
          <p:nvPr/>
        </p:nvSpPr>
        <p:spPr>
          <a:xfrm>
            <a:off x="2971800" y="1448380"/>
            <a:ext cx="2438400" cy="4571417"/>
          </a:xfrm>
          <a:prstGeom prst="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3EB08519-C02F-4661-82E1-9B215F4EF5F6}"/>
              </a:ext>
            </a:extLst>
          </p:cNvPr>
          <p:cNvSpPr txBox="1"/>
          <p:nvPr/>
        </p:nvSpPr>
        <p:spPr>
          <a:xfrm>
            <a:off x="3342722" y="966851"/>
            <a:ext cx="1696555" cy="369332"/>
          </a:xfrm>
          <a:prstGeom prst="rect">
            <a:avLst/>
          </a:prstGeom>
          <a:noFill/>
        </p:spPr>
        <p:txBody>
          <a:bodyPr wrap="none" rtlCol="0">
            <a:spAutoFit/>
          </a:bodyPr>
          <a:lstStyle/>
          <a:p>
            <a:r>
              <a:rPr lang="en-US" dirty="0"/>
              <a:t>Virtual Memory</a:t>
            </a:r>
          </a:p>
        </p:txBody>
      </p:sp>
      <p:cxnSp>
        <p:nvCxnSpPr>
          <p:cNvPr id="9" name="Straight Connector 8">
            <a:extLst>
              <a:ext uri="{FF2B5EF4-FFF2-40B4-BE49-F238E27FC236}">
                <a16:creationId xmlns:a16="http://schemas.microsoft.com/office/drawing/2014/main" id="{DD29B394-1723-4397-F2C5-067288AAE127}"/>
              </a:ext>
            </a:extLst>
          </p:cNvPr>
          <p:cNvCxnSpPr>
            <a:cxnSpLocks/>
          </p:cNvCxnSpPr>
          <p:nvPr/>
        </p:nvCxnSpPr>
        <p:spPr>
          <a:xfrm>
            <a:off x="2971800" y="3733800"/>
            <a:ext cx="2438400" cy="0"/>
          </a:xfrm>
          <a:prstGeom prst="line">
            <a:avLst/>
          </a:prstGeom>
          <a:ln w="38100"/>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5CCC2261-E2D2-6F69-D1A2-76ED8198BD0C}"/>
              </a:ext>
            </a:extLst>
          </p:cNvPr>
          <p:cNvSpPr txBox="1"/>
          <p:nvPr/>
        </p:nvSpPr>
        <p:spPr>
          <a:xfrm>
            <a:off x="2663702" y="1143000"/>
            <a:ext cx="308098" cy="369332"/>
          </a:xfrm>
          <a:prstGeom prst="rect">
            <a:avLst/>
          </a:prstGeom>
          <a:noFill/>
        </p:spPr>
        <p:txBody>
          <a:bodyPr wrap="none" rtlCol="0">
            <a:spAutoFit/>
          </a:bodyPr>
          <a:lstStyle/>
          <a:p>
            <a:pPr algn="r"/>
            <a:r>
              <a:rPr lang="en-US" dirty="0"/>
              <a:t>0</a:t>
            </a:r>
          </a:p>
        </p:txBody>
      </p:sp>
      <p:sp>
        <p:nvSpPr>
          <p:cNvPr id="12" name="TextBox 11">
            <a:extLst>
              <a:ext uri="{FF2B5EF4-FFF2-40B4-BE49-F238E27FC236}">
                <a16:creationId xmlns:a16="http://schemas.microsoft.com/office/drawing/2014/main" id="{57E8752C-BA74-FBD8-9D9B-CD7F1E53FAA6}"/>
              </a:ext>
            </a:extLst>
          </p:cNvPr>
          <p:cNvSpPr txBox="1"/>
          <p:nvPr/>
        </p:nvSpPr>
        <p:spPr>
          <a:xfrm>
            <a:off x="1974155" y="6019800"/>
            <a:ext cx="997645" cy="646331"/>
          </a:xfrm>
          <a:prstGeom prst="rect">
            <a:avLst/>
          </a:prstGeom>
          <a:noFill/>
        </p:spPr>
        <p:txBody>
          <a:bodyPr wrap="none" rtlCol="0">
            <a:spAutoFit/>
          </a:bodyPr>
          <a:lstStyle/>
          <a:p>
            <a:pPr algn="r"/>
            <a:r>
              <a:rPr lang="en-US" dirty="0"/>
              <a:t>End of</a:t>
            </a:r>
            <a:br>
              <a:rPr lang="en-US" dirty="0"/>
            </a:br>
            <a:r>
              <a:rPr lang="en-US" dirty="0"/>
              <a:t>Memory</a:t>
            </a:r>
          </a:p>
        </p:txBody>
      </p:sp>
      <p:sp>
        <p:nvSpPr>
          <p:cNvPr id="13" name="Left Brace 12">
            <a:extLst>
              <a:ext uri="{FF2B5EF4-FFF2-40B4-BE49-F238E27FC236}">
                <a16:creationId xmlns:a16="http://schemas.microsoft.com/office/drawing/2014/main" id="{5AB3E4F4-A5E8-E885-6D96-9875BBCDAE2F}"/>
              </a:ext>
            </a:extLst>
          </p:cNvPr>
          <p:cNvSpPr/>
          <p:nvPr/>
        </p:nvSpPr>
        <p:spPr>
          <a:xfrm>
            <a:off x="2351267" y="3733800"/>
            <a:ext cx="308098" cy="2285997"/>
          </a:xfrm>
          <a:prstGeom prst="leftBrace">
            <a:avLst>
              <a:gd name="adj1" fmla="val 51862"/>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FDAA73DF-8D09-55EA-D9D6-B210BA87009D}"/>
              </a:ext>
            </a:extLst>
          </p:cNvPr>
          <p:cNvSpPr txBox="1"/>
          <p:nvPr/>
        </p:nvSpPr>
        <p:spPr>
          <a:xfrm>
            <a:off x="838200" y="4693201"/>
            <a:ext cx="1491627" cy="369332"/>
          </a:xfrm>
          <a:prstGeom prst="rect">
            <a:avLst/>
          </a:prstGeom>
          <a:noFill/>
        </p:spPr>
        <p:txBody>
          <a:bodyPr wrap="none" rtlCol="0">
            <a:spAutoFit/>
          </a:bodyPr>
          <a:lstStyle/>
          <a:p>
            <a:pPr algn="r"/>
            <a:r>
              <a:rPr lang="en-US" dirty="0"/>
              <a:t>Kernel Space</a:t>
            </a:r>
          </a:p>
        </p:txBody>
      </p:sp>
      <p:sp>
        <p:nvSpPr>
          <p:cNvPr id="15" name="Left Brace 14">
            <a:extLst>
              <a:ext uri="{FF2B5EF4-FFF2-40B4-BE49-F238E27FC236}">
                <a16:creationId xmlns:a16="http://schemas.microsoft.com/office/drawing/2014/main" id="{3A7FB9FE-727F-BB9D-EDCB-A0328B3CC6CB}"/>
              </a:ext>
            </a:extLst>
          </p:cNvPr>
          <p:cNvSpPr/>
          <p:nvPr/>
        </p:nvSpPr>
        <p:spPr>
          <a:xfrm>
            <a:off x="2346804" y="1447801"/>
            <a:ext cx="312562" cy="2286000"/>
          </a:xfrm>
          <a:prstGeom prst="leftBrace">
            <a:avLst>
              <a:gd name="adj1" fmla="val 51862"/>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A7E8C44C-54F3-8122-A878-8F6FAB45824F}"/>
              </a:ext>
            </a:extLst>
          </p:cNvPr>
          <p:cNvSpPr txBox="1"/>
          <p:nvPr/>
        </p:nvSpPr>
        <p:spPr>
          <a:xfrm>
            <a:off x="990600" y="2426865"/>
            <a:ext cx="1325748" cy="369332"/>
          </a:xfrm>
          <a:prstGeom prst="rect">
            <a:avLst/>
          </a:prstGeom>
          <a:noFill/>
        </p:spPr>
        <p:txBody>
          <a:bodyPr wrap="none" rtlCol="0">
            <a:spAutoFit/>
          </a:bodyPr>
          <a:lstStyle/>
          <a:p>
            <a:pPr algn="r"/>
            <a:r>
              <a:rPr lang="en-US" dirty="0"/>
              <a:t>User Space</a:t>
            </a:r>
          </a:p>
        </p:txBody>
      </p:sp>
      <p:cxnSp>
        <p:nvCxnSpPr>
          <p:cNvPr id="17" name="Straight Connector 16">
            <a:extLst>
              <a:ext uri="{FF2B5EF4-FFF2-40B4-BE49-F238E27FC236}">
                <a16:creationId xmlns:a16="http://schemas.microsoft.com/office/drawing/2014/main" id="{1D6B1C6B-D65F-9A09-CEB9-AE467B7B3915}"/>
              </a:ext>
            </a:extLst>
          </p:cNvPr>
          <p:cNvCxnSpPr/>
          <p:nvPr/>
        </p:nvCxnSpPr>
        <p:spPr>
          <a:xfrm>
            <a:off x="2971800" y="1905000"/>
            <a:ext cx="243840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1E4B845C-2915-436E-05AC-630255AF3604}"/>
              </a:ext>
            </a:extLst>
          </p:cNvPr>
          <p:cNvCxnSpPr/>
          <p:nvPr/>
        </p:nvCxnSpPr>
        <p:spPr>
          <a:xfrm>
            <a:off x="2971799" y="2362200"/>
            <a:ext cx="2438400"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386DC7CB-50D8-874E-E7FA-1ED0119EF8DE}"/>
              </a:ext>
            </a:extLst>
          </p:cNvPr>
          <p:cNvCxnSpPr/>
          <p:nvPr/>
        </p:nvCxnSpPr>
        <p:spPr>
          <a:xfrm>
            <a:off x="2971800" y="2819400"/>
            <a:ext cx="2438400"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EF7A7804-797F-E166-664B-FF809A7893C9}"/>
              </a:ext>
            </a:extLst>
          </p:cNvPr>
          <p:cNvCxnSpPr/>
          <p:nvPr/>
        </p:nvCxnSpPr>
        <p:spPr>
          <a:xfrm>
            <a:off x="2971799" y="3276600"/>
            <a:ext cx="2438400" cy="0"/>
          </a:xfrm>
          <a:prstGeom prst="line">
            <a:avLst/>
          </a:prstGeom>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D85401D6-A653-54E4-F4AD-A8BB19E2BDC5}"/>
              </a:ext>
            </a:extLst>
          </p:cNvPr>
          <p:cNvSpPr txBox="1"/>
          <p:nvPr/>
        </p:nvSpPr>
        <p:spPr>
          <a:xfrm>
            <a:off x="3829361" y="1447800"/>
            <a:ext cx="723275" cy="457200"/>
          </a:xfrm>
          <a:prstGeom prst="rect">
            <a:avLst/>
          </a:prstGeom>
          <a:noFill/>
        </p:spPr>
        <p:txBody>
          <a:bodyPr wrap="none" rtlCol="0" anchor="ctr" anchorCtr="0">
            <a:noAutofit/>
          </a:bodyPr>
          <a:lstStyle/>
          <a:p>
            <a:pPr algn="ctr"/>
            <a:r>
              <a:rPr lang="en-US" dirty="0"/>
              <a:t>Code</a:t>
            </a:r>
          </a:p>
        </p:txBody>
      </p:sp>
      <p:sp>
        <p:nvSpPr>
          <p:cNvPr id="22" name="TextBox 21">
            <a:extLst>
              <a:ext uri="{FF2B5EF4-FFF2-40B4-BE49-F238E27FC236}">
                <a16:creationId xmlns:a16="http://schemas.microsoft.com/office/drawing/2014/main" id="{FF21E911-9618-767B-D01B-A19D1DE6BEB5}"/>
              </a:ext>
            </a:extLst>
          </p:cNvPr>
          <p:cNvSpPr txBox="1"/>
          <p:nvPr/>
        </p:nvSpPr>
        <p:spPr>
          <a:xfrm>
            <a:off x="3859817" y="1905000"/>
            <a:ext cx="662362" cy="457200"/>
          </a:xfrm>
          <a:prstGeom prst="rect">
            <a:avLst/>
          </a:prstGeom>
          <a:noFill/>
        </p:spPr>
        <p:txBody>
          <a:bodyPr wrap="none" rtlCol="0" anchor="ctr" anchorCtr="0">
            <a:noAutofit/>
          </a:bodyPr>
          <a:lstStyle/>
          <a:p>
            <a:pPr algn="ctr"/>
            <a:r>
              <a:rPr lang="en-US" dirty="0"/>
              <a:t>Data</a:t>
            </a:r>
          </a:p>
        </p:txBody>
      </p:sp>
      <p:sp>
        <p:nvSpPr>
          <p:cNvPr id="23" name="TextBox 22">
            <a:extLst>
              <a:ext uri="{FF2B5EF4-FFF2-40B4-BE49-F238E27FC236}">
                <a16:creationId xmlns:a16="http://schemas.microsoft.com/office/drawing/2014/main" id="{8944DDF8-CD65-DE42-264F-62CFDD5A11ED}"/>
              </a:ext>
            </a:extLst>
          </p:cNvPr>
          <p:cNvSpPr txBox="1"/>
          <p:nvPr/>
        </p:nvSpPr>
        <p:spPr>
          <a:xfrm>
            <a:off x="3705378" y="2370554"/>
            <a:ext cx="971240" cy="457200"/>
          </a:xfrm>
          <a:prstGeom prst="rect">
            <a:avLst/>
          </a:prstGeom>
          <a:noFill/>
        </p:spPr>
        <p:txBody>
          <a:bodyPr wrap="square" rtlCol="0" anchor="ctr" anchorCtr="0">
            <a:noAutofit/>
          </a:bodyPr>
          <a:lstStyle/>
          <a:p>
            <a:pPr algn="ctr"/>
            <a:r>
              <a:rPr lang="en-US" dirty="0"/>
              <a:t>Stack</a:t>
            </a:r>
          </a:p>
        </p:txBody>
      </p:sp>
      <p:sp>
        <p:nvSpPr>
          <p:cNvPr id="24" name="TextBox 23">
            <a:extLst>
              <a:ext uri="{FF2B5EF4-FFF2-40B4-BE49-F238E27FC236}">
                <a16:creationId xmlns:a16="http://schemas.microsoft.com/office/drawing/2014/main" id="{E48C5CD7-ADF7-34AB-6C9C-EFA5CCF3F825}"/>
              </a:ext>
            </a:extLst>
          </p:cNvPr>
          <p:cNvSpPr txBox="1"/>
          <p:nvPr/>
        </p:nvSpPr>
        <p:spPr>
          <a:xfrm>
            <a:off x="3705378" y="2819400"/>
            <a:ext cx="971240" cy="457200"/>
          </a:xfrm>
          <a:prstGeom prst="rect">
            <a:avLst/>
          </a:prstGeom>
          <a:noFill/>
        </p:spPr>
        <p:txBody>
          <a:bodyPr wrap="square" rtlCol="0" anchor="ctr" anchorCtr="0">
            <a:noAutofit/>
          </a:bodyPr>
          <a:lstStyle/>
          <a:p>
            <a:pPr algn="ctr"/>
            <a:r>
              <a:rPr lang="en-US" dirty="0"/>
              <a:t>Heap</a:t>
            </a:r>
          </a:p>
        </p:txBody>
      </p:sp>
      <p:cxnSp>
        <p:nvCxnSpPr>
          <p:cNvPr id="26" name="Straight Connector 25">
            <a:extLst>
              <a:ext uri="{FF2B5EF4-FFF2-40B4-BE49-F238E27FC236}">
                <a16:creationId xmlns:a16="http://schemas.microsoft.com/office/drawing/2014/main" id="{133097AA-34ED-C90D-5AB7-71D92E18F380}"/>
              </a:ext>
            </a:extLst>
          </p:cNvPr>
          <p:cNvCxnSpPr/>
          <p:nvPr/>
        </p:nvCxnSpPr>
        <p:spPr>
          <a:xfrm>
            <a:off x="5410199" y="1445067"/>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22237E5-BE76-1750-7B5B-5D7468043A59}"/>
              </a:ext>
            </a:extLst>
          </p:cNvPr>
          <p:cNvCxnSpPr/>
          <p:nvPr/>
        </p:nvCxnSpPr>
        <p:spPr>
          <a:xfrm>
            <a:off x="5410200" y="23622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12E57FF-40AC-8622-9CBA-6D500953CEBE}"/>
              </a:ext>
            </a:extLst>
          </p:cNvPr>
          <p:cNvCxnSpPr/>
          <p:nvPr/>
        </p:nvCxnSpPr>
        <p:spPr>
          <a:xfrm>
            <a:off x="5410200" y="1597467"/>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4AFEF91-A03E-6C74-8317-06F1998DF940}"/>
              </a:ext>
            </a:extLst>
          </p:cNvPr>
          <p:cNvCxnSpPr/>
          <p:nvPr/>
        </p:nvCxnSpPr>
        <p:spPr>
          <a:xfrm>
            <a:off x="5410200" y="25146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40642D5-F5FB-28CB-EF7C-7848E87E7570}"/>
              </a:ext>
            </a:extLst>
          </p:cNvPr>
          <p:cNvCxnSpPr/>
          <p:nvPr/>
        </p:nvCxnSpPr>
        <p:spPr>
          <a:xfrm>
            <a:off x="5410200" y="17526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35CFEAA-B8AC-5207-E1C2-6C57500AE9A0}"/>
              </a:ext>
            </a:extLst>
          </p:cNvPr>
          <p:cNvCxnSpPr/>
          <p:nvPr/>
        </p:nvCxnSpPr>
        <p:spPr>
          <a:xfrm>
            <a:off x="5410200" y="26670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2390B1E-0D2E-6E1A-87B0-208425ECA2D0}"/>
              </a:ext>
            </a:extLst>
          </p:cNvPr>
          <p:cNvCxnSpPr/>
          <p:nvPr/>
        </p:nvCxnSpPr>
        <p:spPr>
          <a:xfrm>
            <a:off x="5410200" y="19050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8622F66-EB38-4F3C-66ED-99653439056C}"/>
              </a:ext>
            </a:extLst>
          </p:cNvPr>
          <p:cNvCxnSpPr/>
          <p:nvPr/>
        </p:nvCxnSpPr>
        <p:spPr>
          <a:xfrm>
            <a:off x="5410200" y="28194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39D9976-B112-D02A-91AB-125F2F5E2703}"/>
              </a:ext>
            </a:extLst>
          </p:cNvPr>
          <p:cNvCxnSpPr/>
          <p:nvPr/>
        </p:nvCxnSpPr>
        <p:spPr>
          <a:xfrm>
            <a:off x="5410200" y="20574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4371533-0ED7-DB49-E92F-5AC69621B1B6}"/>
              </a:ext>
            </a:extLst>
          </p:cNvPr>
          <p:cNvCxnSpPr/>
          <p:nvPr/>
        </p:nvCxnSpPr>
        <p:spPr>
          <a:xfrm>
            <a:off x="5410200" y="2971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AD19909-4180-15FD-61F7-7D6F4664F796}"/>
              </a:ext>
            </a:extLst>
          </p:cNvPr>
          <p:cNvCxnSpPr/>
          <p:nvPr/>
        </p:nvCxnSpPr>
        <p:spPr>
          <a:xfrm>
            <a:off x="5410200" y="2209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08E7F24-1F0B-7103-80B8-6FCBDB358463}"/>
              </a:ext>
            </a:extLst>
          </p:cNvPr>
          <p:cNvCxnSpPr/>
          <p:nvPr/>
        </p:nvCxnSpPr>
        <p:spPr>
          <a:xfrm>
            <a:off x="5410200" y="31242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C619634-B7A5-6101-9D0A-C50BFAEE40EC}"/>
              </a:ext>
            </a:extLst>
          </p:cNvPr>
          <p:cNvCxnSpPr/>
          <p:nvPr/>
        </p:nvCxnSpPr>
        <p:spPr>
          <a:xfrm>
            <a:off x="5410200" y="32766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60882040-A569-A01B-8B5E-9F3483F34269}"/>
              </a:ext>
            </a:extLst>
          </p:cNvPr>
          <p:cNvCxnSpPr/>
          <p:nvPr/>
        </p:nvCxnSpPr>
        <p:spPr>
          <a:xfrm>
            <a:off x="5410200" y="34290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44D1255D-F465-AE05-EF91-665902AE39D1}"/>
              </a:ext>
            </a:extLst>
          </p:cNvPr>
          <p:cNvCxnSpPr/>
          <p:nvPr/>
        </p:nvCxnSpPr>
        <p:spPr>
          <a:xfrm>
            <a:off x="5410200" y="35814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CA61BB5-631D-1B61-E6C7-9687CD9D56E0}"/>
              </a:ext>
            </a:extLst>
          </p:cNvPr>
          <p:cNvCxnSpPr/>
          <p:nvPr/>
        </p:nvCxnSpPr>
        <p:spPr>
          <a:xfrm>
            <a:off x="5410200" y="3733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AFBCAA73-71B8-39B3-1131-A64A6CA6E7FD}"/>
              </a:ext>
            </a:extLst>
          </p:cNvPr>
          <p:cNvCxnSpPr/>
          <p:nvPr/>
        </p:nvCxnSpPr>
        <p:spPr>
          <a:xfrm>
            <a:off x="5410200" y="3883467"/>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8280CCA-6792-7EAA-0B8B-752006FA920B}"/>
              </a:ext>
            </a:extLst>
          </p:cNvPr>
          <p:cNvCxnSpPr/>
          <p:nvPr/>
        </p:nvCxnSpPr>
        <p:spPr>
          <a:xfrm>
            <a:off x="5410201" y="48006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F4B01371-4D1C-3B07-51A5-E8AAA2A7905A}"/>
              </a:ext>
            </a:extLst>
          </p:cNvPr>
          <p:cNvCxnSpPr/>
          <p:nvPr/>
        </p:nvCxnSpPr>
        <p:spPr>
          <a:xfrm>
            <a:off x="5410201" y="4035867"/>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62F3E2D4-B477-8050-F72C-F60FEEA6FD89}"/>
              </a:ext>
            </a:extLst>
          </p:cNvPr>
          <p:cNvCxnSpPr/>
          <p:nvPr/>
        </p:nvCxnSpPr>
        <p:spPr>
          <a:xfrm>
            <a:off x="5410201" y="49530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244D0C82-1773-3BFE-95BE-7DF5090794CD}"/>
              </a:ext>
            </a:extLst>
          </p:cNvPr>
          <p:cNvCxnSpPr/>
          <p:nvPr/>
        </p:nvCxnSpPr>
        <p:spPr>
          <a:xfrm>
            <a:off x="5410201" y="41910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151E6D23-3661-D055-DCA3-E1A2D745AF20}"/>
              </a:ext>
            </a:extLst>
          </p:cNvPr>
          <p:cNvCxnSpPr/>
          <p:nvPr/>
        </p:nvCxnSpPr>
        <p:spPr>
          <a:xfrm>
            <a:off x="5410201" y="51054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D017634D-6D3E-3F1D-5962-7D48D60BAC2C}"/>
              </a:ext>
            </a:extLst>
          </p:cNvPr>
          <p:cNvCxnSpPr/>
          <p:nvPr/>
        </p:nvCxnSpPr>
        <p:spPr>
          <a:xfrm>
            <a:off x="5410201" y="43434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2806C71F-BB04-AD91-3244-4E39F42E3949}"/>
              </a:ext>
            </a:extLst>
          </p:cNvPr>
          <p:cNvCxnSpPr/>
          <p:nvPr/>
        </p:nvCxnSpPr>
        <p:spPr>
          <a:xfrm>
            <a:off x="5410201" y="5257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0D09508F-94C5-AFE8-9733-E88D9356E9C6}"/>
              </a:ext>
            </a:extLst>
          </p:cNvPr>
          <p:cNvCxnSpPr/>
          <p:nvPr/>
        </p:nvCxnSpPr>
        <p:spPr>
          <a:xfrm>
            <a:off x="5410201" y="4495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2FD8CB8-E93F-F3DD-16B4-8DAC594C4A92}"/>
              </a:ext>
            </a:extLst>
          </p:cNvPr>
          <p:cNvCxnSpPr/>
          <p:nvPr/>
        </p:nvCxnSpPr>
        <p:spPr>
          <a:xfrm>
            <a:off x="5410201" y="54102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2FA3592-7A73-568C-08C6-AF154BC0D470}"/>
              </a:ext>
            </a:extLst>
          </p:cNvPr>
          <p:cNvCxnSpPr/>
          <p:nvPr/>
        </p:nvCxnSpPr>
        <p:spPr>
          <a:xfrm>
            <a:off x="5410201" y="46482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BA8F1C80-B501-DCEE-703B-066885AA71AB}"/>
              </a:ext>
            </a:extLst>
          </p:cNvPr>
          <p:cNvCxnSpPr/>
          <p:nvPr/>
        </p:nvCxnSpPr>
        <p:spPr>
          <a:xfrm>
            <a:off x="5410201" y="55626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DC875E27-F51E-1658-3453-7315D95F4F2B}"/>
              </a:ext>
            </a:extLst>
          </p:cNvPr>
          <p:cNvCxnSpPr/>
          <p:nvPr/>
        </p:nvCxnSpPr>
        <p:spPr>
          <a:xfrm>
            <a:off x="5410201" y="57150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30356F75-D4DC-B7B6-7A38-80C4DEABDBB9}"/>
              </a:ext>
            </a:extLst>
          </p:cNvPr>
          <p:cNvCxnSpPr/>
          <p:nvPr/>
        </p:nvCxnSpPr>
        <p:spPr>
          <a:xfrm>
            <a:off x="5410201" y="58674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3183E2FD-F432-0DA7-7C40-9384C55173F9}"/>
              </a:ext>
            </a:extLst>
          </p:cNvPr>
          <p:cNvCxnSpPr/>
          <p:nvPr/>
        </p:nvCxnSpPr>
        <p:spPr>
          <a:xfrm>
            <a:off x="5410201" y="6019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33F10A16-2FC8-1821-9680-735EB5EF8D62}"/>
              </a:ext>
            </a:extLst>
          </p:cNvPr>
          <p:cNvCxnSpPr/>
          <p:nvPr/>
        </p:nvCxnSpPr>
        <p:spPr>
          <a:xfrm>
            <a:off x="7848600" y="14478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A6038A36-1888-32F1-841C-E29DC26BC54C}"/>
              </a:ext>
            </a:extLst>
          </p:cNvPr>
          <p:cNvCxnSpPr/>
          <p:nvPr/>
        </p:nvCxnSpPr>
        <p:spPr>
          <a:xfrm>
            <a:off x="7848601" y="23649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1463AD31-FA7E-7B02-03F8-9ACBDEE13669}"/>
              </a:ext>
            </a:extLst>
          </p:cNvPr>
          <p:cNvCxnSpPr/>
          <p:nvPr/>
        </p:nvCxnSpPr>
        <p:spPr>
          <a:xfrm>
            <a:off x="7848601" y="16002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8A3573F-97EA-DC21-13A4-4799C741CBA2}"/>
              </a:ext>
            </a:extLst>
          </p:cNvPr>
          <p:cNvCxnSpPr/>
          <p:nvPr/>
        </p:nvCxnSpPr>
        <p:spPr>
          <a:xfrm>
            <a:off x="7848601" y="25173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5EFEB3D0-7EBA-8162-0D89-D221A8905D45}"/>
              </a:ext>
            </a:extLst>
          </p:cNvPr>
          <p:cNvCxnSpPr/>
          <p:nvPr/>
        </p:nvCxnSpPr>
        <p:spPr>
          <a:xfrm>
            <a:off x="7848601" y="17553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5BA149F-ADCC-496B-F805-380705A2F67F}"/>
              </a:ext>
            </a:extLst>
          </p:cNvPr>
          <p:cNvCxnSpPr/>
          <p:nvPr/>
        </p:nvCxnSpPr>
        <p:spPr>
          <a:xfrm>
            <a:off x="7848601" y="26697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08942A09-D384-35DF-2B68-7509841D0F02}"/>
              </a:ext>
            </a:extLst>
          </p:cNvPr>
          <p:cNvCxnSpPr/>
          <p:nvPr/>
        </p:nvCxnSpPr>
        <p:spPr>
          <a:xfrm>
            <a:off x="7848601" y="19077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69980B53-B584-C149-08CE-4C5F2656F889}"/>
              </a:ext>
            </a:extLst>
          </p:cNvPr>
          <p:cNvCxnSpPr/>
          <p:nvPr/>
        </p:nvCxnSpPr>
        <p:spPr>
          <a:xfrm>
            <a:off x="7848601" y="28221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ED6735A2-159A-52A0-B63F-3E5DAC360C84}"/>
              </a:ext>
            </a:extLst>
          </p:cNvPr>
          <p:cNvCxnSpPr/>
          <p:nvPr/>
        </p:nvCxnSpPr>
        <p:spPr>
          <a:xfrm>
            <a:off x="7848601" y="20601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21032C5-96A6-CDD1-6E68-006279C8251E}"/>
              </a:ext>
            </a:extLst>
          </p:cNvPr>
          <p:cNvCxnSpPr/>
          <p:nvPr/>
        </p:nvCxnSpPr>
        <p:spPr>
          <a:xfrm>
            <a:off x="7848601" y="29745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0BFDF18F-3C03-B51E-F572-8811671F3D63}"/>
              </a:ext>
            </a:extLst>
          </p:cNvPr>
          <p:cNvCxnSpPr/>
          <p:nvPr/>
        </p:nvCxnSpPr>
        <p:spPr>
          <a:xfrm>
            <a:off x="7848601" y="22125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8AAF1DEB-4D38-78C3-8B36-C05980123700}"/>
              </a:ext>
            </a:extLst>
          </p:cNvPr>
          <p:cNvCxnSpPr/>
          <p:nvPr/>
        </p:nvCxnSpPr>
        <p:spPr>
          <a:xfrm>
            <a:off x="7848601" y="31269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14102BBF-E35B-AF5B-5CCD-99680E24F691}"/>
              </a:ext>
            </a:extLst>
          </p:cNvPr>
          <p:cNvCxnSpPr/>
          <p:nvPr/>
        </p:nvCxnSpPr>
        <p:spPr>
          <a:xfrm>
            <a:off x="7848601" y="32793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18515AF4-EE0F-7097-E3C2-D04F15AD1742}"/>
              </a:ext>
            </a:extLst>
          </p:cNvPr>
          <p:cNvCxnSpPr/>
          <p:nvPr/>
        </p:nvCxnSpPr>
        <p:spPr>
          <a:xfrm>
            <a:off x="7848601" y="34317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D2C6B100-59BE-B344-D27E-6223EC01EFE9}"/>
              </a:ext>
            </a:extLst>
          </p:cNvPr>
          <p:cNvCxnSpPr/>
          <p:nvPr/>
        </p:nvCxnSpPr>
        <p:spPr>
          <a:xfrm>
            <a:off x="7848601" y="35841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F032E6FB-A739-7020-FF1A-C751C42362AF}"/>
              </a:ext>
            </a:extLst>
          </p:cNvPr>
          <p:cNvCxnSpPr/>
          <p:nvPr/>
        </p:nvCxnSpPr>
        <p:spPr>
          <a:xfrm>
            <a:off x="7848601" y="3736533"/>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6BC83BAF-BAEF-7AEB-15A6-CA41F55FCD32}"/>
              </a:ext>
            </a:extLst>
          </p:cNvPr>
          <p:cNvCxnSpPr/>
          <p:nvPr/>
        </p:nvCxnSpPr>
        <p:spPr>
          <a:xfrm>
            <a:off x="7848601" y="3886200"/>
            <a:ext cx="762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7DCA002F-BC44-BE58-F429-8AF17D03BEE4}"/>
              </a:ext>
            </a:extLst>
          </p:cNvPr>
          <p:cNvCxnSpPr/>
          <p:nvPr/>
        </p:nvCxnSpPr>
        <p:spPr>
          <a:xfrm>
            <a:off x="7848602" y="4038600"/>
            <a:ext cx="76201" cy="0"/>
          </a:xfrm>
          <a:prstGeom prst="line">
            <a:avLst/>
          </a:prstGeom>
        </p:spPr>
        <p:style>
          <a:lnRef idx="2">
            <a:schemeClr val="accent1"/>
          </a:lnRef>
          <a:fillRef idx="0">
            <a:schemeClr val="accent1"/>
          </a:fillRef>
          <a:effectRef idx="1">
            <a:schemeClr val="accent1"/>
          </a:effectRef>
          <a:fontRef idx="minor">
            <a:schemeClr val="tx1"/>
          </a:fontRef>
        </p:style>
      </p:cxnSp>
      <p:sp>
        <p:nvSpPr>
          <p:cNvPr id="95" name="Rectangle 94">
            <a:extLst>
              <a:ext uri="{FF2B5EF4-FFF2-40B4-BE49-F238E27FC236}">
                <a16:creationId xmlns:a16="http://schemas.microsoft.com/office/drawing/2014/main" id="{680A254A-54C8-343B-FA1F-C6C1A07B02F1}"/>
              </a:ext>
            </a:extLst>
          </p:cNvPr>
          <p:cNvSpPr/>
          <p:nvPr/>
        </p:nvSpPr>
        <p:spPr>
          <a:xfrm>
            <a:off x="7924800" y="1445066"/>
            <a:ext cx="2438400" cy="2590801"/>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1D8F40D7-26C6-3CD7-774C-0AF638CD5DF1}"/>
              </a:ext>
            </a:extLst>
          </p:cNvPr>
          <p:cNvCxnSpPr/>
          <p:nvPr/>
        </p:nvCxnSpPr>
        <p:spPr>
          <a:xfrm flipV="1">
            <a:off x="5486400" y="1445066"/>
            <a:ext cx="2362200" cy="2288734"/>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D0893E4B-D69D-586E-4BEE-15BC72690C2D}"/>
              </a:ext>
            </a:extLst>
          </p:cNvPr>
          <p:cNvCxnSpPr/>
          <p:nvPr/>
        </p:nvCxnSpPr>
        <p:spPr>
          <a:xfrm flipV="1">
            <a:off x="5486400" y="1594734"/>
            <a:ext cx="2362200" cy="229419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9A09AE0D-200F-FCE8-2824-12D0BBBBB879}"/>
              </a:ext>
            </a:extLst>
          </p:cNvPr>
          <p:cNvCxnSpPr/>
          <p:nvPr/>
        </p:nvCxnSpPr>
        <p:spPr>
          <a:xfrm>
            <a:off x="5486400" y="1445066"/>
            <a:ext cx="2362200" cy="149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a:extLst>
              <a:ext uri="{FF2B5EF4-FFF2-40B4-BE49-F238E27FC236}">
                <a16:creationId xmlns:a16="http://schemas.microsoft.com/office/drawing/2014/main" id="{D774EA06-B0B3-6DE5-BB7A-F9B55C06AA13}"/>
              </a:ext>
            </a:extLst>
          </p:cNvPr>
          <p:cNvCxnSpPr/>
          <p:nvPr/>
        </p:nvCxnSpPr>
        <p:spPr>
          <a:xfrm>
            <a:off x="5486400" y="1594734"/>
            <a:ext cx="2362200" cy="1578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553705F2-2F97-8D19-4D86-901074E36EF4}"/>
              </a:ext>
            </a:extLst>
          </p:cNvPr>
          <p:cNvCxnSpPr>
            <a:cxnSpLocks/>
          </p:cNvCxnSpPr>
          <p:nvPr/>
        </p:nvCxnSpPr>
        <p:spPr>
          <a:xfrm>
            <a:off x="5486400" y="1589269"/>
            <a:ext cx="2362200" cy="6287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 name="Straight Connector 106">
            <a:extLst>
              <a:ext uri="{FF2B5EF4-FFF2-40B4-BE49-F238E27FC236}">
                <a16:creationId xmlns:a16="http://schemas.microsoft.com/office/drawing/2014/main" id="{D2F67F46-D0C1-403C-C29A-2BFA2D84AAD7}"/>
              </a:ext>
            </a:extLst>
          </p:cNvPr>
          <p:cNvCxnSpPr>
            <a:cxnSpLocks/>
          </p:cNvCxnSpPr>
          <p:nvPr/>
        </p:nvCxnSpPr>
        <p:spPr>
          <a:xfrm>
            <a:off x="5486400" y="1746555"/>
            <a:ext cx="2362200" cy="62384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9C71FCE4-1F36-532C-097B-9D78CEF2D511}"/>
              </a:ext>
            </a:extLst>
          </p:cNvPr>
          <p:cNvCxnSpPr/>
          <p:nvPr/>
        </p:nvCxnSpPr>
        <p:spPr>
          <a:xfrm>
            <a:off x="5486400" y="1905000"/>
            <a:ext cx="2362200" cy="609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923617F5-B4C8-1E0A-C1B7-9F7A4A572A15}"/>
              </a:ext>
            </a:extLst>
          </p:cNvPr>
          <p:cNvCxnSpPr/>
          <p:nvPr/>
        </p:nvCxnSpPr>
        <p:spPr>
          <a:xfrm flipV="1">
            <a:off x="5486400" y="1905000"/>
            <a:ext cx="2362200" cy="152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202C21F9-F766-1DC0-7097-34F8D30C0278}"/>
              </a:ext>
            </a:extLst>
          </p:cNvPr>
          <p:cNvCxnSpPr/>
          <p:nvPr/>
        </p:nvCxnSpPr>
        <p:spPr>
          <a:xfrm flipV="1">
            <a:off x="5486400" y="1752020"/>
            <a:ext cx="2362200" cy="1496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01E8FF4B-4C85-D175-06EE-2D9035588A65}"/>
              </a:ext>
            </a:extLst>
          </p:cNvPr>
          <p:cNvCxnSpPr/>
          <p:nvPr/>
        </p:nvCxnSpPr>
        <p:spPr>
          <a:xfrm>
            <a:off x="5486400" y="2057400"/>
            <a:ext cx="2362200" cy="4572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4F920DCF-C6DD-B010-D4B8-03151B9EC670}"/>
              </a:ext>
            </a:extLst>
          </p:cNvPr>
          <p:cNvCxnSpPr>
            <a:cxnSpLocks/>
          </p:cNvCxnSpPr>
          <p:nvPr/>
        </p:nvCxnSpPr>
        <p:spPr>
          <a:xfrm>
            <a:off x="5486400" y="2215847"/>
            <a:ext cx="2362200" cy="45388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B501FA9F-7DDA-0894-B0F9-F43D57404E96}"/>
              </a:ext>
            </a:extLst>
          </p:cNvPr>
          <p:cNvCxnSpPr>
            <a:cxnSpLocks/>
          </p:cNvCxnSpPr>
          <p:nvPr/>
        </p:nvCxnSpPr>
        <p:spPr>
          <a:xfrm flipV="1">
            <a:off x="5486400" y="1915932"/>
            <a:ext cx="2362200" cy="29718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4C82D580-573B-C57C-7F11-7B7CFC90EBF8}"/>
              </a:ext>
            </a:extLst>
          </p:cNvPr>
          <p:cNvCxnSpPr>
            <a:cxnSpLocks/>
          </p:cNvCxnSpPr>
          <p:nvPr/>
        </p:nvCxnSpPr>
        <p:spPr>
          <a:xfrm flipV="1">
            <a:off x="5486400" y="2057399"/>
            <a:ext cx="2362200" cy="3009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27040D40-C802-6236-6D8C-A9718662F8F2}"/>
              </a:ext>
            </a:extLst>
          </p:cNvPr>
          <p:cNvCxnSpPr/>
          <p:nvPr/>
        </p:nvCxnSpPr>
        <p:spPr>
          <a:xfrm>
            <a:off x="5486400" y="2364933"/>
            <a:ext cx="2362200" cy="3020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69062E6A-EF1B-CE78-B6E7-5CE91A930C31}"/>
              </a:ext>
            </a:extLst>
          </p:cNvPr>
          <p:cNvCxnSpPr>
            <a:cxnSpLocks/>
          </p:cNvCxnSpPr>
          <p:nvPr/>
        </p:nvCxnSpPr>
        <p:spPr>
          <a:xfrm>
            <a:off x="5486400" y="2513440"/>
            <a:ext cx="2362200" cy="311424"/>
          </a:xfrm>
          <a:prstGeom prst="line">
            <a:avLst/>
          </a:prstGeom>
        </p:spPr>
        <p:style>
          <a:lnRef idx="2">
            <a:schemeClr val="accent1"/>
          </a:lnRef>
          <a:fillRef idx="0">
            <a:schemeClr val="accent1"/>
          </a:fillRef>
          <a:effectRef idx="1">
            <a:schemeClr val="accent1"/>
          </a:effectRef>
          <a:fontRef idx="minor">
            <a:schemeClr val="tx1"/>
          </a:fontRef>
        </p:style>
      </p:cxnSp>
      <p:cxnSp>
        <p:nvCxnSpPr>
          <p:cNvPr id="137" name="Straight Connector 136">
            <a:extLst>
              <a:ext uri="{FF2B5EF4-FFF2-40B4-BE49-F238E27FC236}">
                <a16:creationId xmlns:a16="http://schemas.microsoft.com/office/drawing/2014/main" id="{2D27A205-51C3-580E-DDB1-DBE0A3FD5701}"/>
              </a:ext>
            </a:extLst>
          </p:cNvPr>
          <p:cNvCxnSpPr/>
          <p:nvPr/>
        </p:nvCxnSpPr>
        <p:spPr>
          <a:xfrm>
            <a:off x="5486400" y="2667000"/>
            <a:ext cx="2362200" cy="304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73CB1B64-8E4B-F31F-EE39-F14D1B42682E}"/>
              </a:ext>
            </a:extLst>
          </p:cNvPr>
          <p:cNvCxnSpPr>
            <a:cxnSpLocks/>
          </p:cNvCxnSpPr>
          <p:nvPr/>
        </p:nvCxnSpPr>
        <p:spPr>
          <a:xfrm>
            <a:off x="5486400" y="2820560"/>
            <a:ext cx="2362200" cy="45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1" name="Straight Connector 140">
            <a:extLst>
              <a:ext uri="{FF2B5EF4-FFF2-40B4-BE49-F238E27FC236}">
                <a16:creationId xmlns:a16="http://schemas.microsoft.com/office/drawing/2014/main" id="{22F9822F-5B8F-8A50-1153-D2B9FBE9BFFF}"/>
              </a:ext>
            </a:extLst>
          </p:cNvPr>
          <p:cNvCxnSpPr>
            <a:cxnSpLocks/>
          </p:cNvCxnSpPr>
          <p:nvPr/>
        </p:nvCxnSpPr>
        <p:spPr>
          <a:xfrm>
            <a:off x="5486400" y="2967905"/>
            <a:ext cx="2362200" cy="461093"/>
          </a:xfrm>
          <a:prstGeom prst="line">
            <a:avLst/>
          </a:prstGeom>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2900B870-3D58-AFE6-C640-6E0A4D98EE8B}"/>
              </a:ext>
            </a:extLst>
          </p:cNvPr>
          <p:cNvSpPr txBox="1"/>
          <p:nvPr/>
        </p:nvSpPr>
        <p:spPr>
          <a:xfrm>
            <a:off x="8205698" y="1003004"/>
            <a:ext cx="1876604" cy="369332"/>
          </a:xfrm>
          <a:prstGeom prst="rect">
            <a:avLst/>
          </a:prstGeom>
          <a:noFill/>
        </p:spPr>
        <p:txBody>
          <a:bodyPr wrap="none" rtlCol="0">
            <a:spAutoFit/>
          </a:bodyPr>
          <a:lstStyle/>
          <a:p>
            <a:r>
              <a:rPr lang="en-US" dirty="0"/>
              <a:t>Physical Memory</a:t>
            </a:r>
          </a:p>
        </p:txBody>
      </p:sp>
      <p:sp>
        <p:nvSpPr>
          <p:cNvPr id="145" name="TextBox 144">
            <a:extLst>
              <a:ext uri="{FF2B5EF4-FFF2-40B4-BE49-F238E27FC236}">
                <a16:creationId xmlns:a16="http://schemas.microsoft.com/office/drawing/2014/main" id="{6E04D04D-1F7F-3A8D-8B57-7ABECE8D1A8A}"/>
              </a:ext>
            </a:extLst>
          </p:cNvPr>
          <p:cNvSpPr txBox="1"/>
          <p:nvPr/>
        </p:nvSpPr>
        <p:spPr>
          <a:xfrm>
            <a:off x="7315200" y="4933060"/>
            <a:ext cx="4038600" cy="646331"/>
          </a:xfrm>
          <a:prstGeom prst="rect">
            <a:avLst/>
          </a:prstGeom>
          <a:noFill/>
        </p:spPr>
        <p:txBody>
          <a:bodyPr wrap="square" rtlCol="0">
            <a:spAutoFit/>
          </a:bodyPr>
          <a:lstStyle/>
          <a:p>
            <a:r>
              <a:rPr lang="en-US" dirty="0"/>
              <a:t>Memory is mapped one page at a time.</a:t>
            </a:r>
          </a:p>
          <a:p>
            <a:r>
              <a:rPr lang="en-US" dirty="0"/>
              <a:t>Pages are typically 4KiB in size</a:t>
            </a:r>
          </a:p>
        </p:txBody>
      </p:sp>
      <p:cxnSp>
        <p:nvCxnSpPr>
          <p:cNvPr id="147" name="Straight Connector 146">
            <a:extLst>
              <a:ext uri="{FF2B5EF4-FFF2-40B4-BE49-F238E27FC236}">
                <a16:creationId xmlns:a16="http://schemas.microsoft.com/office/drawing/2014/main" id="{79571E49-5192-F904-B144-141A1AAA70B2}"/>
              </a:ext>
            </a:extLst>
          </p:cNvPr>
          <p:cNvCxnSpPr/>
          <p:nvPr/>
        </p:nvCxnSpPr>
        <p:spPr>
          <a:xfrm flipV="1">
            <a:off x="5486400" y="3733800"/>
            <a:ext cx="2362200" cy="14966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7D435DD8-149F-FE47-6F91-65152B5965BB}"/>
              </a:ext>
            </a:extLst>
          </p:cNvPr>
          <p:cNvCxnSpPr>
            <a:cxnSpLocks/>
          </p:cNvCxnSpPr>
          <p:nvPr/>
        </p:nvCxnSpPr>
        <p:spPr>
          <a:xfrm flipV="1">
            <a:off x="5486398" y="3887773"/>
            <a:ext cx="2362200" cy="14535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726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B3FDB-0332-C42A-79F4-7FC4D8E84B7D}"/>
              </a:ext>
            </a:extLst>
          </p:cNvPr>
          <p:cNvSpPr>
            <a:spLocks noGrp="1"/>
          </p:cNvSpPr>
          <p:nvPr>
            <p:ph type="title"/>
          </p:nvPr>
        </p:nvSpPr>
        <p:spPr/>
        <p:txBody>
          <a:bodyPr/>
          <a:lstStyle/>
          <a:p>
            <a:r>
              <a:rPr lang="en-US" dirty="0"/>
              <a:t>Cache Memory Architecture</a:t>
            </a:r>
            <a:br>
              <a:rPr lang="en-US" dirty="0"/>
            </a:br>
            <a:r>
              <a:rPr lang="en-US" dirty="0"/>
              <a:t>(As of 2024)</a:t>
            </a:r>
          </a:p>
        </p:txBody>
      </p:sp>
      <p:graphicFrame>
        <p:nvGraphicFramePr>
          <p:cNvPr id="4" name="Content Placeholder 3">
            <a:extLst>
              <a:ext uri="{FF2B5EF4-FFF2-40B4-BE49-F238E27FC236}">
                <a16:creationId xmlns:a16="http://schemas.microsoft.com/office/drawing/2014/main" id="{5C342EC2-18B4-C2F3-5343-63C37389B383}"/>
              </a:ext>
            </a:extLst>
          </p:cNvPr>
          <p:cNvGraphicFramePr>
            <a:graphicFrameLocks noGrp="1"/>
          </p:cNvGraphicFramePr>
          <p:nvPr>
            <p:ph idx="1"/>
            <p:extLst>
              <p:ext uri="{D42A27DB-BD31-4B8C-83A1-F6EECF244321}">
                <p14:modId xmlns:p14="http://schemas.microsoft.com/office/powerpoint/2010/main" val="666117653"/>
              </p:ext>
            </p:extLst>
          </p:nvPr>
        </p:nvGraphicFramePr>
        <p:xfrm>
          <a:off x="838200" y="1825625"/>
          <a:ext cx="10515600" cy="24942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229222990"/>
                    </a:ext>
                  </a:extLst>
                </a:gridCol>
                <a:gridCol w="2103120">
                  <a:extLst>
                    <a:ext uri="{9D8B030D-6E8A-4147-A177-3AD203B41FA5}">
                      <a16:colId xmlns:a16="http://schemas.microsoft.com/office/drawing/2014/main" val="2976163399"/>
                    </a:ext>
                  </a:extLst>
                </a:gridCol>
                <a:gridCol w="2103120">
                  <a:extLst>
                    <a:ext uri="{9D8B030D-6E8A-4147-A177-3AD203B41FA5}">
                      <a16:colId xmlns:a16="http://schemas.microsoft.com/office/drawing/2014/main" val="1616488578"/>
                    </a:ext>
                  </a:extLst>
                </a:gridCol>
                <a:gridCol w="2103120">
                  <a:extLst>
                    <a:ext uri="{9D8B030D-6E8A-4147-A177-3AD203B41FA5}">
                      <a16:colId xmlns:a16="http://schemas.microsoft.com/office/drawing/2014/main" val="1723065120"/>
                    </a:ext>
                  </a:extLst>
                </a:gridCol>
                <a:gridCol w="2103120">
                  <a:extLst>
                    <a:ext uri="{9D8B030D-6E8A-4147-A177-3AD203B41FA5}">
                      <a16:colId xmlns:a16="http://schemas.microsoft.com/office/drawing/2014/main" val="1546867766"/>
                    </a:ext>
                  </a:extLst>
                </a:gridCol>
              </a:tblGrid>
              <a:tr h="370840">
                <a:tc>
                  <a:txBody>
                    <a:bodyPr/>
                    <a:lstStyle/>
                    <a:p>
                      <a:endParaRPr lang="en-US" dirty="0"/>
                    </a:p>
                  </a:txBody>
                  <a:tcPr/>
                </a:tc>
                <a:tc>
                  <a:txBody>
                    <a:bodyPr/>
                    <a:lstStyle/>
                    <a:p>
                      <a:r>
                        <a:rPr lang="en-US" dirty="0"/>
                        <a:t>Level 1</a:t>
                      </a:r>
                    </a:p>
                  </a:txBody>
                  <a:tcPr/>
                </a:tc>
                <a:tc>
                  <a:txBody>
                    <a:bodyPr/>
                    <a:lstStyle/>
                    <a:p>
                      <a:r>
                        <a:rPr lang="en-US" dirty="0"/>
                        <a:t>Level 2</a:t>
                      </a:r>
                    </a:p>
                  </a:txBody>
                  <a:tcPr/>
                </a:tc>
                <a:tc>
                  <a:txBody>
                    <a:bodyPr/>
                    <a:lstStyle/>
                    <a:p>
                      <a:r>
                        <a:rPr lang="en-US" dirty="0"/>
                        <a:t>Level 3</a:t>
                      </a:r>
                    </a:p>
                  </a:txBody>
                  <a:tcPr/>
                </a:tc>
                <a:tc>
                  <a:txBody>
                    <a:bodyPr/>
                    <a:lstStyle/>
                    <a:p>
                      <a:r>
                        <a:rPr lang="en-US" dirty="0"/>
                        <a:t>Level 4</a:t>
                      </a:r>
                    </a:p>
                  </a:txBody>
                  <a:tcPr/>
                </a:tc>
                <a:extLst>
                  <a:ext uri="{0D108BD9-81ED-4DB2-BD59-A6C34878D82A}">
                    <a16:rowId xmlns:a16="http://schemas.microsoft.com/office/drawing/2014/main" val="3673140580"/>
                  </a:ext>
                </a:extLst>
              </a:tr>
              <a:tr h="370840">
                <a:tc>
                  <a:txBody>
                    <a:bodyPr/>
                    <a:lstStyle/>
                    <a:p>
                      <a:r>
                        <a:rPr lang="en-US" dirty="0"/>
                        <a:t>Location</a:t>
                      </a:r>
                    </a:p>
                  </a:txBody>
                  <a:tcPr/>
                </a:tc>
                <a:tc>
                  <a:txBody>
                    <a:bodyPr/>
                    <a:lstStyle/>
                    <a:p>
                      <a:r>
                        <a:rPr lang="en-US" dirty="0"/>
                        <a:t>On-chip</a:t>
                      </a:r>
                    </a:p>
                  </a:txBody>
                  <a:tcPr/>
                </a:tc>
                <a:tc>
                  <a:txBody>
                    <a:bodyPr/>
                    <a:lstStyle/>
                    <a:p>
                      <a:r>
                        <a:rPr lang="en-US" dirty="0"/>
                        <a:t>On-Chip</a:t>
                      </a:r>
                    </a:p>
                  </a:txBody>
                  <a:tcPr/>
                </a:tc>
                <a:tc>
                  <a:txBody>
                    <a:bodyPr/>
                    <a:lstStyle/>
                    <a:p>
                      <a:r>
                        <a:rPr lang="en-US" dirty="0"/>
                        <a:t>On-Chip</a:t>
                      </a:r>
                    </a:p>
                  </a:txBody>
                  <a:tcPr/>
                </a:tc>
                <a:tc>
                  <a:txBody>
                    <a:bodyPr/>
                    <a:lstStyle/>
                    <a:p>
                      <a:r>
                        <a:rPr lang="en-US" dirty="0"/>
                        <a:t>External</a:t>
                      </a:r>
                    </a:p>
                  </a:txBody>
                  <a:tcPr/>
                </a:tc>
                <a:extLst>
                  <a:ext uri="{0D108BD9-81ED-4DB2-BD59-A6C34878D82A}">
                    <a16:rowId xmlns:a16="http://schemas.microsoft.com/office/drawing/2014/main" val="2496029695"/>
                  </a:ext>
                </a:extLst>
              </a:tr>
              <a:tr h="370840">
                <a:tc>
                  <a:txBody>
                    <a:bodyPr/>
                    <a:lstStyle/>
                    <a:p>
                      <a:r>
                        <a:rPr lang="en-US" dirty="0"/>
                        <a:t>Allocation</a:t>
                      </a:r>
                    </a:p>
                  </a:txBody>
                  <a:tcPr/>
                </a:tc>
                <a:tc>
                  <a:txBody>
                    <a:bodyPr/>
                    <a:lstStyle/>
                    <a:p>
                      <a:r>
                        <a:rPr lang="en-US" dirty="0"/>
                        <a:t>Per-Core</a:t>
                      </a:r>
                    </a:p>
                  </a:txBody>
                  <a:tcPr/>
                </a:tc>
                <a:tc>
                  <a:txBody>
                    <a:bodyPr/>
                    <a:lstStyle/>
                    <a:p>
                      <a:r>
                        <a:rPr lang="en-US" dirty="0"/>
                        <a:t>Per-Core</a:t>
                      </a:r>
                    </a:p>
                  </a:txBody>
                  <a:tcPr/>
                </a:tc>
                <a:tc>
                  <a:txBody>
                    <a:bodyPr/>
                    <a:lstStyle/>
                    <a:p>
                      <a:r>
                        <a:rPr lang="en-US" dirty="0"/>
                        <a:t>Per-Processor Chip</a:t>
                      </a:r>
                    </a:p>
                  </a:txBody>
                  <a:tcPr/>
                </a:tc>
                <a:tc>
                  <a:txBody>
                    <a:bodyPr/>
                    <a:lstStyle/>
                    <a:p>
                      <a:r>
                        <a:rPr lang="en-US" dirty="0"/>
                        <a:t>Per Computer</a:t>
                      </a:r>
                    </a:p>
                  </a:txBody>
                  <a:tcPr/>
                </a:tc>
                <a:extLst>
                  <a:ext uri="{0D108BD9-81ED-4DB2-BD59-A6C34878D82A}">
                    <a16:rowId xmlns:a16="http://schemas.microsoft.com/office/drawing/2014/main" val="675937868"/>
                  </a:ext>
                </a:extLst>
              </a:tr>
              <a:tr h="370840">
                <a:tc>
                  <a:txBody>
                    <a:bodyPr/>
                    <a:lstStyle/>
                    <a:p>
                      <a:r>
                        <a:rPr lang="en-US" dirty="0"/>
                        <a:t>Speed</a:t>
                      </a:r>
                    </a:p>
                  </a:txBody>
                  <a:tcPr/>
                </a:tc>
                <a:tc>
                  <a:txBody>
                    <a:bodyPr/>
                    <a:lstStyle/>
                    <a:p>
                      <a:r>
                        <a:rPr lang="en-US" dirty="0"/>
                        <a:t>Processor Speed</a:t>
                      </a:r>
                    </a:p>
                  </a:txBody>
                  <a:tcPr/>
                </a:tc>
                <a:tc>
                  <a:txBody>
                    <a:bodyPr/>
                    <a:lstStyle/>
                    <a:p>
                      <a:r>
                        <a:rPr lang="en-US" dirty="0"/>
                        <a:t>Very Fast</a:t>
                      </a:r>
                    </a:p>
                  </a:txBody>
                  <a:tcPr/>
                </a:tc>
                <a:tc>
                  <a:txBody>
                    <a:bodyPr/>
                    <a:lstStyle/>
                    <a:p>
                      <a:r>
                        <a:rPr lang="en-US" dirty="0"/>
                        <a:t>Fast</a:t>
                      </a:r>
                    </a:p>
                  </a:txBody>
                  <a:tcPr/>
                </a:tc>
                <a:tc>
                  <a:txBody>
                    <a:bodyPr/>
                    <a:lstStyle/>
                    <a:p>
                      <a:r>
                        <a:rPr lang="en-US" dirty="0"/>
                        <a:t>Faster than main memory</a:t>
                      </a:r>
                    </a:p>
                  </a:txBody>
                  <a:tcPr/>
                </a:tc>
                <a:extLst>
                  <a:ext uri="{0D108BD9-81ED-4DB2-BD59-A6C34878D82A}">
                    <a16:rowId xmlns:a16="http://schemas.microsoft.com/office/drawing/2014/main" val="3860209358"/>
                  </a:ext>
                </a:extLst>
              </a:tr>
              <a:tr h="370840">
                <a:tc>
                  <a:txBody>
                    <a:bodyPr/>
                    <a:lstStyle/>
                    <a:p>
                      <a:r>
                        <a:rPr lang="en-US" dirty="0"/>
                        <a:t>Size</a:t>
                      </a:r>
                    </a:p>
                  </a:txBody>
                  <a:tcPr/>
                </a:tc>
                <a:tc>
                  <a:txBody>
                    <a:bodyPr/>
                    <a:lstStyle/>
                    <a:p>
                      <a:r>
                        <a:rPr lang="en-US" dirty="0"/>
                        <a:t>Very Small</a:t>
                      </a:r>
                    </a:p>
                  </a:txBody>
                  <a:tcPr/>
                </a:tc>
                <a:tc>
                  <a:txBody>
                    <a:bodyPr/>
                    <a:lstStyle/>
                    <a:p>
                      <a:r>
                        <a:rPr lang="en-US" dirty="0"/>
                        <a:t>Small</a:t>
                      </a:r>
                    </a:p>
                  </a:txBody>
                  <a:tcPr/>
                </a:tc>
                <a:tc>
                  <a:txBody>
                    <a:bodyPr/>
                    <a:lstStyle/>
                    <a:p>
                      <a:r>
                        <a:rPr lang="en-US" dirty="0"/>
                        <a:t>Big</a:t>
                      </a:r>
                    </a:p>
                  </a:txBody>
                  <a:tcPr/>
                </a:tc>
                <a:tc>
                  <a:txBody>
                    <a:bodyPr/>
                    <a:lstStyle/>
                    <a:p>
                      <a:r>
                        <a:rPr lang="en-US" dirty="0"/>
                        <a:t>Very Big</a:t>
                      </a:r>
                    </a:p>
                  </a:txBody>
                  <a:tcPr/>
                </a:tc>
                <a:extLst>
                  <a:ext uri="{0D108BD9-81ED-4DB2-BD59-A6C34878D82A}">
                    <a16:rowId xmlns:a16="http://schemas.microsoft.com/office/drawing/2014/main" val="3026611430"/>
                  </a:ext>
                </a:extLst>
              </a:tr>
              <a:tr h="370840">
                <a:tc>
                  <a:txBody>
                    <a:bodyPr/>
                    <a:lstStyle/>
                    <a:p>
                      <a:r>
                        <a:rPr lang="en-US" dirty="0"/>
                        <a:t>Nots</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Rarely used in 2024</a:t>
                      </a:r>
                    </a:p>
                  </a:txBody>
                  <a:tcPr/>
                </a:tc>
                <a:extLst>
                  <a:ext uri="{0D108BD9-81ED-4DB2-BD59-A6C34878D82A}">
                    <a16:rowId xmlns:a16="http://schemas.microsoft.com/office/drawing/2014/main" val="666598617"/>
                  </a:ext>
                </a:extLst>
              </a:tr>
            </a:tbl>
          </a:graphicData>
        </a:graphic>
      </p:graphicFrame>
    </p:spTree>
    <p:extLst>
      <p:ext uri="{BB962C8B-B14F-4D97-AF65-F5344CB8AC3E}">
        <p14:creationId xmlns:p14="http://schemas.microsoft.com/office/powerpoint/2010/main" val="1544455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0901-B163-7CB0-4000-6F4C75601909}"/>
              </a:ext>
            </a:extLst>
          </p:cNvPr>
          <p:cNvSpPr>
            <a:spLocks noGrp="1"/>
          </p:cNvSpPr>
          <p:nvPr>
            <p:ph type="title"/>
          </p:nvPr>
        </p:nvSpPr>
        <p:spPr/>
        <p:txBody>
          <a:bodyPr/>
          <a:lstStyle/>
          <a:p>
            <a:r>
              <a:rPr lang="en-US" dirty="0"/>
              <a:t>Specs: 14</a:t>
            </a:r>
            <a:r>
              <a:rPr lang="en-US" baseline="30000" dirty="0"/>
              <a:t>th</a:t>
            </a:r>
            <a:r>
              <a:rPr lang="en-US" dirty="0"/>
              <a:t> Gen Core i7 (i7-14700)</a:t>
            </a:r>
          </a:p>
        </p:txBody>
      </p:sp>
      <p:graphicFrame>
        <p:nvGraphicFramePr>
          <p:cNvPr id="4" name="Content Placeholder 3">
            <a:extLst>
              <a:ext uri="{FF2B5EF4-FFF2-40B4-BE49-F238E27FC236}">
                <a16:creationId xmlns:a16="http://schemas.microsoft.com/office/drawing/2014/main" id="{7D26A529-B60B-EEAB-59D2-F235340DB5E3}"/>
              </a:ext>
            </a:extLst>
          </p:cNvPr>
          <p:cNvGraphicFramePr>
            <a:graphicFrameLocks noGrp="1"/>
          </p:cNvGraphicFramePr>
          <p:nvPr>
            <p:ph idx="1"/>
            <p:extLst>
              <p:ext uri="{D42A27DB-BD31-4B8C-83A1-F6EECF244321}">
                <p14:modId xmlns:p14="http://schemas.microsoft.com/office/powerpoint/2010/main" val="722474794"/>
              </p:ext>
            </p:extLst>
          </p:nvPr>
        </p:nvGraphicFramePr>
        <p:xfrm>
          <a:off x="2095500" y="1828800"/>
          <a:ext cx="8001000" cy="3505200"/>
        </p:xfrm>
        <a:graphic>
          <a:graphicData uri="http://schemas.openxmlformats.org/drawingml/2006/table">
            <a:tbl>
              <a:tblPr firstRow="1" bandRow="1">
                <a:tableStyleId>{8799B23B-EC83-4686-B30A-512413B5E67A}</a:tableStyleId>
              </a:tblPr>
              <a:tblGrid>
                <a:gridCol w="1681370">
                  <a:extLst>
                    <a:ext uri="{9D8B030D-6E8A-4147-A177-3AD203B41FA5}">
                      <a16:colId xmlns:a16="http://schemas.microsoft.com/office/drawing/2014/main" val="2976355376"/>
                    </a:ext>
                  </a:extLst>
                </a:gridCol>
                <a:gridCol w="6319630">
                  <a:extLst>
                    <a:ext uri="{9D8B030D-6E8A-4147-A177-3AD203B41FA5}">
                      <a16:colId xmlns:a16="http://schemas.microsoft.com/office/drawing/2014/main" val="859027279"/>
                    </a:ext>
                  </a:extLst>
                </a:gridCol>
              </a:tblGrid>
              <a:tr h="370840">
                <a:tc>
                  <a:txBody>
                    <a:bodyPr/>
                    <a:lstStyle/>
                    <a:p>
                      <a:r>
                        <a:rPr lang="en-US" dirty="0"/>
                        <a:t>Total Cores</a:t>
                      </a:r>
                    </a:p>
                  </a:txBody>
                  <a:tcPr/>
                </a:tc>
                <a:tc>
                  <a:txBody>
                    <a:bodyPr/>
                    <a:lstStyle/>
                    <a:p>
                      <a:r>
                        <a:rPr lang="en-US" dirty="0"/>
                        <a:t>20</a:t>
                      </a:r>
                    </a:p>
                  </a:txBody>
                  <a:tcPr/>
                </a:tc>
                <a:extLst>
                  <a:ext uri="{0D108BD9-81ED-4DB2-BD59-A6C34878D82A}">
                    <a16:rowId xmlns:a16="http://schemas.microsoft.com/office/drawing/2014/main" val="703583996"/>
                  </a:ext>
                </a:extLst>
              </a:tr>
              <a:tr h="370840">
                <a:tc>
                  <a:txBody>
                    <a:bodyPr/>
                    <a:lstStyle/>
                    <a:p>
                      <a:r>
                        <a:rPr lang="en-US" dirty="0"/>
                        <a:t>Performance Cores</a:t>
                      </a:r>
                    </a:p>
                  </a:txBody>
                  <a:tcPr/>
                </a:tc>
                <a:tc>
                  <a:txBody>
                    <a:bodyPr/>
                    <a:lstStyle/>
                    <a:p>
                      <a:r>
                        <a:rPr lang="en-US" dirty="0"/>
                        <a:t>8</a:t>
                      </a:r>
                    </a:p>
                  </a:txBody>
                  <a:tcPr/>
                </a:tc>
                <a:extLst>
                  <a:ext uri="{0D108BD9-81ED-4DB2-BD59-A6C34878D82A}">
                    <a16:rowId xmlns:a16="http://schemas.microsoft.com/office/drawing/2014/main" val="4277862441"/>
                  </a:ext>
                </a:extLst>
              </a:tr>
              <a:tr h="370840">
                <a:tc>
                  <a:txBody>
                    <a:bodyPr/>
                    <a:lstStyle/>
                    <a:p>
                      <a:r>
                        <a:rPr lang="en-US" dirty="0"/>
                        <a:t>Efficient Cores</a:t>
                      </a:r>
                    </a:p>
                  </a:txBody>
                  <a:tcPr/>
                </a:tc>
                <a:tc>
                  <a:txBody>
                    <a:bodyPr/>
                    <a:lstStyle/>
                    <a:p>
                      <a:r>
                        <a:rPr lang="en-US" dirty="0"/>
                        <a:t>12</a:t>
                      </a:r>
                    </a:p>
                  </a:txBody>
                  <a:tcPr/>
                </a:tc>
                <a:extLst>
                  <a:ext uri="{0D108BD9-81ED-4DB2-BD59-A6C34878D82A}">
                    <a16:rowId xmlns:a16="http://schemas.microsoft.com/office/drawing/2014/main" val="1291110874"/>
                  </a:ext>
                </a:extLst>
              </a:tr>
              <a:tr h="370840">
                <a:tc>
                  <a:txBody>
                    <a:bodyPr/>
                    <a:lstStyle/>
                    <a:p>
                      <a:r>
                        <a:rPr lang="en-US" dirty="0"/>
                        <a:t>Total Threads</a:t>
                      </a:r>
                    </a:p>
                  </a:txBody>
                  <a:tcPr/>
                </a:tc>
                <a:tc>
                  <a:txBody>
                    <a:bodyPr/>
                    <a:lstStyle/>
                    <a:p>
                      <a:r>
                        <a:rPr lang="en-US" dirty="0"/>
                        <a:t>28 (Performance cores are hyper-threaded)</a:t>
                      </a:r>
                    </a:p>
                  </a:txBody>
                  <a:tcPr/>
                </a:tc>
                <a:extLst>
                  <a:ext uri="{0D108BD9-81ED-4DB2-BD59-A6C34878D82A}">
                    <a16:rowId xmlns:a16="http://schemas.microsoft.com/office/drawing/2014/main" val="2018754855"/>
                  </a:ext>
                </a:extLst>
              </a:tr>
              <a:tr h="370840">
                <a:tc>
                  <a:txBody>
                    <a:bodyPr/>
                    <a:lstStyle/>
                    <a:p>
                      <a:r>
                        <a:rPr lang="en-US" dirty="0"/>
                        <a:t>Base clock frequency</a:t>
                      </a:r>
                    </a:p>
                  </a:txBody>
                  <a:tcPr/>
                </a:tc>
                <a:tc>
                  <a:txBody>
                    <a:bodyPr/>
                    <a:lstStyle/>
                    <a:p>
                      <a:r>
                        <a:rPr lang="en-US" dirty="0"/>
                        <a:t>2.1 </a:t>
                      </a:r>
                      <a:r>
                        <a:rPr lang="en-US" dirty="0" err="1"/>
                        <a:t>Ghz</a:t>
                      </a:r>
                      <a:r>
                        <a:rPr lang="en-US" dirty="0"/>
                        <a:t> (performance cores)</a:t>
                      </a:r>
                    </a:p>
                  </a:txBody>
                  <a:tcPr/>
                </a:tc>
                <a:extLst>
                  <a:ext uri="{0D108BD9-81ED-4DB2-BD59-A6C34878D82A}">
                    <a16:rowId xmlns:a16="http://schemas.microsoft.com/office/drawing/2014/main" val="1941718637"/>
                  </a:ext>
                </a:extLst>
              </a:tr>
              <a:tr h="370840">
                <a:tc>
                  <a:txBody>
                    <a:bodyPr/>
                    <a:lstStyle/>
                    <a:p>
                      <a:r>
                        <a:rPr lang="en-US" dirty="0"/>
                        <a:t>L1 Cache</a:t>
                      </a:r>
                    </a:p>
                  </a:txBody>
                  <a:tcPr/>
                </a:tc>
                <a:tc>
                  <a:txBody>
                    <a:bodyPr/>
                    <a:lstStyle/>
                    <a:p>
                      <a:r>
                        <a:rPr lang="en-US" dirty="0"/>
                        <a:t>80KiB (per performance core) 96Kib (per efficiency core)</a:t>
                      </a:r>
                    </a:p>
                  </a:txBody>
                  <a:tcPr/>
                </a:tc>
                <a:extLst>
                  <a:ext uri="{0D108BD9-81ED-4DB2-BD59-A6C34878D82A}">
                    <a16:rowId xmlns:a16="http://schemas.microsoft.com/office/drawing/2014/main" val="2157400695"/>
                  </a:ext>
                </a:extLst>
              </a:tr>
              <a:tr h="370840">
                <a:tc>
                  <a:txBody>
                    <a:bodyPr/>
                    <a:lstStyle/>
                    <a:p>
                      <a:r>
                        <a:rPr lang="en-US" dirty="0"/>
                        <a:t>L2 Cache</a:t>
                      </a:r>
                    </a:p>
                  </a:txBody>
                  <a:tcPr/>
                </a:tc>
                <a:tc>
                  <a:txBody>
                    <a:bodyPr/>
                    <a:lstStyle/>
                    <a:p>
                      <a:r>
                        <a:rPr lang="en-US" dirty="0"/>
                        <a:t>2 MiB (per core</a:t>
                      </a:r>
                      <a:r>
                        <a:rPr lang="en-US"/>
                        <a:t>) 4MiB </a:t>
                      </a:r>
                      <a:r>
                        <a:rPr lang="en-US" dirty="0"/>
                        <a:t>(per efficiency </a:t>
                      </a:r>
                      <a:r>
                        <a:rPr lang="en-US"/>
                        <a:t>“module”)</a:t>
                      </a:r>
                      <a:endParaRPr lang="en-US" dirty="0"/>
                    </a:p>
                  </a:txBody>
                  <a:tcPr/>
                </a:tc>
                <a:extLst>
                  <a:ext uri="{0D108BD9-81ED-4DB2-BD59-A6C34878D82A}">
                    <a16:rowId xmlns:a16="http://schemas.microsoft.com/office/drawing/2014/main" val="1082879777"/>
                  </a:ext>
                </a:extLst>
              </a:tr>
              <a:tr h="370840">
                <a:tc>
                  <a:txBody>
                    <a:bodyPr/>
                    <a:lstStyle/>
                    <a:p>
                      <a:r>
                        <a:rPr lang="en-US" dirty="0"/>
                        <a:t>L3 Cache</a:t>
                      </a:r>
                    </a:p>
                  </a:txBody>
                  <a:tcPr/>
                </a:tc>
                <a:tc>
                  <a:txBody>
                    <a:bodyPr/>
                    <a:lstStyle/>
                    <a:p>
                      <a:r>
                        <a:rPr lang="en-US" dirty="0"/>
                        <a:t>33 MiB (shared)</a:t>
                      </a:r>
                    </a:p>
                  </a:txBody>
                  <a:tcPr/>
                </a:tc>
                <a:extLst>
                  <a:ext uri="{0D108BD9-81ED-4DB2-BD59-A6C34878D82A}">
                    <a16:rowId xmlns:a16="http://schemas.microsoft.com/office/drawing/2014/main" val="2300662653"/>
                  </a:ext>
                </a:extLst>
              </a:tr>
            </a:tbl>
          </a:graphicData>
        </a:graphic>
      </p:graphicFrame>
      <p:sp>
        <p:nvSpPr>
          <p:cNvPr id="5" name="TextBox 4">
            <a:extLst>
              <a:ext uri="{FF2B5EF4-FFF2-40B4-BE49-F238E27FC236}">
                <a16:creationId xmlns:a16="http://schemas.microsoft.com/office/drawing/2014/main" id="{B2AA2ED8-79DD-A4AC-70E2-3A63F9B19533}"/>
              </a:ext>
            </a:extLst>
          </p:cNvPr>
          <p:cNvSpPr txBox="1"/>
          <p:nvPr/>
        </p:nvSpPr>
        <p:spPr>
          <a:xfrm>
            <a:off x="1524000" y="6172200"/>
            <a:ext cx="6523774" cy="369332"/>
          </a:xfrm>
          <a:prstGeom prst="rect">
            <a:avLst/>
          </a:prstGeom>
          <a:noFill/>
        </p:spPr>
        <p:txBody>
          <a:bodyPr wrap="none" rtlCol="0">
            <a:spAutoFit/>
          </a:bodyPr>
          <a:lstStyle/>
          <a:p>
            <a:r>
              <a:rPr lang="en-US" dirty="0">
                <a:hlinkClick r:id="rId2"/>
              </a:rPr>
              <a:t>https://www.techpowerup.com/cpu-specs/core-i7-14700.c3442</a:t>
            </a:r>
            <a:endParaRPr lang="en-US" dirty="0"/>
          </a:p>
        </p:txBody>
      </p:sp>
    </p:spTree>
    <p:extLst>
      <p:ext uri="{BB962C8B-B14F-4D97-AF65-F5344CB8AC3E}">
        <p14:creationId xmlns:p14="http://schemas.microsoft.com/office/powerpoint/2010/main" val="300251828"/>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1390</TotalTime>
  <Words>413</Words>
  <Application>Microsoft Office PowerPoint</Application>
  <PresentationFormat>Widescreen</PresentationFormat>
  <Paragraphs>101</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Consolas</vt:lpstr>
      <vt:lpstr>Office Theme</vt:lpstr>
      <vt:lpstr>Microprocessor</vt:lpstr>
      <vt:lpstr>Processors and Cores and Execution Units</vt:lpstr>
      <vt:lpstr>CISC vs RISC</vt:lpstr>
      <vt:lpstr>CISC vs RISC</vt:lpstr>
      <vt:lpstr>Popular Architectures</vt:lpstr>
      <vt:lpstr>Pipelining</vt:lpstr>
      <vt:lpstr>Von Neumann Architecture</vt:lpstr>
      <vt:lpstr>Memory Space</vt:lpstr>
      <vt:lpstr>Cache Memory Architecture (As of 2024)</vt:lpstr>
      <vt:lpstr>Specs: 14th Gen Core i7 (i7-14700)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Brandt Redd</dc:creator>
  <cp:lastModifiedBy>Brandt Redd</cp:lastModifiedBy>
  <cp:revision>1</cp:revision>
  <dcterms:created xsi:type="dcterms:W3CDTF">2024-10-27T03:33:25Z</dcterms:created>
  <dcterms:modified xsi:type="dcterms:W3CDTF">2024-11-13T20:47:45Z</dcterms:modified>
</cp:coreProperties>
</file>