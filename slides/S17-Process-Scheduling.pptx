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69" r:id="rId5"/>
    <p:sldId id="268" r:id="rId6"/>
    <p:sldId id="271" r:id="rId7"/>
    <p:sldId id="272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D41336-CFDF-40E8-BB98-19F127706B4D}" v="19" dt="2024-11-03T01:53:48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CFD41336-CFDF-40E8-BB98-19F127706B4D}"/>
    <pc:docChg chg="undo custSel addSld delSld modSld">
      <pc:chgData name="Brandt Redd" userId="be8ed540b98adac0" providerId="LiveId" clId="{CFD41336-CFDF-40E8-BB98-19F127706B4D}" dt="2024-11-13T20:59:05.995" v="4497" actId="20577"/>
      <pc:docMkLst>
        <pc:docMk/>
      </pc:docMkLst>
      <pc:sldChg chg="modSp mod">
        <pc:chgData name="Brandt Redd" userId="be8ed540b98adac0" providerId="LiveId" clId="{CFD41336-CFDF-40E8-BB98-19F127706B4D}" dt="2024-11-03T01:52:37.310" v="4477" actId="20577"/>
        <pc:sldMkLst>
          <pc:docMk/>
          <pc:sldMk cId="435423" sldId="256"/>
        </pc:sldMkLst>
        <pc:spChg chg="mod">
          <ac:chgData name="Brandt Redd" userId="be8ed540b98adac0" providerId="LiveId" clId="{CFD41336-CFDF-40E8-BB98-19F127706B4D}" dt="2024-11-03T01:52:37.310" v="4477" actId="20577"/>
          <ac:spMkLst>
            <pc:docMk/>
            <pc:sldMk cId="435423" sldId="256"/>
            <ac:spMk id="2" creationId="{FAC880CA-BF6C-491B-3915-7E08B6A24D3F}"/>
          </ac:spMkLst>
        </pc:spChg>
      </pc:sldChg>
      <pc:sldChg chg="del">
        <pc:chgData name="Brandt Redd" userId="be8ed540b98adac0" providerId="LiveId" clId="{CFD41336-CFDF-40E8-BB98-19F127706B4D}" dt="2024-11-03T01:54:57.681" v="4489" actId="47"/>
        <pc:sldMkLst>
          <pc:docMk/>
          <pc:sldMk cId="77959175" sldId="257"/>
        </pc:sldMkLst>
      </pc:sldChg>
      <pc:sldChg chg="modSp add mod">
        <pc:chgData name="Brandt Redd" userId="be8ed540b98adac0" providerId="LiveId" clId="{CFD41336-CFDF-40E8-BB98-19F127706B4D}" dt="2024-11-13T20:59:05.995" v="4497" actId="20577"/>
        <pc:sldMkLst>
          <pc:docMk/>
          <pc:sldMk cId="1012641615" sldId="266"/>
        </pc:sldMkLst>
        <pc:spChg chg="mod">
          <ac:chgData name="Brandt Redd" userId="be8ed540b98adac0" providerId="LiveId" clId="{CFD41336-CFDF-40E8-BB98-19F127706B4D}" dt="2024-11-03T00:34:55.273" v="17" actId="6549"/>
          <ac:spMkLst>
            <pc:docMk/>
            <pc:sldMk cId="1012641615" sldId="266"/>
            <ac:spMk id="2" creationId="{B09BD68F-61B5-5DB2-6A2D-D5BEC3B70EC0}"/>
          </ac:spMkLst>
        </pc:spChg>
        <pc:spChg chg="mod">
          <ac:chgData name="Brandt Redd" userId="be8ed540b98adac0" providerId="LiveId" clId="{CFD41336-CFDF-40E8-BB98-19F127706B4D}" dt="2024-11-13T20:59:05.995" v="4497" actId="20577"/>
          <ac:spMkLst>
            <pc:docMk/>
            <pc:sldMk cId="1012641615" sldId="266"/>
            <ac:spMk id="3" creationId="{CDFF88C0-FF9A-CD11-8D8A-7BC49AAEAA02}"/>
          </ac:spMkLst>
        </pc:spChg>
      </pc:sldChg>
      <pc:sldChg chg="modSp add mod">
        <pc:chgData name="Brandt Redd" userId="be8ed540b98adac0" providerId="LiveId" clId="{CFD41336-CFDF-40E8-BB98-19F127706B4D}" dt="2024-11-03T01:52:57.906" v="4479" actId="1076"/>
        <pc:sldMkLst>
          <pc:docMk/>
          <pc:sldMk cId="3827895993" sldId="267"/>
        </pc:sldMkLst>
        <pc:spChg chg="mod">
          <ac:chgData name="Brandt Redd" userId="be8ed540b98adac0" providerId="LiveId" clId="{CFD41336-CFDF-40E8-BB98-19F127706B4D}" dt="2024-11-03T01:52:47.665" v="4478" actId="6549"/>
          <ac:spMkLst>
            <pc:docMk/>
            <pc:sldMk cId="3827895993" sldId="267"/>
            <ac:spMk id="2" creationId="{4AA1947F-9201-5E9D-2375-A4C2DA7AC7A8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4" creationId="{21D16A5C-1AB6-ACF0-09FD-641B143441C4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5" creationId="{F2922A57-3755-2378-023F-928EA4593BC4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6" creationId="{AFE30F83-EC68-5281-09AA-4EFBCDCF7B98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7" creationId="{84863D0F-5282-36C3-A02B-34C339FF03DE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8" creationId="{2610889F-13AA-6FCC-0DDA-82E81ABD3DC7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9" creationId="{595D755F-CD4B-F6AE-B049-7795BBF5FB78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0" creationId="{E9217176-9623-B2C1-C48C-37A7982F2C2D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1" creationId="{5813EB49-05B6-AACE-91CD-F7AD16E55782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2" creationId="{D00C408E-EEAD-8C65-1D86-339801867E58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3" creationId="{09C3F8EC-00D2-881D-CF76-BAD53532EB45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4" creationId="{56D1C1CE-D437-E82A-CC7A-AFCADF217B7D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5" creationId="{4AD637A6-80CB-1069-6812-2DA2870A9BD0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6" creationId="{0D3B8775-9911-5E37-A6B6-1FD447197801}"/>
          </ac:spMkLst>
        </pc:spChg>
        <pc:spChg chg="mod">
          <ac:chgData name="Brandt Redd" userId="be8ed540b98adac0" providerId="LiveId" clId="{CFD41336-CFDF-40E8-BB98-19F127706B4D}" dt="2024-11-03T01:52:57.906" v="4479" actId="1076"/>
          <ac:spMkLst>
            <pc:docMk/>
            <pc:sldMk cId="3827895993" sldId="267"/>
            <ac:spMk id="17" creationId="{3EE44489-9A71-C187-BA6A-7654BC47377A}"/>
          </ac:spMkLst>
        </pc:spChg>
      </pc:sldChg>
      <pc:sldChg chg="addSp modSp new mod">
        <pc:chgData name="Brandt Redd" userId="be8ed540b98adac0" providerId="LiveId" clId="{CFD41336-CFDF-40E8-BB98-19F127706B4D}" dt="2024-11-03T01:07:35.564" v="1773" actId="208"/>
        <pc:sldMkLst>
          <pc:docMk/>
          <pc:sldMk cId="581362860" sldId="268"/>
        </pc:sldMkLst>
        <pc:spChg chg="mod">
          <ac:chgData name="Brandt Redd" userId="be8ed540b98adac0" providerId="LiveId" clId="{CFD41336-CFDF-40E8-BB98-19F127706B4D}" dt="2024-11-03T00:35:21.957" v="27" actId="20577"/>
          <ac:spMkLst>
            <pc:docMk/>
            <pc:sldMk cId="581362860" sldId="268"/>
            <ac:spMk id="2" creationId="{BAC2A992-B322-FFDB-414C-2E41646B6985}"/>
          </ac:spMkLst>
        </pc:spChg>
        <pc:spChg chg="mod">
          <ac:chgData name="Brandt Redd" userId="be8ed540b98adac0" providerId="LiveId" clId="{CFD41336-CFDF-40E8-BB98-19F127706B4D}" dt="2024-11-03T00:36:00.448" v="76" actId="14100"/>
          <ac:spMkLst>
            <pc:docMk/>
            <pc:sldMk cId="581362860" sldId="268"/>
            <ac:spMk id="3" creationId="{9B46E3EE-0166-6016-E421-DE2369B38A89}"/>
          </ac:spMkLst>
        </pc:spChg>
        <pc:spChg chg="add mod">
          <ac:chgData name="Brandt Redd" userId="be8ed540b98adac0" providerId="LiveId" clId="{CFD41336-CFDF-40E8-BB98-19F127706B4D}" dt="2024-11-03T01:06:50.828" v="1769" actId="948"/>
          <ac:spMkLst>
            <pc:docMk/>
            <pc:sldMk cId="581362860" sldId="268"/>
            <ac:spMk id="4" creationId="{8E2AE67B-7499-6257-4BB8-FEF19314D15C}"/>
          </ac:spMkLst>
        </pc:spChg>
        <pc:picChg chg="add mod">
          <ac:chgData name="Brandt Redd" userId="be8ed540b98adac0" providerId="LiveId" clId="{CFD41336-CFDF-40E8-BB98-19F127706B4D}" dt="2024-11-03T01:07:35.564" v="1773" actId="208"/>
          <ac:picMkLst>
            <pc:docMk/>
            <pc:sldMk cId="581362860" sldId="268"/>
            <ac:picMk id="6" creationId="{EAE827BF-0874-423E-DE34-515BEA6B298B}"/>
          </ac:picMkLst>
        </pc:picChg>
      </pc:sldChg>
      <pc:sldChg chg="addSp delSp modSp new mod">
        <pc:chgData name="Brandt Redd" userId="be8ed540b98adac0" providerId="LiveId" clId="{CFD41336-CFDF-40E8-BB98-19F127706B4D}" dt="2024-11-03T00:54:51.471" v="846" actId="20577"/>
        <pc:sldMkLst>
          <pc:docMk/>
          <pc:sldMk cId="823794223" sldId="269"/>
        </pc:sldMkLst>
        <pc:spChg chg="mod">
          <ac:chgData name="Brandt Redd" userId="be8ed540b98adac0" providerId="LiveId" clId="{CFD41336-CFDF-40E8-BB98-19F127706B4D}" dt="2024-11-03T00:37:53.082" v="89" actId="20577"/>
          <ac:spMkLst>
            <pc:docMk/>
            <pc:sldMk cId="823794223" sldId="269"/>
            <ac:spMk id="2" creationId="{C3D15D42-7E5C-BC1A-878A-5A607EB71607}"/>
          </ac:spMkLst>
        </pc:spChg>
        <pc:spChg chg="mod">
          <ac:chgData name="Brandt Redd" userId="be8ed540b98adac0" providerId="LiveId" clId="{CFD41336-CFDF-40E8-BB98-19F127706B4D}" dt="2024-11-03T00:39:42.986" v="271" actId="14100"/>
          <ac:spMkLst>
            <pc:docMk/>
            <pc:sldMk cId="823794223" sldId="269"/>
            <ac:spMk id="3" creationId="{A5477AA8-97DB-E690-7E05-093790574849}"/>
          </ac:spMkLst>
        </pc:spChg>
        <pc:spChg chg="add mod">
          <ac:chgData name="Brandt Redd" userId="be8ed540b98adac0" providerId="LiveId" clId="{CFD41336-CFDF-40E8-BB98-19F127706B4D}" dt="2024-11-03T00:46:02.064" v="464" actId="1076"/>
          <ac:spMkLst>
            <pc:docMk/>
            <pc:sldMk cId="823794223" sldId="269"/>
            <ac:spMk id="4" creationId="{807FCF3B-97FE-C50F-BCDF-B9D77289B795}"/>
          </ac:spMkLst>
        </pc:spChg>
        <pc:spChg chg="add mod">
          <ac:chgData name="Brandt Redd" userId="be8ed540b98adac0" providerId="LiveId" clId="{CFD41336-CFDF-40E8-BB98-19F127706B4D}" dt="2024-11-03T00:49:46.659" v="558" actId="6549"/>
          <ac:spMkLst>
            <pc:docMk/>
            <pc:sldMk cId="823794223" sldId="269"/>
            <ac:spMk id="5" creationId="{F2D04B78-A161-A761-BC5D-D0C2F69EA63E}"/>
          </ac:spMkLst>
        </pc:spChg>
        <pc:spChg chg="add mod">
          <ac:chgData name="Brandt Redd" userId="be8ed540b98adac0" providerId="LiveId" clId="{CFD41336-CFDF-40E8-BB98-19F127706B4D}" dt="2024-11-03T00:46:16.710" v="465" actId="1076"/>
          <ac:spMkLst>
            <pc:docMk/>
            <pc:sldMk cId="823794223" sldId="269"/>
            <ac:spMk id="6" creationId="{A4A05652-55E3-4C47-533C-CF39E425C7E8}"/>
          </ac:spMkLst>
        </pc:spChg>
        <pc:spChg chg="add del mod">
          <ac:chgData name="Brandt Redd" userId="be8ed540b98adac0" providerId="LiveId" clId="{CFD41336-CFDF-40E8-BB98-19F127706B4D}" dt="2024-11-03T00:47:17.060" v="467" actId="478"/>
          <ac:spMkLst>
            <pc:docMk/>
            <pc:sldMk cId="823794223" sldId="269"/>
            <ac:spMk id="7" creationId="{59C2DD2C-077E-6A90-0A9D-9AEEF9C98D95}"/>
          </ac:spMkLst>
        </pc:spChg>
        <pc:spChg chg="add mod">
          <ac:chgData name="Brandt Redd" userId="be8ed540b98adac0" providerId="LiveId" clId="{CFD41336-CFDF-40E8-BB98-19F127706B4D}" dt="2024-11-03T00:54:37.146" v="822" actId="20577"/>
          <ac:spMkLst>
            <pc:docMk/>
            <pc:sldMk cId="823794223" sldId="269"/>
            <ac:spMk id="8" creationId="{CF50014C-3FE1-20B8-BA4C-F1A674EF26F3}"/>
          </ac:spMkLst>
        </pc:spChg>
        <pc:spChg chg="add mod">
          <ac:chgData name="Brandt Redd" userId="be8ed540b98adac0" providerId="LiveId" clId="{CFD41336-CFDF-40E8-BB98-19F127706B4D}" dt="2024-11-03T00:54:51.471" v="846" actId="20577"/>
          <ac:spMkLst>
            <pc:docMk/>
            <pc:sldMk cId="823794223" sldId="269"/>
            <ac:spMk id="9" creationId="{C2A026BE-AB95-7894-4139-0B62186FE130}"/>
          </ac:spMkLst>
        </pc:spChg>
        <pc:picChg chg="add mod">
          <ac:chgData name="Brandt Redd" userId="be8ed540b98adac0" providerId="LiveId" clId="{CFD41336-CFDF-40E8-BB98-19F127706B4D}" dt="2024-11-03T00:46:16.710" v="465" actId="1076"/>
          <ac:picMkLst>
            <pc:docMk/>
            <pc:sldMk cId="823794223" sldId="269"/>
            <ac:picMk id="1026" creationId="{D4C994C6-28C4-3232-060E-15393B3054FC}"/>
          </ac:picMkLst>
        </pc:picChg>
      </pc:sldChg>
      <pc:sldChg chg="modSp new del mod">
        <pc:chgData name="Brandt Redd" userId="be8ed540b98adac0" providerId="LiveId" clId="{CFD41336-CFDF-40E8-BB98-19F127706B4D}" dt="2024-11-03T01:54:24.259" v="4488" actId="47"/>
        <pc:sldMkLst>
          <pc:docMk/>
          <pc:sldMk cId="4025751224" sldId="270"/>
        </pc:sldMkLst>
        <pc:spChg chg="mod">
          <ac:chgData name="Brandt Redd" userId="be8ed540b98adac0" providerId="LiveId" clId="{CFD41336-CFDF-40E8-BB98-19F127706B4D}" dt="2024-11-03T01:19:56.499" v="2928" actId="20577"/>
          <ac:spMkLst>
            <pc:docMk/>
            <pc:sldMk cId="4025751224" sldId="270"/>
            <ac:spMk id="2" creationId="{2C93E32B-1248-98E1-9E2C-CB2D1718A4D1}"/>
          </ac:spMkLst>
        </pc:spChg>
        <pc:spChg chg="mod">
          <ac:chgData name="Brandt Redd" userId="be8ed540b98adac0" providerId="LiveId" clId="{CFD41336-CFDF-40E8-BB98-19F127706B4D}" dt="2024-11-03T01:20:00.579" v="2929" actId="20577"/>
          <ac:spMkLst>
            <pc:docMk/>
            <pc:sldMk cId="4025751224" sldId="270"/>
            <ac:spMk id="3" creationId="{B9183BBB-2451-D0C9-4B54-F296B4D619D1}"/>
          </ac:spMkLst>
        </pc:spChg>
      </pc:sldChg>
      <pc:sldChg chg="addSp delSp modSp add mod">
        <pc:chgData name="Brandt Redd" userId="be8ed540b98adac0" providerId="LiveId" clId="{CFD41336-CFDF-40E8-BB98-19F127706B4D}" dt="2024-11-03T01:20:42.673" v="2948" actId="14100"/>
        <pc:sldMkLst>
          <pc:docMk/>
          <pc:sldMk cId="1061565129" sldId="271"/>
        </pc:sldMkLst>
        <pc:spChg chg="mod">
          <ac:chgData name="Brandt Redd" userId="be8ed540b98adac0" providerId="LiveId" clId="{CFD41336-CFDF-40E8-BB98-19F127706B4D}" dt="2024-11-03T01:08:23.024" v="1783" actId="20577"/>
          <ac:spMkLst>
            <pc:docMk/>
            <pc:sldMk cId="1061565129" sldId="271"/>
            <ac:spMk id="2" creationId="{82BD9E3A-7A7D-6C03-0EC3-33CDC1E75BA4}"/>
          </ac:spMkLst>
        </pc:spChg>
        <pc:spChg chg="mod">
          <ac:chgData name="Brandt Redd" userId="be8ed540b98adac0" providerId="LiveId" clId="{CFD41336-CFDF-40E8-BB98-19F127706B4D}" dt="2024-11-03T01:20:42.673" v="2948" actId="14100"/>
          <ac:spMkLst>
            <pc:docMk/>
            <pc:sldMk cId="1061565129" sldId="271"/>
            <ac:spMk id="3" creationId="{141ED65A-5FC5-75A4-9799-AC860D2E5CEF}"/>
          </ac:spMkLst>
        </pc:spChg>
        <pc:spChg chg="mod">
          <ac:chgData name="Brandt Redd" userId="be8ed540b98adac0" providerId="LiveId" clId="{CFD41336-CFDF-40E8-BB98-19F127706B4D}" dt="2024-11-03T01:20:34.274" v="2947" actId="5793"/>
          <ac:spMkLst>
            <pc:docMk/>
            <pc:sldMk cId="1061565129" sldId="271"/>
            <ac:spMk id="4" creationId="{F8F1D3D1-2903-5171-2857-8F52B0B944BB}"/>
          </ac:spMkLst>
        </pc:spChg>
        <pc:spChg chg="add del mod">
          <ac:chgData name="Brandt Redd" userId="be8ed540b98adac0" providerId="LiveId" clId="{CFD41336-CFDF-40E8-BB98-19F127706B4D}" dt="2024-11-03T01:10:14.942" v="1880" actId="478"/>
          <ac:spMkLst>
            <pc:docMk/>
            <pc:sldMk cId="1061565129" sldId="271"/>
            <ac:spMk id="5" creationId="{5E5D904B-663C-02F0-F1E2-610B1042563E}"/>
          </ac:spMkLst>
        </pc:spChg>
        <pc:picChg chg="del">
          <ac:chgData name="Brandt Redd" userId="be8ed540b98adac0" providerId="LiveId" clId="{CFD41336-CFDF-40E8-BB98-19F127706B4D}" dt="2024-11-03T01:09:00.296" v="1874" actId="478"/>
          <ac:picMkLst>
            <pc:docMk/>
            <pc:sldMk cId="1061565129" sldId="271"/>
            <ac:picMk id="6" creationId="{6A0F6438-EC8F-5DD8-7788-7E2CF3C396EA}"/>
          </ac:picMkLst>
        </pc:picChg>
        <pc:picChg chg="add mod">
          <ac:chgData name="Brandt Redd" userId="be8ed540b98adac0" providerId="LiveId" clId="{CFD41336-CFDF-40E8-BB98-19F127706B4D}" dt="2024-11-03T01:10:38.021" v="1884" actId="14100"/>
          <ac:picMkLst>
            <pc:docMk/>
            <pc:sldMk cId="1061565129" sldId="271"/>
            <ac:picMk id="8" creationId="{51C9846A-A177-340D-C0B7-2A690854B08E}"/>
          </ac:picMkLst>
        </pc:picChg>
      </pc:sldChg>
      <pc:sldChg chg="addSp delSp modSp add mod">
        <pc:chgData name="Brandt Redd" userId="be8ed540b98adac0" providerId="LiveId" clId="{CFD41336-CFDF-40E8-BB98-19F127706B4D}" dt="2024-11-03T01:34:10.014" v="3621" actId="20577"/>
        <pc:sldMkLst>
          <pc:docMk/>
          <pc:sldMk cId="3959149784" sldId="272"/>
        </pc:sldMkLst>
        <pc:spChg chg="mod">
          <ac:chgData name="Brandt Redd" userId="be8ed540b98adac0" providerId="LiveId" clId="{CFD41336-CFDF-40E8-BB98-19F127706B4D}" dt="2024-11-03T01:20:14.552" v="2938" actId="20577"/>
          <ac:spMkLst>
            <pc:docMk/>
            <pc:sldMk cId="3959149784" sldId="272"/>
            <ac:spMk id="2" creationId="{33102217-9629-D703-2337-5789C2F6515F}"/>
          </ac:spMkLst>
        </pc:spChg>
        <pc:spChg chg="mod">
          <ac:chgData name="Brandt Redd" userId="be8ed540b98adac0" providerId="LiveId" clId="{CFD41336-CFDF-40E8-BB98-19F127706B4D}" dt="2024-11-03T01:22:20.007" v="3070" actId="14100"/>
          <ac:spMkLst>
            <pc:docMk/>
            <pc:sldMk cId="3959149784" sldId="272"/>
            <ac:spMk id="3" creationId="{8910CF83-B1AE-F9F9-3F1D-E5C30760DCFE}"/>
          </ac:spMkLst>
        </pc:spChg>
        <pc:spChg chg="mod">
          <ac:chgData name="Brandt Redd" userId="be8ed540b98adac0" providerId="LiveId" clId="{CFD41336-CFDF-40E8-BB98-19F127706B4D}" dt="2024-11-03T01:29:48.982" v="3331" actId="208"/>
          <ac:spMkLst>
            <pc:docMk/>
            <pc:sldMk cId="3959149784" sldId="272"/>
            <ac:spMk id="4" creationId="{D90EF1CE-A949-E6C4-78F6-ABB8366D9EFA}"/>
          </ac:spMkLst>
        </pc:spChg>
        <pc:spChg chg="add mod">
          <ac:chgData name="Brandt Redd" userId="be8ed540b98adac0" providerId="LiveId" clId="{CFD41336-CFDF-40E8-BB98-19F127706B4D}" dt="2024-11-03T01:23:26.683" v="3075" actId="1076"/>
          <ac:spMkLst>
            <pc:docMk/>
            <pc:sldMk cId="3959149784" sldId="272"/>
            <ac:spMk id="5" creationId="{28A9D82A-CC1E-6DAD-3B61-0264D3067414}"/>
          </ac:spMkLst>
        </pc:spChg>
        <pc:spChg chg="add mod">
          <ac:chgData name="Brandt Redd" userId="be8ed540b98adac0" providerId="LiveId" clId="{CFD41336-CFDF-40E8-BB98-19F127706B4D}" dt="2024-11-03T01:23:26.683" v="3075" actId="1076"/>
          <ac:spMkLst>
            <pc:docMk/>
            <pc:sldMk cId="3959149784" sldId="272"/>
            <ac:spMk id="6" creationId="{976621D5-8688-36EA-7895-68A10466BA15}"/>
          </ac:spMkLst>
        </pc:spChg>
        <pc:spChg chg="add mod">
          <ac:chgData name="Brandt Redd" userId="be8ed540b98adac0" providerId="LiveId" clId="{CFD41336-CFDF-40E8-BB98-19F127706B4D}" dt="2024-11-03T01:34:10.014" v="3621" actId="20577"/>
          <ac:spMkLst>
            <pc:docMk/>
            <pc:sldMk cId="3959149784" sldId="272"/>
            <ac:spMk id="7" creationId="{2A81884A-E373-EF35-4477-C6198CB270B6}"/>
          </ac:spMkLst>
        </pc:spChg>
        <pc:picChg chg="del">
          <ac:chgData name="Brandt Redd" userId="be8ed540b98adac0" providerId="LiveId" clId="{CFD41336-CFDF-40E8-BB98-19F127706B4D}" dt="2024-11-03T01:21:27.779" v="3061" actId="478"/>
          <ac:picMkLst>
            <pc:docMk/>
            <pc:sldMk cId="3959149784" sldId="272"/>
            <ac:picMk id="8" creationId="{3B6B6516-CBC5-65DA-4368-72553230DBDA}"/>
          </ac:picMkLst>
        </pc:picChg>
      </pc:sldChg>
      <pc:sldChg chg="new del">
        <pc:chgData name="Brandt Redd" userId="be8ed540b98adac0" providerId="LiveId" clId="{CFD41336-CFDF-40E8-BB98-19F127706B4D}" dt="2024-11-03T01:54:23.332" v="4487" actId="47"/>
        <pc:sldMkLst>
          <pc:docMk/>
          <pc:sldMk cId="441586700" sldId="273"/>
        </pc:sldMkLst>
      </pc:sldChg>
      <pc:sldChg chg="addSp delSp modSp add mod">
        <pc:chgData name="Brandt Redd" userId="be8ed540b98adac0" providerId="LiveId" clId="{CFD41336-CFDF-40E8-BB98-19F127706B4D}" dt="2024-11-03T01:54:14.180" v="4486" actId="208"/>
        <pc:sldMkLst>
          <pc:docMk/>
          <pc:sldMk cId="2221654113" sldId="274"/>
        </pc:sldMkLst>
        <pc:spChg chg="mod">
          <ac:chgData name="Brandt Redd" userId="be8ed540b98adac0" providerId="LiveId" clId="{CFD41336-CFDF-40E8-BB98-19F127706B4D}" dt="2024-11-03T01:35:55.102" v="3635" actId="20577"/>
          <ac:spMkLst>
            <pc:docMk/>
            <pc:sldMk cId="2221654113" sldId="274"/>
            <ac:spMk id="2" creationId="{10FC88CE-3531-2CBA-267E-09B918314A77}"/>
          </ac:spMkLst>
        </pc:spChg>
        <pc:spChg chg="mod">
          <ac:chgData name="Brandt Redd" userId="be8ed540b98adac0" providerId="LiveId" clId="{CFD41336-CFDF-40E8-BB98-19F127706B4D}" dt="2024-11-03T01:51:34.709" v="4450" actId="207"/>
          <ac:spMkLst>
            <pc:docMk/>
            <pc:sldMk cId="2221654113" sldId="274"/>
            <ac:spMk id="3" creationId="{E66CF4DA-D384-A699-6358-4E8088F382F2}"/>
          </ac:spMkLst>
        </pc:spChg>
        <pc:spChg chg="del">
          <ac:chgData name="Brandt Redd" userId="be8ed540b98adac0" providerId="LiveId" clId="{CFD41336-CFDF-40E8-BB98-19F127706B4D}" dt="2024-11-03T01:37:04.898" v="3721" actId="478"/>
          <ac:spMkLst>
            <pc:docMk/>
            <pc:sldMk cId="2221654113" sldId="274"/>
            <ac:spMk id="4" creationId="{DE219F69-F8DB-D868-0660-9427F6663AE4}"/>
          </ac:spMkLst>
        </pc:spChg>
        <pc:spChg chg="del">
          <ac:chgData name="Brandt Redd" userId="be8ed540b98adac0" providerId="LiveId" clId="{CFD41336-CFDF-40E8-BB98-19F127706B4D}" dt="2024-11-03T01:53:26.797" v="4481" actId="478"/>
          <ac:spMkLst>
            <pc:docMk/>
            <pc:sldMk cId="2221654113" sldId="274"/>
            <ac:spMk id="5" creationId="{17F9054B-A65E-61C6-6208-D3B4EB645F53}"/>
          </ac:spMkLst>
        </pc:spChg>
        <pc:spChg chg="del">
          <ac:chgData name="Brandt Redd" userId="be8ed540b98adac0" providerId="LiveId" clId="{CFD41336-CFDF-40E8-BB98-19F127706B4D}" dt="2024-11-03T01:53:25.966" v="4480" actId="478"/>
          <ac:spMkLst>
            <pc:docMk/>
            <pc:sldMk cId="2221654113" sldId="274"/>
            <ac:spMk id="6" creationId="{9A8C7D7A-82EC-F9AB-FC12-79C7C75EDD9B}"/>
          </ac:spMkLst>
        </pc:spChg>
        <pc:spChg chg="del">
          <ac:chgData name="Brandt Redd" userId="be8ed540b98adac0" providerId="LiveId" clId="{CFD41336-CFDF-40E8-BB98-19F127706B4D}" dt="2024-11-03T01:37:07.161" v="3722" actId="478"/>
          <ac:spMkLst>
            <pc:docMk/>
            <pc:sldMk cId="2221654113" sldId="274"/>
            <ac:spMk id="7" creationId="{431619C3-127C-5D0E-5D2C-5356DC867A14}"/>
          </ac:spMkLst>
        </pc:spChg>
        <pc:spChg chg="add mod">
          <ac:chgData name="Brandt Redd" userId="be8ed540b98adac0" providerId="LiveId" clId="{CFD41336-CFDF-40E8-BB98-19F127706B4D}" dt="2024-11-03T01:51:17.802" v="4448" actId="20577"/>
          <ac:spMkLst>
            <pc:docMk/>
            <pc:sldMk cId="2221654113" sldId="274"/>
            <ac:spMk id="8" creationId="{545A2911-6CD5-4A28-F37A-ECE0FCB4B7D0}"/>
          </ac:spMkLst>
        </pc:spChg>
        <pc:picChg chg="add mod">
          <ac:chgData name="Brandt Redd" userId="be8ed540b98adac0" providerId="LiveId" clId="{CFD41336-CFDF-40E8-BB98-19F127706B4D}" dt="2024-11-03T01:54:14.180" v="4486" actId="208"/>
          <ac:picMkLst>
            <pc:docMk/>
            <pc:sldMk cId="2221654113" sldId="274"/>
            <ac:picMk id="10" creationId="{38121210-DB60-2603-5192-3F5D9C88E68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1890-93B6-33F5-B85D-1C793FD75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DA3AE-BFD4-5B81-84CF-6D6B331DE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8B678-4A63-6C94-3BC1-78113755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56852-D19C-9696-AE05-ABDE5681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E6B14-563B-8B3B-D0A2-337476D17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4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D991-6431-287B-0910-D3ACB798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CFA3-DE60-E6F1-D3FB-35D69205B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DAFFE-02B5-BBB9-ACD1-546FFC62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97302-4FC4-A7B3-3A98-2FEE9D59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7FC10-A519-8BB9-62FE-319BE88A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145B-AEB3-E054-96C8-27553972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A44E7-D7C5-B7A2-092C-8F16FD759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2C0E5-B204-5F81-6842-F7DF1EE4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76D3-1718-E920-850A-4FF2DCC6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407E7-28B0-1060-0BBB-1CB25365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16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1A05-33BF-C62C-EA44-E6D388E9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F16BB-8913-D393-EB61-98AAEEB7BE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F4743-6D96-6204-98D3-804FE295A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D39EC-F8A5-705F-7BCD-DB279322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3E5D9-3EA8-138F-13F0-5C91B9A7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67535-FAAB-4214-7327-AB17502C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22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0F11-C893-ABF7-033F-F906CC28D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4EF09-B545-F24A-2E52-E272BED94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FC132-E677-3C78-F2FE-1ED089423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282C7-CF3C-4A07-D40D-911220533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9F1A15-3758-897B-E695-C73413861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586EE-BE1B-F633-0B56-3BC6E8465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30081-1C49-86DF-EB87-FCE9E81F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BCAA9-4213-D617-C6EC-3CB62AA9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1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AD46-F77A-3AE1-E190-50A51D3D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04C34-AF4F-6831-1A14-77C418B3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362569-00CB-9CB1-4565-D94C956C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19B2A-3824-69AA-2A01-772A563B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0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6E0152-BBEC-8A14-0BAC-8DACBC06E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572B0-CABF-A254-A9A3-C16139952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6ACEA-7F48-9632-17E7-98174EAB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4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4D61D-F94C-76D2-59A9-0FF116202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5D82A-60F6-294A-DCB3-38B99A25D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F7979-5201-FA4C-86F2-F0189D9F3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608F3-E7E1-867B-E6FD-DBFD8F09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C1411-AB2F-2954-428A-4C2ED532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869A1-87EB-D108-6B98-597BD0A2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34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0400-B7D5-1D17-8409-8355A8AB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2A0DC7-68E7-2161-8E52-DC13402C37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763B2-CE04-E480-B181-2FF40547B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9A69E-D3E9-3527-436E-FCE9CBFFE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C9447-CE4F-53CB-2D60-E1217187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76555-7492-5037-FAC7-3B7941EA0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6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57DF-872A-C669-DC4D-56E2D6E33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251BF-2142-CEC8-6795-BCE557D9B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B554-B415-A88C-69FF-6ABAF69D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445E4-C372-C38C-C2D6-79DC8D27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707A8-F66A-533D-01B0-90BC979E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6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AFF94C-ADC2-E0E2-899C-6C47A99DF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2B394-DB62-25AC-887E-28B1D7499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A12E-CC62-A583-775F-B7B11AF84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EE191-4099-2FF2-D919-C74D6E745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B52C7-27EF-EF73-5EF5-ED5101E1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3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C3DA6-002D-605B-DB44-E690193C8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A10E3-C48B-E055-02CC-A46519D0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4AC9A-26A4-E4A3-752B-2540C70FA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7CF77-3726-440E-8650-DFB37165BB6F}" type="datetimeFigureOut">
              <a:rPr lang="en-US" smtClean="0"/>
              <a:t>2024-11-13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E6712-3063-1C88-C260-841345A87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76EBE-1E23-5CB7-999F-3E4412497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83FD0-0320-4FAC-8E43-2DEAA5182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gzter.com/stories/Photography/N-Photo-the-Nikon-magazine/Make-a-time-slic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80CA-BF6C-491B-3915-7E08B6A24D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Process Scheduling and Thread Synchronization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A65F3-A927-B293-F2F1-533B902619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S17</a:t>
            </a:r>
          </a:p>
        </p:txBody>
      </p:sp>
    </p:spTree>
    <p:extLst>
      <p:ext uri="{BB962C8B-B14F-4D97-AF65-F5344CB8AC3E}">
        <p14:creationId xmlns:p14="http://schemas.microsoft.com/office/powerpoint/2010/main" val="435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D16A5C-1AB6-ACF0-09FD-641B143441C4}"/>
              </a:ext>
            </a:extLst>
          </p:cNvPr>
          <p:cNvSpPr/>
          <p:nvPr/>
        </p:nvSpPr>
        <p:spPr>
          <a:xfrm>
            <a:off x="2362200" y="1690688"/>
            <a:ext cx="3581400" cy="4892675"/>
          </a:xfrm>
          <a:prstGeom prst="roundRect">
            <a:avLst>
              <a:gd name="adj" fmla="val 656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Process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9217176-9623-B2C1-C48C-37A7982F2C2D}"/>
              </a:ext>
            </a:extLst>
          </p:cNvPr>
          <p:cNvSpPr/>
          <p:nvPr/>
        </p:nvSpPr>
        <p:spPr>
          <a:xfrm>
            <a:off x="2866644" y="2620963"/>
            <a:ext cx="2286000" cy="1981200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Thread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5D755F-CD4B-F6AE-B049-7795BBF5FB78}"/>
              </a:ext>
            </a:extLst>
          </p:cNvPr>
          <p:cNvSpPr/>
          <p:nvPr/>
        </p:nvSpPr>
        <p:spPr>
          <a:xfrm>
            <a:off x="2667000" y="2460626"/>
            <a:ext cx="2286000" cy="1981200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Thread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1947F-9201-5E9D-2375-A4C2DA7A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 and Threads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2922A57-3755-2378-023F-928EA4593BC4}"/>
              </a:ext>
            </a:extLst>
          </p:cNvPr>
          <p:cNvSpPr/>
          <p:nvPr/>
        </p:nvSpPr>
        <p:spPr>
          <a:xfrm>
            <a:off x="2476500" y="4842321"/>
            <a:ext cx="3352800" cy="1588642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Memory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E30F83-EC68-5281-09AA-4EFBCDCF7B98}"/>
              </a:ext>
            </a:extLst>
          </p:cNvPr>
          <p:cNvSpPr/>
          <p:nvPr/>
        </p:nvSpPr>
        <p:spPr>
          <a:xfrm>
            <a:off x="2467356" y="2300289"/>
            <a:ext cx="2286000" cy="1981200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Thread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863D0F-5282-36C3-A02B-34C339FF03DE}"/>
              </a:ext>
            </a:extLst>
          </p:cNvPr>
          <p:cNvSpPr/>
          <p:nvPr/>
        </p:nvSpPr>
        <p:spPr>
          <a:xfrm>
            <a:off x="3686556" y="2861121"/>
            <a:ext cx="1008888" cy="1316736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000" dirty="0"/>
              <a:t>Stack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10889F-13AA-6FCC-0DDA-82E81ABD3DC7}"/>
              </a:ext>
            </a:extLst>
          </p:cNvPr>
          <p:cNvSpPr/>
          <p:nvPr/>
        </p:nvSpPr>
        <p:spPr>
          <a:xfrm>
            <a:off x="2540508" y="2861121"/>
            <a:ext cx="1008888" cy="1316736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000" dirty="0"/>
              <a:t>Regis-</a:t>
            </a:r>
            <a:r>
              <a:rPr lang="en-US" sz="2000" dirty="0" err="1"/>
              <a:t>ters</a:t>
            </a:r>
            <a:endParaRPr lang="en-US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13EB49-05B6-AACE-91CD-F7AD16E55782}"/>
              </a:ext>
            </a:extLst>
          </p:cNvPr>
          <p:cNvSpPr/>
          <p:nvPr/>
        </p:nvSpPr>
        <p:spPr>
          <a:xfrm>
            <a:off x="6248400" y="1690688"/>
            <a:ext cx="3581400" cy="4892675"/>
          </a:xfrm>
          <a:prstGeom prst="roundRect">
            <a:avLst>
              <a:gd name="adj" fmla="val 656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Process 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0C408E-EEAD-8C65-1D86-339801867E58}"/>
              </a:ext>
            </a:extLst>
          </p:cNvPr>
          <p:cNvSpPr/>
          <p:nvPr/>
        </p:nvSpPr>
        <p:spPr>
          <a:xfrm>
            <a:off x="6752844" y="2620963"/>
            <a:ext cx="2286000" cy="1981200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Thread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C3F8EC-00D2-881D-CF76-BAD53532EB45}"/>
              </a:ext>
            </a:extLst>
          </p:cNvPr>
          <p:cNvSpPr/>
          <p:nvPr/>
        </p:nvSpPr>
        <p:spPr>
          <a:xfrm>
            <a:off x="6553200" y="2460626"/>
            <a:ext cx="2286000" cy="1981200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Thread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6D1C1CE-D437-E82A-CC7A-AFCADF217B7D}"/>
              </a:ext>
            </a:extLst>
          </p:cNvPr>
          <p:cNvSpPr/>
          <p:nvPr/>
        </p:nvSpPr>
        <p:spPr>
          <a:xfrm>
            <a:off x="6362700" y="4842321"/>
            <a:ext cx="3352800" cy="1588642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Memory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D637A6-80CB-1069-6812-2DA2870A9BD0}"/>
              </a:ext>
            </a:extLst>
          </p:cNvPr>
          <p:cNvSpPr/>
          <p:nvPr/>
        </p:nvSpPr>
        <p:spPr>
          <a:xfrm>
            <a:off x="6353556" y="2300289"/>
            <a:ext cx="2286000" cy="1981200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400" dirty="0"/>
              <a:t>Thread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3B8775-9911-5E37-A6B6-1FD447197801}"/>
              </a:ext>
            </a:extLst>
          </p:cNvPr>
          <p:cNvSpPr/>
          <p:nvPr/>
        </p:nvSpPr>
        <p:spPr>
          <a:xfrm>
            <a:off x="7572756" y="2861121"/>
            <a:ext cx="1008888" cy="1316736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000" dirty="0"/>
              <a:t>Stack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EE44489-9A71-C187-BA6A-7654BC47377A}"/>
              </a:ext>
            </a:extLst>
          </p:cNvPr>
          <p:cNvSpPr/>
          <p:nvPr/>
        </p:nvSpPr>
        <p:spPr>
          <a:xfrm>
            <a:off x="6426708" y="2861121"/>
            <a:ext cx="1008888" cy="1316736"/>
          </a:xfrm>
          <a:prstGeom prst="roundRect">
            <a:avLst>
              <a:gd name="adj" fmla="val 1322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sz="2000" dirty="0"/>
              <a:t>Regis-</a:t>
            </a:r>
            <a:r>
              <a:rPr lang="en-US" sz="2000" dirty="0" err="1"/>
              <a:t>ters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2789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D68F-61B5-5DB2-6A2D-D5BEC3B7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88C0-FF9A-CD11-8D8A-7BC49AAEA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timer interrupts the processor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Push all registers on the stack</a:t>
            </a:r>
            <a:br>
              <a:rPr lang="en-US" dirty="0"/>
            </a:br>
            <a:r>
              <a:rPr lang="en-US" dirty="0"/>
              <a:t>(saves the state of the process-thread)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the next process-thread </a:t>
            </a:r>
            <a:r>
              <a:rPr lang="en-US"/>
              <a:t>to resume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Switch to the stack of the designated process and thread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Pop all registers from the stack</a:t>
            </a:r>
            <a:br>
              <a:rPr lang="en-US" dirty="0"/>
            </a:br>
            <a:r>
              <a:rPr lang="en-US" dirty="0"/>
              <a:t>(restores the state of the process-thread)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This can happen between any two machine-language instructions.</a:t>
            </a:r>
          </a:p>
        </p:txBody>
      </p:sp>
      <p:pic>
        <p:nvPicPr>
          <p:cNvPr id="5" name="Graphic 4" descr="Circles with arrows with solid fill">
            <a:extLst>
              <a:ext uri="{FF2B5EF4-FFF2-40B4-BE49-F238E27FC236}">
                <a16:creationId xmlns:a16="http://schemas.microsoft.com/office/drawing/2014/main" id="{599A71A6-1CE8-78C0-83DF-EF39A7632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5800" y="570706"/>
            <a:ext cx="2477294" cy="247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4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5D42-7E5C-BC1A-878A-5A607EB7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Slice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77AA8-97DB-E690-7E05-093790574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19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quantum of time given to a thread before the CPU switches to another thread.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FCF3B-97FE-C50F-BCDF-B9D77289B795}"/>
              </a:ext>
            </a:extLst>
          </p:cNvPr>
          <p:cNvSpPr txBox="1"/>
          <p:nvPr/>
        </p:nvSpPr>
        <p:spPr>
          <a:xfrm>
            <a:off x="6096000" y="921591"/>
            <a:ext cx="4800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Cooperative Multitasking </a:t>
            </a:r>
            <a:r>
              <a:rPr lang="en-US" dirty="0"/>
              <a:t>the time slice lasts until a thread calls </a:t>
            </a:r>
            <a:r>
              <a:rPr lang="en-US" dirty="0">
                <a:highlight>
                  <a:srgbClr val="C0C0C0"/>
                </a:highlight>
              </a:rPr>
              <a:t>Yield()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D04B78-A161-A761-BC5D-D0C2F69EA63E}"/>
              </a:ext>
            </a:extLst>
          </p:cNvPr>
          <p:cNvSpPr txBox="1"/>
          <p:nvPr/>
        </p:nvSpPr>
        <p:spPr>
          <a:xfrm>
            <a:off x="6096000" y="2133600"/>
            <a:ext cx="4800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Preemptive Multitasking </a:t>
            </a:r>
            <a:r>
              <a:rPr lang="en-US" dirty="0"/>
              <a:t>the time slice lasts until the thread blocks on an I/O request or until a timer interrupts the thread.</a:t>
            </a:r>
          </a:p>
        </p:txBody>
      </p:sp>
      <p:pic>
        <p:nvPicPr>
          <p:cNvPr id="1026" name="Picture 2" descr="Make a time-slice">
            <a:extLst>
              <a:ext uri="{FF2B5EF4-FFF2-40B4-BE49-F238E27FC236}">
                <a16:creationId xmlns:a16="http://schemas.microsoft.com/office/drawing/2014/main" id="{D4C994C6-28C4-3232-060E-15393B305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507089"/>
            <a:ext cx="3979862" cy="270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A05652-55E3-4C47-533C-CF39E425C7E8}"/>
              </a:ext>
            </a:extLst>
          </p:cNvPr>
          <p:cNvSpPr txBox="1"/>
          <p:nvPr/>
        </p:nvSpPr>
        <p:spPr>
          <a:xfrm>
            <a:off x="533400" y="6252432"/>
            <a:ext cx="6074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linkClick r:id="rId3"/>
              </a:rPr>
              <a:t>https://www.magzter.com/stories/Photography/N-Photo-the-Nikon-magazine/Make-a-time-slice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50014C-3FE1-20B8-BA4C-F1A674EF26F3}"/>
              </a:ext>
            </a:extLst>
          </p:cNvPr>
          <p:cNvSpPr txBox="1"/>
          <p:nvPr/>
        </p:nvSpPr>
        <p:spPr>
          <a:xfrm>
            <a:off x="6095999" y="3276600"/>
            <a:ext cx="5181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Linux</a:t>
            </a:r>
            <a:r>
              <a:rPr lang="en-US" dirty="0"/>
              <a:t>, the default maximum </a:t>
            </a:r>
            <a:r>
              <a:rPr lang="en-US" dirty="0" err="1"/>
              <a:t>timeslice</a:t>
            </a:r>
            <a:r>
              <a:rPr lang="en-US" dirty="0"/>
              <a:t> is 10ms. But the scheduler can shorten that time based on thread priority.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026BE-AB95-7894-4139-0B62186FE130}"/>
              </a:ext>
            </a:extLst>
          </p:cNvPr>
          <p:cNvSpPr txBox="1"/>
          <p:nvPr/>
        </p:nvSpPr>
        <p:spPr>
          <a:xfrm>
            <a:off x="6095999" y="4458176"/>
            <a:ext cx="518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Windows</a:t>
            </a:r>
            <a:r>
              <a:rPr lang="en-US" dirty="0"/>
              <a:t>, the default maximum </a:t>
            </a:r>
            <a:r>
              <a:rPr lang="en-US" dirty="0" err="1"/>
              <a:t>timeslice</a:t>
            </a:r>
            <a:r>
              <a:rPr lang="en-US" dirty="0"/>
              <a:t> is 20ms. Like Linux, the scheduler can vary the time.</a:t>
            </a:r>
          </a:p>
        </p:txBody>
      </p:sp>
    </p:spTree>
    <p:extLst>
      <p:ext uri="{BB962C8B-B14F-4D97-AF65-F5344CB8AC3E}">
        <p14:creationId xmlns:p14="http://schemas.microsoft.com/office/powerpoint/2010/main" val="82379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A992-B322-FFDB-414C-2E41646B6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E3EE-0166-6016-E421-DE2369B38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00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Decides which thread gets the next time slice.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AE67B-7499-6257-4BB8-FEF19314D15C}"/>
              </a:ext>
            </a:extLst>
          </p:cNvPr>
          <p:cNvSpPr txBox="1"/>
          <p:nvPr/>
        </p:nvSpPr>
        <p:spPr>
          <a:xfrm>
            <a:off x="5715000" y="609600"/>
            <a:ext cx="5943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Scheduling Algorithms: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FIFO</a:t>
            </a:r>
            <a:r>
              <a:rPr lang="en-US" dirty="0"/>
              <a:t> First-in first-out. Each thread runs until it finishes, then the next process gets CPU time. Also known as “batch processing.”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Round Robin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Schedule the next thread in the “ready queue” on next pre-emption, return that thread to the end of the queue.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If the time slice is large, same as FIFO. If the time slice is too small, may spend too much overhead switching processes.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Priority Queueing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/>
              <a:t>Like Round Robin except that high priority threads, like those serving I/O, get inserted earlier in the queue.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I/O serving threads frequently block before they finish their </a:t>
            </a:r>
            <a:r>
              <a:rPr lang="en-US" dirty="0" err="1"/>
              <a:t>timeslice</a:t>
            </a:r>
            <a:r>
              <a:rPr lang="en-US" dirty="0"/>
              <a:t> anyway.</a:t>
            </a:r>
          </a:p>
        </p:txBody>
      </p:sp>
      <p:pic>
        <p:nvPicPr>
          <p:cNvPr id="6" name="Graphic 5" descr="Clock outline">
            <a:extLst>
              <a:ext uri="{FF2B5EF4-FFF2-40B4-BE49-F238E27FC236}">
                <a16:creationId xmlns:a16="http://schemas.microsoft.com/office/drawing/2014/main" id="{EAE827BF-0874-423E-DE34-515BEA6B2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3201323"/>
            <a:ext cx="259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6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7B81-D511-D990-C2DC-68FC552C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D9E3A-7A7D-6C03-0EC3-33CDC1E7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D65A-5FC5-75A4-9799-AC860D2E5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38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thread blocks when it is waiting for something.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1D3D1-2903-5171-2857-8F52B0B944BB}"/>
              </a:ext>
            </a:extLst>
          </p:cNvPr>
          <p:cNvSpPr txBox="1"/>
          <p:nvPr/>
        </p:nvSpPr>
        <p:spPr>
          <a:xfrm>
            <a:off x="5715000" y="609600"/>
            <a:ext cx="59436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Wait for…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I/O</a:t>
            </a:r>
            <a:r>
              <a:rPr lang="en-US" dirty="0"/>
              <a:t> Input or output. A thread might block while waiting for a file read or write to complete, or waiting for input from the keyboard or mouse, or waiting for a network send or receive to complete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Mutex or Semaphore</a:t>
            </a:r>
            <a:r>
              <a:rPr lang="en-US" dirty="0"/>
              <a:t> Mutexes and Semaphores are used to manage access to shared resources. One thread may lock a mutex while it exclusively accesses a data structure or hardware device. Any other thread needing access will block on that mutex until the lock is released.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Page Fault</a:t>
            </a:r>
            <a:r>
              <a:rPr lang="en-US" dirty="0"/>
              <a:t> If a thread accesses a memory page that has been swapped out, that thread will block until the page has been swapped in from storage.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Signal Wait</a:t>
            </a:r>
            <a:r>
              <a:rPr lang="en-US" dirty="0"/>
              <a:t> Processes have ways to signal each other. Sometimes a thread will wait until a signal arrives.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8" name="Graphic 7" descr="Traffic light with solid fill">
            <a:extLst>
              <a:ext uri="{FF2B5EF4-FFF2-40B4-BE49-F238E27FC236}">
                <a16:creationId xmlns:a16="http://schemas.microsoft.com/office/drawing/2014/main" id="{51C9846A-A177-340D-C0B7-2A690854B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800" y="3429000"/>
            <a:ext cx="2197358" cy="219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6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682C5-55AB-AB9B-37F8-AED79864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2217-9629-D703-2337-5789C2F6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0CF83-B1AE-F9F9-3F1D-E5C30760D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Deadlock occurs when two or more threads are perpetually waiting for each other.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EF1CE-A949-E6C4-78F6-ABB8366D9EFA}"/>
              </a:ext>
            </a:extLst>
          </p:cNvPr>
          <p:cNvSpPr txBox="1"/>
          <p:nvPr/>
        </p:nvSpPr>
        <p:spPr>
          <a:xfrm>
            <a:off x="5715000" y="609600"/>
            <a:ext cx="5943600" cy="2616101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Scenario: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Thread 1 locks Resource 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Thread 2 locks Resource B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Thread 1 blocks, waiting for a lock on Resource B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Thread 2 blocks, waiting for a lock on Resource A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Deadlock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8A9D82A-CC1E-6DAD-3B61-0264D3067414}"/>
              </a:ext>
            </a:extLst>
          </p:cNvPr>
          <p:cNvSpPr/>
          <p:nvPr/>
        </p:nvSpPr>
        <p:spPr>
          <a:xfrm>
            <a:off x="1219200" y="3980127"/>
            <a:ext cx="1371600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976621D5-8688-36EA-7895-68A10466BA15}"/>
              </a:ext>
            </a:extLst>
          </p:cNvPr>
          <p:cNvSpPr/>
          <p:nvPr/>
        </p:nvSpPr>
        <p:spPr>
          <a:xfrm>
            <a:off x="2819400" y="3980127"/>
            <a:ext cx="1371600" cy="9144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1884A-E373-EF35-4477-C6198CB270B6}"/>
              </a:ext>
            </a:extLst>
          </p:cNvPr>
          <p:cNvSpPr txBox="1"/>
          <p:nvPr/>
        </p:nvSpPr>
        <p:spPr>
          <a:xfrm>
            <a:off x="5715000" y="4038600"/>
            <a:ext cx="594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Deadlocks are prevented by programmers following certain specific rules. Here are some 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Never lock more than one resource at a time (not always possible).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lock resources in the same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programming techniques that don’t require locking.</a:t>
            </a:r>
          </a:p>
        </p:txBody>
      </p:sp>
    </p:spTree>
    <p:extLst>
      <p:ext uri="{BB962C8B-B14F-4D97-AF65-F5344CB8AC3E}">
        <p14:creationId xmlns:p14="http://schemas.microsoft.com/office/powerpoint/2010/main" val="395914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2AE7B-5AAD-7081-0D2E-7C0F8C8D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88CE-3531-2CBA-267E-09B918314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CF4DA-D384-A699-6358-4E8088F38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4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CPUs have certain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atomic</a:t>
            </a:r>
            <a:r>
              <a:rPr lang="en-US" dirty="0"/>
              <a:t> operations that cannot be interrupted, even by another core.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5A2911-6CD5-4A28-F37A-ECE0FCB4B7D0}"/>
              </a:ext>
            </a:extLst>
          </p:cNvPr>
          <p:cNvSpPr txBox="1"/>
          <p:nvPr/>
        </p:nvSpPr>
        <p:spPr>
          <a:xfrm>
            <a:off x="5410200" y="914400"/>
            <a:ext cx="59436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dirty="0"/>
              <a:t>Examples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Increment:</a:t>
            </a:r>
            <a:r>
              <a:rPr lang="en-US" dirty="0"/>
              <a:t> Add one to a variable in memory.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Decrement:</a:t>
            </a:r>
            <a:r>
              <a:rPr lang="en-US" dirty="0"/>
              <a:t> Subtract one from a variable in memory.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Compare-And-Swap: </a:t>
            </a:r>
            <a:r>
              <a:rPr lang="en-US" dirty="0"/>
              <a:t>Compare a variable in memory with one register, if they match, exchange the value with another register.</a:t>
            </a:r>
            <a:endParaRPr lang="en-US" i="1" dirty="0"/>
          </a:p>
          <a:p>
            <a:pPr>
              <a:spcAft>
                <a:spcPts val="1200"/>
              </a:spcAft>
            </a:pPr>
            <a:r>
              <a:rPr lang="en-US" i="1" dirty="0"/>
              <a:t>There are others but these are the most commonly used.</a:t>
            </a:r>
          </a:p>
          <a:p>
            <a:pPr>
              <a:spcAft>
                <a:spcPts val="1200"/>
              </a:spcAft>
            </a:pPr>
            <a:r>
              <a:rPr lang="en-US" i="1" dirty="0"/>
              <a:t>All require special support from cache memory controllers.</a:t>
            </a:r>
          </a:p>
          <a:p>
            <a:pPr>
              <a:spcAft>
                <a:spcPts val="1200"/>
              </a:spcAft>
            </a:pPr>
            <a:r>
              <a:rPr lang="en-US" i="1" dirty="0"/>
              <a:t>On a CISC processor all of these are single instructions.</a:t>
            </a:r>
          </a:p>
          <a:p>
            <a:pPr>
              <a:spcAft>
                <a:spcPts val="1200"/>
              </a:spcAft>
            </a:pPr>
            <a:r>
              <a:rPr lang="en-US" i="1" dirty="0"/>
              <a:t>On a RISC processor, Compare-And-Swap typically requires several instructions with some fancy core and cache coordination going on behind the scenes.</a:t>
            </a:r>
          </a:p>
        </p:txBody>
      </p:sp>
      <p:pic>
        <p:nvPicPr>
          <p:cNvPr id="10" name="Graphic 9" descr="Shuffle with solid fill">
            <a:extLst>
              <a:ext uri="{FF2B5EF4-FFF2-40B4-BE49-F238E27FC236}">
                <a16:creationId xmlns:a16="http://schemas.microsoft.com/office/drawing/2014/main" id="{38121210-DB60-2603-5192-3F5D9C88E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4003503"/>
            <a:ext cx="17526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54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697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Process Scheduling and Thread Synchronization</vt:lpstr>
      <vt:lpstr>Processes and Threads</vt:lpstr>
      <vt:lpstr>Task Switching</vt:lpstr>
      <vt:lpstr>Time Slice</vt:lpstr>
      <vt:lpstr>Scheduler</vt:lpstr>
      <vt:lpstr>Blocking</vt:lpstr>
      <vt:lpstr>Deadlock</vt:lpstr>
      <vt:lpstr>Interlocking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2024-11-03T00:32:22Z</dcterms:created>
  <dcterms:modified xsi:type="dcterms:W3CDTF">2024-11-13T20:59:13Z</dcterms:modified>
</cp:coreProperties>
</file>