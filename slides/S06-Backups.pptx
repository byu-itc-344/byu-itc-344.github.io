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58" r:id="rId4"/>
    <p:sldId id="261" r:id="rId5"/>
    <p:sldId id="262" r:id="rId6"/>
    <p:sldId id="263" r:id="rId7"/>
    <p:sldId id="265" r:id="rId8"/>
    <p:sldId id="266" r:id="rId9"/>
    <p:sldId id="257" r:id="rId10"/>
    <p:sldId id="260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D888FC-A70B-4AB2-907B-08E2A053128A}" v="84" dt="2024-09-25T18:06:38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9" autoAdjust="0"/>
    <p:restoredTop sz="83514" autoAdjust="0"/>
  </p:normalViewPr>
  <p:slideViewPr>
    <p:cSldViewPr>
      <p:cViewPr varScale="1">
        <p:scale>
          <a:sx n="98" d="100"/>
          <a:sy n="98" d="100"/>
        </p:scale>
        <p:origin x="9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26D888FC-A70B-4AB2-907B-08E2A053128A}"/>
    <pc:docChg chg="undo redo custSel addSld delSld modSld sldOrd">
      <pc:chgData name="Brandt Redd" userId="be8ed540b98adac0" providerId="LiveId" clId="{26D888FC-A70B-4AB2-907B-08E2A053128A}" dt="2024-09-25T18:19:00.054" v="5052" actId="20577"/>
      <pc:docMkLst>
        <pc:docMk/>
      </pc:docMkLst>
      <pc:sldChg chg="modSp mod">
        <pc:chgData name="Brandt Redd" userId="be8ed540b98adac0" providerId="LiveId" clId="{26D888FC-A70B-4AB2-907B-08E2A053128A}" dt="2024-09-24T19:42:29.588" v="10" actId="20577"/>
        <pc:sldMkLst>
          <pc:docMk/>
          <pc:sldMk cId="418182081" sldId="256"/>
        </pc:sldMkLst>
        <pc:spChg chg="mod">
          <ac:chgData name="Brandt Redd" userId="be8ed540b98adac0" providerId="LiveId" clId="{26D888FC-A70B-4AB2-907B-08E2A053128A}" dt="2024-09-24T19:42:29.588" v="10" actId="20577"/>
          <ac:spMkLst>
            <pc:docMk/>
            <pc:sldMk cId="418182081" sldId="256"/>
            <ac:spMk id="2" creationId="{4BF07DDD-E063-E361-9F34-B3B27A1F0C1E}"/>
          </ac:spMkLst>
        </pc:spChg>
      </pc:sldChg>
      <pc:sldChg chg="modSp new mod ord modAnim modNotesTx">
        <pc:chgData name="Brandt Redd" userId="be8ed540b98adac0" providerId="LiveId" clId="{26D888FC-A70B-4AB2-907B-08E2A053128A}" dt="2024-09-25T17:34:42.033" v="4147"/>
        <pc:sldMkLst>
          <pc:docMk/>
          <pc:sldMk cId="3083811144" sldId="257"/>
        </pc:sldMkLst>
        <pc:spChg chg="mod">
          <ac:chgData name="Brandt Redd" userId="be8ed540b98adac0" providerId="LiveId" clId="{26D888FC-A70B-4AB2-907B-08E2A053128A}" dt="2024-09-24T19:43:00.801" v="78" actId="20577"/>
          <ac:spMkLst>
            <pc:docMk/>
            <pc:sldMk cId="3083811144" sldId="257"/>
            <ac:spMk id="2" creationId="{F6CCDDDD-9BBF-6F3E-6A1B-E95FD48F7D53}"/>
          </ac:spMkLst>
        </pc:spChg>
        <pc:spChg chg="mod">
          <ac:chgData name="Brandt Redd" userId="be8ed540b98adac0" providerId="LiveId" clId="{26D888FC-A70B-4AB2-907B-08E2A053128A}" dt="2024-09-24T19:47:50.586" v="674" actId="27636"/>
          <ac:spMkLst>
            <pc:docMk/>
            <pc:sldMk cId="3083811144" sldId="257"/>
            <ac:spMk id="3" creationId="{D104ACBD-A9D3-CB0D-C4A8-140ADBBE1CFE}"/>
          </ac:spMkLst>
        </pc:spChg>
      </pc:sldChg>
      <pc:sldChg chg="addSp delSp modSp new mod modClrScheme chgLayout modNotesTx">
        <pc:chgData name="Brandt Redd" userId="be8ed540b98adac0" providerId="LiveId" clId="{26D888FC-A70B-4AB2-907B-08E2A053128A}" dt="2024-09-25T17:18:23.786" v="3994" actId="20577"/>
        <pc:sldMkLst>
          <pc:docMk/>
          <pc:sldMk cId="2605129762" sldId="258"/>
        </pc:sldMkLst>
        <pc:spChg chg="mod ord">
          <ac:chgData name="Brandt Redd" userId="be8ed540b98adac0" providerId="LiveId" clId="{26D888FC-A70B-4AB2-907B-08E2A053128A}" dt="2024-09-25T15:40:50.866" v="3155" actId="700"/>
          <ac:spMkLst>
            <pc:docMk/>
            <pc:sldMk cId="2605129762" sldId="258"/>
            <ac:spMk id="2" creationId="{BFD1B508-2FF8-7F25-0FCB-ED9B8F39DE96}"/>
          </ac:spMkLst>
        </pc:spChg>
        <pc:spChg chg="del mod ord">
          <ac:chgData name="Brandt Redd" userId="be8ed540b98adac0" providerId="LiveId" clId="{26D888FC-A70B-4AB2-907B-08E2A053128A}" dt="2024-09-25T15:40:54.835" v="3156" actId="478"/>
          <ac:spMkLst>
            <pc:docMk/>
            <pc:sldMk cId="2605129762" sldId="258"/>
            <ac:spMk id="3" creationId="{321864B0-E997-8E20-9B5C-26873D82271E}"/>
          </ac:spMkLst>
        </pc:spChg>
        <pc:spChg chg="add mod">
          <ac:chgData name="Brandt Redd" userId="be8ed540b98adac0" providerId="LiveId" clId="{26D888FC-A70B-4AB2-907B-08E2A053128A}" dt="2024-09-25T15:50:41.500" v="3192" actId="1076"/>
          <ac:spMkLst>
            <pc:docMk/>
            <pc:sldMk cId="2605129762" sldId="258"/>
            <ac:spMk id="4" creationId="{F47757A7-9BDF-3382-B801-5B2BA8C82198}"/>
          </ac:spMkLst>
        </pc:spChg>
        <pc:spChg chg="add mod">
          <ac:chgData name="Brandt Redd" userId="be8ed540b98adac0" providerId="LiveId" clId="{26D888FC-A70B-4AB2-907B-08E2A053128A}" dt="2024-09-25T17:10:46.560" v="3220" actId="1076"/>
          <ac:spMkLst>
            <pc:docMk/>
            <pc:sldMk cId="2605129762" sldId="258"/>
            <ac:spMk id="5" creationId="{47479D4D-3C7F-7BDF-9190-CBF23ECD222C}"/>
          </ac:spMkLst>
        </pc:spChg>
        <pc:spChg chg="add mod">
          <ac:chgData name="Brandt Redd" userId="be8ed540b98adac0" providerId="LiveId" clId="{26D888FC-A70B-4AB2-907B-08E2A053128A}" dt="2024-09-25T17:15:05.081" v="3251" actId="1076"/>
          <ac:spMkLst>
            <pc:docMk/>
            <pc:sldMk cId="2605129762" sldId="258"/>
            <ac:spMk id="10" creationId="{1C3F3446-4D4C-8225-7D72-76718A22F400}"/>
          </ac:spMkLst>
        </pc:spChg>
        <pc:picChg chg="add mod">
          <ac:chgData name="Brandt Redd" userId="be8ed540b98adac0" providerId="LiveId" clId="{26D888FC-A70B-4AB2-907B-08E2A053128A}" dt="2024-09-25T17:14:32.821" v="3235" actId="1036"/>
          <ac:picMkLst>
            <pc:docMk/>
            <pc:sldMk cId="2605129762" sldId="258"/>
            <ac:picMk id="7" creationId="{EF058FBF-2321-850F-A218-222EDE811537}"/>
          </ac:picMkLst>
        </pc:picChg>
        <pc:picChg chg="add mod">
          <ac:chgData name="Brandt Redd" userId="be8ed540b98adac0" providerId="LiveId" clId="{26D888FC-A70B-4AB2-907B-08E2A053128A}" dt="2024-09-25T17:14:14.853" v="3224" actId="571"/>
          <ac:picMkLst>
            <pc:docMk/>
            <pc:sldMk cId="2605129762" sldId="258"/>
            <ac:picMk id="8" creationId="{7E7C52F1-3770-18C4-A3FC-F78A7356EF00}"/>
          </ac:picMkLst>
        </pc:picChg>
        <pc:picChg chg="add mod">
          <ac:chgData name="Brandt Redd" userId="be8ed540b98adac0" providerId="LiveId" clId="{26D888FC-A70B-4AB2-907B-08E2A053128A}" dt="2024-09-25T17:14:32.821" v="3235" actId="1036"/>
          <ac:picMkLst>
            <pc:docMk/>
            <pc:sldMk cId="2605129762" sldId="258"/>
            <ac:picMk id="9" creationId="{4C3967EE-C0AC-F4DD-EC6F-4301A45E709D}"/>
          </ac:picMkLst>
        </pc:picChg>
        <pc:picChg chg="add mod">
          <ac:chgData name="Brandt Redd" userId="be8ed540b98adac0" providerId="LiveId" clId="{26D888FC-A70B-4AB2-907B-08E2A053128A}" dt="2024-09-25T15:50:04.901" v="3163" actId="1076"/>
          <ac:picMkLst>
            <pc:docMk/>
            <pc:sldMk cId="2605129762" sldId="258"/>
            <ac:picMk id="1026" creationId="{DAE6192F-5262-2F34-5852-000EFF41D171}"/>
          </ac:picMkLst>
        </pc:picChg>
        <pc:picChg chg="add mod">
          <ac:chgData name="Brandt Redd" userId="be8ed540b98adac0" providerId="LiveId" clId="{26D888FC-A70B-4AB2-907B-08E2A053128A}" dt="2024-09-25T17:10:27.242" v="3201" actId="1076"/>
          <ac:picMkLst>
            <pc:docMk/>
            <pc:sldMk cId="2605129762" sldId="258"/>
            <ac:picMk id="1028" creationId="{D46AD61C-52E6-909B-846D-3A106A3B558A}"/>
          </ac:picMkLst>
        </pc:picChg>
      </pc:sldChg>
      <pc:sldChg chg="modSp new del mod">
        <pc:chgData name="Brandt Redd" userId="be8ed540b98adac0" providerId="LiveId" clId="{26D888FC-A70B-4AB2-907B-08E2A053128A}" dt="2024-09-25T17:18:31.902" v="3995" actId="47"/>
        <pc:sldMkLst>
          <pc:docMk/>
          <pc:sldMk cId="2576208626" sldId="259"/>
        </pc:sldMkLst>
        <pc:spChg chg="mod">
          <ac:chgData name="Brandt Redd" userId="be8ed540b98adac0" providerId="LiveId" clId="{26D888FC-A70B-4AB2-907B-08E2A053128A}" dt="2024-09-24T19:50:50.136" v="899" actId="20577"/>
          <ac:spMkLst>
            <pc:docMk/>
            <pc:sldMk cId="2576208626" sldId="259"/>
            <ac:spMk id="2" creationId="{18B84B81-081B-8863-254B-2A0F66925F08}"/>
          </ac:spMkLst>
        </pc:spChg>
      </pc:sldChg>
      <pc:sldChg chg="addSp modSp new mod ord">
        <pc:chgData name="Brandt Redd" userId="be8ed540b98adac0" providerId="LiveId" clId="{26D888FC-A70B-4AB2-907B-08E2A053128A}" dt="2024-09-25T18:04:07.774" v="4654" actId="1076"/>
        <pc:sldMkLst>
          <pc:docMk/>
          <pc:sldMk cId="2875084969" sldId="260"/>
        </pc:sldMkLst>
        <pc:spChg chg="mod">
          <ac:chgData name="Brandt Redd" userId="be8ed540b98adac0" providerId="LiveId" clId="{26D888FC-A70B-4AB2-907B-08E2A053128A}" dt="2024-09-24T19:51:20.821" v="929" actId="20577"/>
          <ac:spMkLst>
            <pc:docMk/>
            <pc:sldMk cId="2875084969" sldId="260"/>
            <ac:spMk id="2" creationId="{D57E621F-04AF-5E5F-9EA6-D85074EFBC51}"/>
          </ac:spMkLst>
        </pc:spChg>
        <pc:spChg chg="mod">
          <ac:chgData name="Brandt Redd" userId="be8ed540b98adac0" providerId="LiveId" clId="{26D888FC-A70B-4AB2-907B-08E2A053128A}" dt="2024-09-25T18:03:35.760" v="4650" actId="113"/>
          <ac:spMkLst>
            <pc:docMk/>
            <pc:sldMk cId="2875084969" sldId="260"/>
            <ac:spMk id="3" creationId="{450B5B2C-AF71-CDD3-2AE7-A92542DD6529}"/>
          </ac:spMkLst>
        </pc:spChg>
        <pc:picChg chg="add mod">
          <ac:chgData name="Brandt Redd" userId="be8ed540b98adac0" providerId="LiveId" clId="{26D888FC-A70B-4AB2-907B-08E2A053128A}" dt="2024-09-25T18:04:07.774" v="4654" actId="1076"/>
          <ac:picMkLst>
            <pc:docMk/>
            <pc:sldMk cId="2875084969" sldId="260"/>
            <ac:picMk id="5" creationId="{81E0F0CB-0CD7-358F-2521-1FD09FCD194A}"/>
          </ac:picMkLst>
        </pc:picChg>
      </pc:sldChg>
      <pc:sldChg chg="addSp modSp new mod">
        <pc:chgData name="Brandt Redd" userId="be8ed540b98adac0" providerId="LiveId" clId="{26D888FC-A70B-4AB2-907B-08E2A053128A}" dt="2024-09-25T17:23:34.207" v="4051" actId="6549"/>
        <pc:sldMkLst>
          <pc:docMk/>
          <pc:sldMk cId="2504494637" sldId="261"/>
        </pc:sldMkLst>
        <pc:spChg chg="mod">
          <ac:chgData name="Brandt Redd" userId="be8ed540b98adac0" providerId="LiveId" clId="{26D888FC-A70B-4AB2-907B-08E2A053128A}" dt="2024-09-24T22:01:42.196" v="946" actId="20577"/>
          <ac:spMkLst>
            <pc:docMk/>
            <pc:sldMk cId="2504494637" sldId="261"/>
            <ac:spMk id="2" creationId="{6D357284-E555-F2FE-80E3-3DEA4A9AA9B2}"/>
          </ac:spMkLst>
        </pc:spChg>
        <pc:spChg chg="mod">
          <ac:chgData name="Brandt Redd" userId="be8ed540b98adac0" providerId="LiveId" clId="{26D888FC-A70B-4AB2-907B-08E2A053128A}" dt="2024-09-25T17:23:34.207" v="4051" actId="6549"/>
          <ac:spMkLst>
            <pc:docMk/>
            <pc:sldMk cId="2504494637" sldId="261"/>
            <ac:spMk id="3" creationId="{E2ABD4DA-31A6-48B4-00B4-454CC677D85D}"/>
          </ac:spMkLst>
        </pc:spChg>
        <pc:spChg chg="add mod">
          <ac:chgData name="Brandt Redd" userId="be8ed540b98adac0" providerId="LiveId" clId="{26D888FC-A70B-4AB2-907B-08E2A053128A}" dt="2024-09-25T17:22:22.058" v="4011" actId="1076"/>
          <ac:spMkLst>
            <pc:docMk/>
            <pc:sldMk cId="2504494637" sldId="261"/>
            <ac:spMk id="8" creationId="{5D00BC2D-2026-A242-BA48-64BECAAB1A49}"/>
          </ac:spMkLst>
        </pc:spChg>
        <pc:picChg chg="add mod">
          <ac:chgData name="Brandt Redd" userId="be8ed540b98adac0" providerId="LiveId" clId="{26D888FC-A70B-4AB2-907B-08E2A053128A}" dt="2024-09-25T17:20:35.541" v="4000" actId="1076"/>
          <ac:picMkLst>
            <pc:docMk/>
            <pc:sldMk cId="2504494637" sldId="261"/>
            <ac:picMk id="5" creationId="{4620055A-AF75-0CA1-D3BB-259C4D610E85}"/>
          </ac:picMkLst>
        </pc:picChg>
        <pc:picChg chg="add mod">
          <ac:chgData name="Brandt Redd" userId="be8ed540b98adac0" providerId="LiveId" clId="{26D888FC-A70B-4AB2-907B-08E2A053128A}" dt="2024-09-25T17:22:17.848" v="4010" actId="1076"/>
          <ac:picMkLst>
            <pc:docMk/>
            <pc:sldMk cId="2504494637" sldId="261"/>
            <ac:picMk id="7" creationId="{F2919E11-E545-A40A-AD3B-1C7D3D1BAC02}"/>
          </ac:picMkLst>
        </pc:picChg>
        <pc:picChg chg="add mod">
          <ac:chgData name="Brandt Redd" userId="be8ed540b98adac0" providerId="LiveId" clId="{26D888FC-A70B-4AB2-907B-08E2A053128A}" dt="2024-09-25T17:22:34.134" v="4013" actId="1076"/>
          <ac:picMkLst>
            <pc:docMk/>
            <pc:sldMk cId="2504494637" sldId="261"/>
            <ac:picMk id="10" creationId="{D1837B76-5815-5919-F509-EB715B42CDA3}"/>
          </ac:picMkLst>
        </pc:picChg>
        <pc:picChg chg="add mod">
          <ac:chgData name="Brandt Redd" userId="be8ed540b98adac0" providerId="LiveId" clId="{26D888FC-A70B-4AB2-907B-08E2A053128A}" dt="2024-09-25T17:22:27.139" v="4012" actId="1076"/>
          <ac:picMkLst>
            <pc:docMk/>
            <pc:sldMk cId="2504494637" sldId="261"/>
            <ac:picMk id="12" creationId="{A206F3F7-7A63-CE4C-19FB-A26A77EC257C}"/>
          </ac:picMkLst>
        </pc:picChg>
        <pc:picChg chg="add mod">
          <ac:chgData name="Brandt Redd" userId="be8ed540b98adac0" providerId="LiveId" clId="{26D888FC-A70B-4AB2-907B-08E2A053128A}" dt="2024-09-25T17:22:56.962" v="4017" actId="1076"/>
          <ac:picMkLst>
            <pc:docMk/>
            <pc:sldMk cId="2504494637" sldId="261"/>
            <ac:picMk id="14" creationId="{05F8D94E-4A9C-6611-845F-798A965ED255}"/>
          </ac:picMkLst>
        </pc:picChg>
        <pc:cxnChg chg="add ord">
          <ac:chgData name="Brandt Redd" userId="be8ed540b98adac0" providerId="LiveId" clId="{26D888FC-A70B-4AB2-907B-08E2A053128A}" dt="2024-09-25T17:22:48.933" v="4016" actId="167"/>
          <ac:cxnSpMkLst>
            <pc:docMk/>
            <pc:sldMk cId="2504494637" sldId="261"/>
            <ac:cxnSpMk id="16" creationId="{C591493E-8AD1-71B9-0BC0-02586FE25333}"/>
          </ac:cxnSpMkLst>
        </pc:cxnChg>
      </pc:sldChg>
      <pc:sldChg chg="addSp delSp modSp new mod">
        <pc:chgData name="Brandt Redd" userId="be8ed540b98adac0" providerId="LiveId" clId="{26D888FC-A70B-4AB2-907B-08E2A053128A}" dt="2024-09-25T17:32:54.767" v="4142" actId="571"/>
        <pc:sldMkLst>
          <pc:docMk/>
          <pc:sldMk cId="3811571331" sldId="262"/>
        </pc:sldMkLst>
        <pc:spChg chg="mod">
          <ac:chgData name="Brandt Redd" userId="be8ed540b98adac0" providerId="LiveId" clId="{26D888FC-A70B-4AB2-907B-08E2A053128A}" dt="2024-09-24T22:03:22.170" v="1164" actId="20577"/>
          <ac:spMkLst>
            <pc:docMk/>
            <pc:sldMk cId="3811571331" sldId="262"/>
            <ac:spMk id="2" creationId="{EF3D565E-0C4E-F2AF-00CF-7F8297264247}"/>
          </ac:spMkLst>
        </pc:spChg>
        <pc:spChg chg="mod">
          <ac:chgData name="Brandt Redd" userId="be8ed540b98adac0" providerId="LiveId" clId="{26D888FC-A70B-4AB2-907B-08E2A053128A}" dt="2024-09-25T17:23:58.414" v="4057" actId="5793"/>
          <ac:spMkLst>
            <pc:docMk/>
            <pc:sldMk cId="3811571331" sldId="262"/>
            <ac:spMk id="3" creationId="{C96C31BF-C8F8-455B-E173-6DF917E7B6C3}"/>
          </ac:spMkLst>
        </pc:spChg>
        <pc:spChg chg="add mod">
          <ac:chgData name="Brandt Redd" userId="be8ed540b98adac0" providerId="LiveId" clId="{26D888FC-A70B-4AB2-907B-08E2A053128A}" dt="2024-09-25T17:31:50.640" v="4131" actId="20577"/>
          <ac:spMkLst>
            <pc:docMk/>
            <pc:sldMk cId="3811571331" sldId="262"/>
            <ac:spMk id="4" creationId="{0ADC6DAA-1B3E-A547-5BF9-DE09CC68AED6}"/>
          </ac:spMkLst>
        </pc:spChg>
        <pc:spChg chg="add mod">
          <ac:chgData name="Brandt Redd" userId="be8ed540b98adac0" providerId="LiveId" clId="{26D888FC-A70B-4AB2-907B-08E2A053128A}" dt="2024-09-25T17:31:54.879" v="4133" actId="20577"/>
          <ac:spMkLst>
            <pc:docMk/>
            <pc:sldMk cId="3811571331" sldId="262"/>
            <ac:spMk id="5" creationId="{AED4BD53-CC99-B075-415F-72689E5BEFBB}"/>
          </ac:spMkLst>
        </pc:spChg>
        <pc:spChg chg="add del">
          <ac:chgData name="Brandt Redd" userId="be8ed540b98adac0" providerId="LiveId" clId="{26D888FC-A70B-4AB2-907B-08E2A053128A}" dt="2024-09-25T17:30:29.931" v="4093" actId="22"/>
          <ac:spMkLst>
            <pc:docMk/>
            <pc:sldMk cId="3811571331" sldId="262"/>
            <ac:spMk id="7" creationId="{33D491CA-718B-298C-BC8F-23C4FB365F23}"/>
          </ac:spMkLst>
        </pc:spChg>
        <pc:spChg chg="add del">
          <ac:chgData name="Brandt Redd" userId="be8ed540b98adac0" providerId="LiveId" clId="{26D888FC-A70B-4AB2-907B-08E2A053128A}" dt="2024-09-25T17:30:45.312" v="4095" actId="22"/>
          <ac:spMkLst>
            <pc:docMk/>
            <pc:sldMk cId="3811571331" sldId="262"/>
            <ac:spMk id="9" creationId="{7A48FFE3-E041-D137-A1FC-296BA0DC3D87}"/>
          </ac:spMkLst>
        </pc:spChg>
        <pc:spChg chg="add mod">
          <ac:chgData name="Brandt Redd" userId="be8ed540b98adac0" providerId="LiveId" clId="{26D888FC-A70B-4AB2-907B-08E2A053128A}" dt="2024-09-25T17:31:58.283" v="4135" actId="20577"/>
          <ac:spMkLst>
            <pc:docMk/>
            <pc:sldMk cId="3811571331" sldId="262"/>
            <ac:spMk id="12" creationId="{35DA230F-0529-078E-0836-5C2A761B86F5}"/>
          </ac:spMkLst>
        </pc:spChg>
        <pc:spChg chg="add mod">
          <ac:chgData name="Brandt Redd" userId="be8ed540b98adac0" providerId="LiveId" clId="{26D888FC-A70B-4AB2-907B-08E2A053128A}" dt="2024-09-25T17:32:54.767" v="4142" actId="571"/>
          <ac:spMkLst>
            <pc:docMk/>
            <pc:sldMk cId="3811571331" sldId="262"/>
            <ac:spMk id="14" creationId="{516BEC1E-C2AA-EF1F-4D32-7026F74169AA}"/>
          </ac:spMkLst>
        </pc:spChg>
        <pc:picChg chg="add mod">
          <ac:chgData name="Brandt Redd" userId="be8ed540b98adac0" providerId="LiveId" clId="{26D888FC-A70B-4AB2-907B-08E2A053128A}" dt="2024-09-25T17:31:31.393" v="4100" actId="14100"/>
          <ac:picMkLst>
            <pc:docMk/>
            <pc:sldMk cId="3811571331" sldId="262"/>
            <ac:picMk id="11" creationId="{7EFA8A99-55EE-90F4-1FAB-9069DF0E6016}"/>
          </ac:picMkLst>
        </pc:picChg>
        <pc:picChg chg="add mod">
          <ac:chgData name="Brandt Redd" userId="be8ed540b98adac0" providerId="LiveId" clId="{26D888FC-A70B-4AB2-907B-08E2A053128A}" dt="2024-09-25T17:32:23.574" v="4141" actId="14100"/>
          <ac:picMkLst>
            <pc:docMk/>
            <pc:sldMk cId="3811571331" sldId="262"/>
            <ac:picMk id="13" creationId="{5A6436BF-68EB-2933-E333-D857C75CB948}"/>
          </ac:picMkLst>
        </pc:picChg>
        <pc:picChg chg="add mod">
          <ac:chgData name="Brandt Redd" userId="be8ed540b98adac0" providerId="LiveId" clId="{26D888FC-A70B-4AB2-907B-08E2A053128A}" dt="2024-09-25T17:28:27.553" v="4087" actId="1076"/>
          <ac:picMkLst>
            <pc:docMk/>
            <pc:sldMk cId="3811571331" sldId="262"/>
            <ac:picMk id="2050" creationId="{FBCF624F-D136-5883-F331-68F4F3F1A01E}"/>
          </ac:picMkLst>
        </pc:picChg>
        <pc:picChg chg="add mod">
          <ac:chgData name="Brandt Redd" userId="be8ed540b98adac0" providerId="LiveId" clId="{26D888FC-A70B-4AB2-907B-08E2A053128A}" dt="2024-09-25T17:28:29.425" v="4088" actId="1076"/>
          <ac:picMkLst>
            <pc:docMk/>
            <pc:sldMk cId="3811571331" sldId="262"/>
            <ac:picMk id="2052" creationId="{4A712587-C4F9-1767-5025-2E103CE0A579}"/>
          </ac:picMkLst>
        </pc:picChg>
      </pc:sldChg>
      <pc:sldChg chg="addSp modSp new mod">
        <pc:chgData name="Brandt Redd" userId="be8ed540b98adac0" providerId="LiveId" clId="{26D888FC-A70B-4AB2-907B-08E2A053128A}" dt="2024-09-25T17:33:09.142" v="4145" actId="1076"/>
        <pc:sldMkLst>
          <pc:docMk/>
          <pc:sldMk cId="3854344145" sldId="263"/>
        </pc:sldMkLst>
        <pc:spChg chg="mod">
          <ac:chgData name="Brandt Redd" userId="be8ed540b98adac0" providerId="LiveId" clId="{26D888FC-A70B-4AB2-907B-08E2A053128A}" dt="2024-09-24T22:17:00.695" v="1247" actId="20577"/>
          <ac:spMkLst>
            <pc:docMk/>
            <pc:sldMk cId="3854344145" sldId="263"/>
            <ac:spMk id="2" creationId="{B2E4890F-0CB9-E4A4-D3CF-512B4A52E66F}"/>
          </ac:spMkLst>
        </pc:spChg>
        <pc:spChg chg="mod">
          <ac:chgData name="Brandt Redd" userId="be8ed540b98adac0" providerId="LiveId" clId="{26D888FC-A70B-4AB2-907B-08E2A053128A}" dt="2024-09-24T22:19:56.282" v="1535" actId="20577"/>
          <ac:spMkLst>
            <pc:docMk/>
            <pc:sldMk cId="3854344145" sldId="263"/>
            <ac:spMk id="3" creationId="{86C91B0A-04F1-3C93-DC87-CD83CA2B8058}"/>
          </ac:spMkLst>
        </pc:spChg>
        <pc:spChg chg="add mod">
          <ac:chgData name="Brandt Redd" userId="be8ed540b98adac0" providerId="LiveId" clId="{26D888FC-A70B-4AB2-907B-08E2A053128A}" dt="2024-09-25T17:33:09.142" v="4145" actId="1076"/>
          <ac:spMkLst>
            <pc:docMk/>
            <pc:sldMk cId="3854344145" sldId="263"/>
            <ac:spMk id="5" creationId="{73251D45-F742-9816-0C8D-50947A2D0E50}"/>
          </ac:spMkLst>
        </pc:spChg>
        <pc:picChg chg="add mod">
          <ac:chgData name="Brandt Redd" userId="be8ed540b98adac0" providerId="LiveId" clId="{26D888FC-A70B-4AB2-907B-08E2A053128A}" dt="2024-09-25T17:32:57.931" v="4143"/>
          <ac:picMkLst>
            <pc:docMk/>
            <pc:sldMk cId="3854344145" sldId="263"/>
            <ac:picMk id="4" creationId="{799F1561-B12B-9E43-76F9-3289CD369A49}"/>
          </ac:picMkLst>
        </pc:picChg>
        <pc:picChg chg="add mod">
          <ac:chgData name="Brandt Redd" userId="be8ed540b98adac0" providerId="LiveId" clId="{26D888FC-A70B-4AB2-907B-08E2A053128A}" dt="2024-09-24T22:20:26.297" v="1538" actId="1076"/>
          <ac:picMkLst>
            <pc:docMk/>
            <pc:sldMk cId="3854344145" sldId="263"/>
            <ac:picMk id="1026" creationId="{67E1E4F1-10F4-8E92-471A-2A3A64F62074}"/>
          </ac:picMkLst>
        </pc:picChg>
      </pc:sldChg>
      <pc:sldChg chg="addSp delSp modSp new mod modClrScheme chgLayout">
        <pc:chgData name="Brandt Redd" userId="be8ed540b98adac0" providerId="LiveId" clId="{26D888FC-A70B-4AB2-907B-08E2A053128A}" dt="2024-09-25T15:39:10.017" v="3153" actId="1076"/>
        <pc:sldMkLst>
          <pc:docMk/>
          <pc:sldMk cId="3346638135" sldId="264"/>
        </pc:sldMkLst>
        <pc:spChg chg="mod ord">
          <ac:chgData name="Brandt Redd" userId="be8ed540b98adac0" providerId="LiveId" clId="{26D888FC-A70B-4AB2-907B-08E2A053128A}" dt="2024-09-25T15:39:10.017" v="3153" actId="1076"/>
          <ac:spMkLst>
            <pc:docMk/>
            <pc:sldMk cId="3346638135" sldId="264"/>
            <ac:spMk id="2" creationId="{994A832D-69F4-A221-386C-1F0B2FB25056}"/>
          </ac:spMkLst>
        </pc:spChg>
        <pc:spChg chg="del mod ord">
          <ac:chgData name="Brandt Redd" userId="be8ed540b98adac0" providerId="LiveId" clId="{26D888FC-A70B-4AB2-907B-08E2A053128A}" dt="2024-09-25T15:38:56.060" v="3149" actId="478"/>
          <ac:spMkLst>
            <pc:docMk/>
            <pc:sldMk cId="3346638135" sldId="264"/>
            <ac:spMk id="3" creationId="{FB73985D-A8EE-ACB5-5650-2E70B1E2BD45}"/>
          </ac:spMkLst>
        </pc:spChg>
        <pc:spChg chg="add mod">
          <ac:chgData name="Brandt Redd" userId="be8ed540b98adac0" providerId="LiveId" clId="{26D888FC-A70B-4AB2-907B-08E2A053128A}" dt="2024-09-24T22:30:17.153" v="1680" actId="1076"/>
          <ac:spMkLst>
            <pc:docMk/>
            <pc:sldMk cId="3346638135" sldId="264"/>
            <ac:spMk id="4" creationId="{BBA483B1-4839-992F-D59B-A3812251E2FF}"/>
          </ac:spMkLst>
        </pc:spChg>
        <pc:spChg chg="mod">
          <ac:chgData name="Brandt Redd" userId="be8ed540b98adac0" providerId="LiveId" clId="{26D888FC-A70B-4AB2-907B-08E2A053128A}" dt="2024-09-25T15:38:57.549" v="3150"/>
          <ac:spMkLst>
            <pc:docMk/>
            <pc:sldMk cId="3346638135" sldId="264"/>
            <ac:spMk id="6" creationId="{35EF4E9E-F376-877B-5F43-7172BDD4B3E9}"/>
          </ac:spMkLst>
        </pc:spChg>
        <pc:spChg chg="mod">
          <ac:chgData name="Brandt Redd" userId="be8ed540b98adac0" providerId="LiveId" clId="{26D888FC-A70B-4AB2-907B-08E2A053128A}" dt="2024-09-25T15:38:57.549" v="3150"/>
          <ac:spMkLst>
            <pc:docMk/>
            <pc:sldMk cId="3346638135" sldId="264"/>
            <ac:spMk id="7" creationId="{5C4B148F-6186-569B-FF77-17A87F12BE36}"/>
          </ac:spMkLst>
        </pc:spChg>
        <pc:spChg chg="mod">
          <ac:chgData name="Brandt Redd" userId="be8ed540b98adac0" providerId="LiveId" clId="{26D888FC-A70B-4AB2-907B-08E2A053128A}" dt="2024-09-25T15:38:57.549" v="3150"/>
          <ac:spMkLst>
            <pc:docMk/>
            <pc:sldMk cId="3346638135" sldId="264"/>
            <ac:spMk id="8" creationId="{939087A8-3B9C-610B-F83C-6D972AE5A0F6}"/>
          </ac:spMkLst>
        </pc:spChg>
        <pc:spChg chg="mod">
          <ac:chgData name="Brandt Redd" userId="be8ed540b98adac0" providerId="LiveId" clId="{26D888FC-A70B-4AB2-907B-08E2A053128A}" dt="2024-09-25T15:38:57.549" v="3150"/>
          <ac:spMkLst>
            <pc:docMk/>
            <pc:sldMk cId="3346638135" sldId="264"/>
            <ac:spMk id="9" creationId="{214CDBDC-D81A-5AA2-4F8E-C9FDF0FD7E66}"/>
          </ac:spMkLst>
        </pc:spChg>
        <pc:spChg chg="mod">
          <ac:chgData name="Brandt Redd" userId="be8ed540b98adac0" providerId="LiveId" clId="{26D888FC-A70B-4AB2-907B-08E2A053128A}" dt="2024-09-25T15:38:57.549" v="3150"/>
          <ac:spMkLst>
            <pc:docMk/>
            <pc:sldMk cId="3346638135" sldId="264"/>
            <ac:spMk id="10" creationId="{72A57B03-988C-43F0-C3CE-E198F63A7852}"/>
          </ac:spMkLst>
        </pc:spChg>
        <pc:spChg chg="mod">
          <ac:chgData name="Brandt Redd" userId="be8ed540b98adac0" providerId="LiveId" clId="{26D888FC-A70B-4AB2-907B-08E2A053128A}" dt="2024-09-25T15:38:57.549" v="3150"/>
          <ac:spMkLst>
            <pc:docMk/>
            <pc:sldMk cId="3346638135" sldId="264"/>
            <ac:spMk id="11" creationId="{BE818C13-A821-2DB3-DF01-E1048AF18188}"/>
          </ac:spMkLst>
        </pc:spChg>
        <pc:grpChg chg="add mod">
          <ac:chgData name="Brandt Redd" userId="be8ed540b98adac0" providerId="LiveId" clId="{26D888FC-A70B-4AB2-907B-08E2A053128A}" dt="2024-09-25T15:39:01.596" v="3151" actId="1076"/>
          <ac:grpSpMkLst>
            <pc:docMk/>
            <pc:sldMk cId="3346638135" sldId="264"/>
            <ac:grpSpMk id="5" creationId="{A458F737-B674-439D-79EA-8FC13F24C586}"/>
          </ac:grpSpMkLst>
        </pc:grpChg>
      </pc:sldChg>
      <pc:sldChg chg="addSp delSp modSp new mod">
        <pc:chgData name="Brandt Redd" userId="be8ed540b98adac0" providerId="LiveId" clId="{26D888FC-A70B-4AB2-907B-08E2A053128A}" dt="2024-09-25T17:56:24.195" v="4160" actId="14100"/>
        <pc:sldMkLst>
          <pc:docMk/>
          <pc:sldMk cId="2829191426" sldId="265"/>
        </pc:sldMkLst>
        <pc:spChg chg="del mod">
          <ac:chgData name="Brandt Redd" userId="be8ed540b98adac0" providerId="LiveId" clId="{26D888FC-A70B-4AB2-907B-08E2A053128A}" dt="2024-09-25T17:55:41.967" v="4152" actId="478"/>
          <ac:spMkLst>
            <pc:docMk/>
            <pc:sldMk cId="2829191426" sldId="265"/>
            <ac:spMk id="2" creationId="{A650BD38-1961-75ED-DC60-A47D66DB6AF7}"/>
          </ac:spMkLst>
        </pc:spChg>
        <pc:spChg chg="mod">
          <ac:chgData name="Brandt Redd" userId="be8ed540b98adac0" providerId="LiveId" clId="{26D888FC-A70B-4AB2-907B-08E2A053128A}" dt="2024-09-25T17:56:24.195" v="4160" actId="14100"/>
          <ac:spMkLst>
            <pc:docMk/>
            <pc:sldMk cId="2829191426" sldId="265"/>
            <ac:spMk id="3" creationId="{0A5AA6D6-C928-416C-0C79-2FA445CBB17D}"/>
          </ac:spMkLst>
        </pc:spChg>
        <pc:spChg chg="add del mod">
          <ac:chgData name="Brandt Redd" userId="be8ed540b98adac0" providerId="LiveId" clId="{26D888FC-A70B-4AB2-907B-08E2A053128A}" dt="2024-09-25T17:55:44.996" v="4153" actId="478"/>
          <ac:spMkLst>
            <pc:docMk/>
            <pc:sldMk cId="2829191426" sldId="265"/>
            <ac:spMk id="5" creationId="{D4D037F9-283B-ECAC-E59A-DE4C0A970C6F}"/>
          </ac:spMkLst>
        </pc:spChg>
        <pc:picChg chg="add del">
          <ac:chgData name="Brandt Redd" userId="be8ed540b98adac0" providerId="LiveId" clId="{26D888FC-A70B-4AB2-907B-08E2A053128A}" dt="2024-09-25T17:55:35.326" v="4151" actId="478"/>
          <ac:picMkLst>
            <pc:docMk/>
            <pc:sldMk cId="2829191426" sldId="265"/>
            <ac:picMk id="3074" creationId="{FD3DC1FE-4913-55FD-17BC-EABD1C421474}"/>
          </ac:picMkLst>
        </pc:picChg>
        <pc:picChg chg="add del mod">
          <ac:chgData name="Brandt Redd" userId="be8ed540b98adac0" providerId="LiveId" clId="{26D888FC-A70B-4AB2-907B-08E2A053128A}" dt="2024-09-25T17:56:10.964" v="4157" actId="478"/>
          <ac:picMkLst>
            <pc:docMk/>
            <pc:sldMk cId="2829191426" sldId="265"/>
            <ac:picMk id="3076" creationId="{BE34D2C2-9F8D-58D0-1190-2E3DAB94FE94}"/>
          </ac:picMkLst>
        </pc:picChg>
        <pc:picChg chg="add mod">
          <ac:chgData name="Brandt Redd" userId="be8ed540b98adac0" providerId="LiveId" clId="{26D888FC-A70B-4AB2-907B-08E2A053128A}" dt="2024-09-25T17:56:18.645" v="4159" actId="14100"/>
          <ac:picMkLst>
            <pc:docMk/>
            <pc:sldMk cId="2829191426" sldId="265"/>
            <ac:picMk id="3078" creationId="{08A8891A-879C-3E53-9969-EDBAD03A2E1C}"/>
          </ac:picMkLst>
        </pc:picChg>
      </pc:sldChg>
      <pc:sldChg chg="addSp modSp new mod modNotesTx">
        <pc:chgData name="Brandt Redd" userId="be8ed540b98adac0" providerId="LiveId" clId="{26D888FC-A70B-4AB2-907B-08E2A053128A}" dt="2024-09-25T17:57:45.546" v="4165" actId="20577"/>
        <pc:sldMkLst>
          <pc:docMk/>
          <pc:sldMk cId="902039200" sldId="266"/>
        </pc:sldMkLst>
        <pc:spChg chg="mod">
          <ac:chgData name="Brandt Redd" userId="be8ed540b98adac0" providerId="LiveId" clId="{26D888FC-A70B-4AB2-907B-08E2A053128A}" dt="2024-09-24T22:47:41.166" v="2041" actId="20577"/>
          <ac:spMkLst>
            <pc:docMk/>
            <pc:sldMk cId="902039200" sldId="266"/>
            <ac:spMk id="2" creationId="{0AA88BCC-EDDD-F2CA-1B13-F4740C4F8BBF}"/>
          </ac:spMkLst>
        </pc:spChg>
        <pc:spChg chg="mod">
          <ac:chgData name="Brandt Redd" userId="be8ed540b98adac0" providerId="LiveId" clId="{26D888FC-A70B-4AB2-907B-08E2A053128A}" dt="2024-09-25T17:57:45.546" v="4165" actId="20577"/>
          <ac:spMkLst>
            <pc:docMk/>
            <pc:sldMk cId="902039200" sldId="266"/>
            <ac:spMk id="3" creationId="{D03F9B67-B9E2-5155-B723-85E2DBCDF22E}"/>
          </ac:spMkLst>
        </pc:spChg>
        <pc:picChg chg="add mod">
          <ac:chgData name="Brandt Redd" userId="be8ed540b98adac0" providerId="LiveId" clId="{26D888FC-A70B-4AB2-907B-08E2A053128A}" dt="2024-09-25T17:57:30.433" v="4163" actId="1076"/>
          <ac:picMkLst>
            <pc:docMk/>
            <pc:sldMk cId="902039200" sldId="266"/>
            <ac:picMk id="5122" creationId="{64A6217D-793D-2257-3796-0F3577C25A5A}"/>
          </ac:picMkLst>
        </pc:picChg>
      </pc:sldChg>
      <pc:sldChg chg="addSp delSp modSp new mod chgLayout">
        <pc:chgData name="Brandt Redd" userId="be8ed540b98adac0" providerId="LiveId" clId="{26D888FC-A70B-4AB2-907B-08E2A053128A}" dt="2024-09-25T18:19:00.054" v="5052" actId="20577"/>
        <pc:sldMkLst>
          <pc:docMk/>
          <pc:sldMk cId="653748924" sldId="267"/>
        </pc:sldMkLst>
        <pc:spChg chg="mod ord">
          <ac:chgData name="Brandt Redd" userId="be8ed540b98adac0" providerId="LiveId" clId="{26D888FC-A70B-4AB2-907B-08E2A053128A}" dt="2024-09-25T18:06:11.979" v="4675" actId="20577"/>
          <ac:spMkLst>
            <pc:docMk/>
            <pc:sldMk cId="653748924" sldId="267"/>
            <ac:spMk id="2" creationId="{D41FEBDC-7D83-7EFD-A669-EEE09CB9C2F5}"/>
          </ac:spMkLst>
        </pc:spChg>
        <pc:spChg chg="add del mod">
          <ac:chgData name="Brandt Redd" userId="be8ed540b98adac0" providerId="LiveId" clId="{26D888FC-A70B-4AB2-907B-08E2A053128A}" dt="2024-09-25T18:19:00.054" v="5052" actId="20577"/>
          <ac:spMkLst>
            <pc:docMk/>
            <pc:sldMk cId="653748924" sldId="267"/>
            <ac:spMk id="3" creationId="{CF5741F5-D1FC-A028-3968-1E3F9109DECE}"/>
          </ac:spMkLst>
        </pc:spChg>
        <pc:spChg chg="add del">
          <ac:chgData name="Brandt Redd" userId="be8ed540b98adac0" providerId="LiveId" clId="{26D888FC-A70B-4AB2-907B-08E2A053128A}" dt="2024-09-25T18:06:17.852" v="4677" actId="22"/>
          <ac:spMkLst>
            <pc:docMk/>
            <pc:sldMk cId="653748924" sldId="267"/>
            <ac:spMk id="7" creationId="{B5891658-2C32-C327-959E-0D559C1AA9D5}"/>
          </ac:spMkLst>
        </pc:spChg>
        <pc:picChg chg="add mod ord">
          <ac:chgData name="Brandt Redd" userId="be8ed540b98adac0" providerId="LiveId" clId="{26D888FC-A70B-4AB2-907B-08E2A053128A}" dt="2024-09-25T18:06:09.713" v="4673" actId="931"/>
          <ac:picMkLst>
            <pc:docMk/>
            <pc:sldMk cId="653748924" sldId="267"/>
            <ac:picMk id="5" creationId="{E089102B-BE9D-4CBD-77C5-F9C826F56E34}"/>
          </ac:picMkLst>
        </pc:picChg>
        <pc:picChg chg="add mod">
          <ac:chgData name="Brandt Redd" userId="be8ed540b98adac0" providerId="LiveId" clId="{26D888FC-A70B-4AB2-907B-08E2A053128A}" dt="2024-09-25T18:06:43.679" v="4684" actId="14100"/>
          <ac:picMkLst>
            <pc:docMk/>
            <pc:sldMk cId="653748924" sldId="267"/>
            <ac:picMk id="9" creationId="{DCFD15F9-1472-1A18-1B0C-B277B31372F6}"/>
          </ac:picMkLst>
        </pc:picChg>
      </pc:sldChg>
      <pc:sldChg chg="addSp delSp modSp new del mod modClrScheme chgLayout">
        <pc:chgData name="Brandt Redd" userId="be8ed540b98adac0" providerId="LiveId" clId="{26D888FC-A70B-4AB2-907B-08E2A053128A}" dt="2024-09-25T15:39:28.770" v="3154" actId="47"/>
        <pc:sldMkLst>
          <pc:docMk/>
          <pc:sldMk cId="2277015058" sldId="267"/>
        </pc:sldMkLst>
        <pc:spChg chg="del">
          <ac:chgData name="Brandt Redd" userId="be8ed540b98adac0" providerId="LiveId" clId="{26D888FC-A70B-4AB2-907B-08E2A053128A}" dt="2024-09-25T15:21:50.304" v="3021" actId="700"/>
          <ac:spMkLst>
            <pc:docMk/>
            <pc:sldMk cId="2277015058" sldId="267"/>
            <ac:spMk id="2" creationId="{B4E4559C-4E0C-DAAE-EEC5-D93ACED8AF72}"/>
          </ac:spMkLst>
        </pc:spChg>
        <pc:spChg chg="del">
          <ac:chgData name="Brandt Redd" userId="be8ed540b98adac0" providerId="LiveId" clId="{26D888FC-A70B-4AB2-907B-08E2A053128A}" dt="2024-09-25T15:21:50.304" v="3021" actId="700"/>
          <ac:spMkLst>
            <pc:docMk/>
            <pc:sldMk cId="2277015058" sldId="267"/>
            <ac:spMk id="3" creationId="{26223F37-3765-E40B-0747-5ABA3E629166}"/>
          </ac:spMkLst>
        </pc:spChg>
        <pc:spChg chg="add mod">
          <ac:chgData name="Brandt Redd" userId="be8ed540b98adac0" providerId="LiveId" clId="{26D888FC-A70B-4AB2-907B-08E2A053128A}" dt="2024-09-25T15:38:21.337" v="3147" actId="164"/>
          <ac:spMkLst>
            <pc:docMk/>
            <pc:sldMk cId="2277015058" sldId="267"/>
            <ac:spMk id="4" creationId="{941199DB-8D29-B356-4FF3-0B5D3F27458F}"/>
          </ac:spMkLst>
        </pc:spChg>
        <pc:spChg chg="add mod">
          <ac:chgData name="Brandt Redd" userId="be8ed540b98adac0" providerId="LiveId" clId="{26D888FC-A70B-4AB2-907B-08E2A053128A}" dt="2024-09-25T15:38:21.337" v="3147" actId="164"/>
          <ac:spMkLst>
            <pc:docMk/>
            <pc:sldMk cId="2277015058" sldId="267"/>
            <ac:spMk id="5" creationId="{F9DD4952-B7F3-CDAC-5DE2-1FCE8452CD58}"/>
          </ac:spMkLst>
        </pc:spChg>
        <pc:spChg chg="add mod ord">
          <ac:chgData name="Brandt Redd" userId="be8ed540b98adac0" providerId="LiveId" clId="{26D888FC-A70B-4AB2-907B-08E2A053128A}" dt="2024-09-25T15:38:21.337" v="3147" actId="164"/>
          <ac:spMkLst>
            <pc:docMk/>
            <pc:sldMk cId="2277015058" sldId="267"/>
            <ac:spMk id="6" creationId="{FC674E27-F12D-BC06-2C77-59C337ECCB6E}"/>
          </ac:spMkLst>
        </pc:spChg>
        <pc:spChg chg="add mod">
          <ac:chgData name="Brandt Redd" userId="be8ed540b98adac0" providerId="LiveId" clId="{26D888FC-A70B-4AB2-907B-08E2A053128A}" dt="2024-09-25T15:38:21.337" v="3147" actId="164"/>
          <ac:spMkLst>
            <pc:docMk/>
            <pc:sldMk cId="2277015058" sldId="267"/>
            <ac:spMk id="7" creationId="{60FC35D0-11CF-A56B-21DB-F882DFEDD7EB}"/>
          </ac:spMkLst>
        </pc:spChg>
        <pc:spChg chg="add mod">
          <ac:chgData name="Brandt Redd" userId="be8ed540b98adac0" providerId="LiveId" clId="{26D888FC-A70B-4AB2-907B-08E2A053128A}" dt="2024-09-25T15:38:21.337" v="3147" actId="164"/>
          <ac:spMkLst>
            <pc:docMk/>
            <pc:sldMk cId="2277015058" sldId="267"/>
            <ac:spMk id="8" creationId="{98BD5694-89F6-51C1-678F-6CB0C5F15FAD}"/>
          </ac:spMkLst>
        </pc:spChg>
        <pc:spChg chg="add mod">
          <ac:chgData name="Brandt Redd" userId="be8ed540b98adac0" providerId="LiveId" clId="{26D888FC-A70B-4AB2-907B-08E2A053128A}" dt="2024-09-25T15:38:21.337" v="3147" actId="164"/>
          <ac:spMkLst>
            <pc:docMk/>
            <pc:sldMk cId="2277015058" sldId="267"/>
            <ac:spMk id="9" creationId="{F4B69772-D132-F2C6-C215-FE0BC5A7C3E9}"/>
          </ac:spMkLst>
        </pc:spChg>
        <pc:grpChg chg="add mod">
          <ac:chgData name="Brandt Redd" userId="be8ed540b98adac0" providerId="LiveId" clId="{26D888FC-A70B-4AB2-907B-08E2A053128A}" dt="2024-09-25T15:38:21.337" v="3147" actId="164"/>
          <ac:grpSpMkLst>
            <pc:docMk/>
            <pc:sldMk cId="2277015058" sldId="267"/>
            <ac:grpSpMk id="10" creationId="{3A5BDB24-D0C1-1E27-449A-202E8D197FB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DE7F7-B375-42D1-9238-1AE38B75495F}" type="datetimeFigureOut">
              <a:rPr lang="en-US" smtClean="0"/>
              <a:t>2024-09-25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C75FF-E6CC-4603-BDA1-10EF12A79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21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RAID keeps systems up when there’s a hardware failure. It doesn’t substitute for backup because data corruption gets replicated across the RAID drives. Likewise, ransomware can encrypt the contents of a RAID setup.</a:t>
            </a:r>
          </a:p>
          <a:p>
            <a:r>
              <a:rPr lang="en-US" dirty="0"/>
              <a:t>Redundant servers can sometimes substitute for backup if each server keeps a full and independent copy of the files. However, it’s vulnerable to a physical problem such as a natural disaster.</a:t>
            </a:r>
          </a:p>
          <a:p>
            <a:r>
              <a:rPr lang="en-US" dirty="0"/>
              <a:t>If you place the redundant servers in different data centers (located in different earthquake zones) then you can have a substitute for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C75FF-E6CC-4603-BDA1-10EF12A798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52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Implications. If you don’t do periodic full backups, the transaction log gets really big.</a:t>
            </a:r>
          </a:p>
          <a:p>
            <a:r>
              <a:rPr lang="en-US" dirty="0"/>
              <a:t>Transaction logs may also need to be backed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C75FF-E6CC-4603-BDA1-10EF12A7988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Agilix</a:t>
            </a:r>
            <a:r>
              <a:rPr lang="en-US" dirty="0"/>
              <a:t> – we had so much data online that it would take 30 days to restore from backup.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C75FF-E6CC-4603-BDA1-10EF12A798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3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2CC86-0565-99E4-3EC5-3F55F3FB2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E51392-DF46-FDEF-B9A2-48F0BA28C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A5EAF-EE02-1B59-3B52-3EAE7ABEA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993C-271C-40FE-8E66-37F21AA0948E}" type="datetimeFigureOut">
              <a:rPr lang="en-US" smtClean="0"/>
              <a:t>2024-09-25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7FF2D-50CF-40EA-38E0-B4FA6EE59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CB8E3-BC2A-B1DA-A6F5-6CDFA1D8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B5C-D7F2-45F3-9491-3CC9BB668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9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3204D-7DCC-D9BA-5EE9-1C11FBC22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5F6B9-A6F3-CA26-096B-2F2E5980B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2E98B-129B-D615-68DF-838B03C7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993C-271C-40FE-8E66-37F21AA0948E}" type="datetimeFigureOut">
              <a:rPr lang="en-US" smtClean="0"/>
              <a:t>2024-09-25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32E9-26BF-EC6F-AC1B-F1D24014D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03337-3737-BA64-C509-58BB7E46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B5C-D7F2-45F3-9491-3CC9BB668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45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0E85C-E020-5321-34F4-2E8D01409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24CA2-C2CD-908E-0777-93D288E98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5B2FE-C522-8557-B6F1-8EAF32C4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993C-271C-40FE-8E66-37F21AA0948E}" type="datetimeFigureOut">
              <a:rPr lang="en-US" smtClean="0"/>
              <a:t>2024-09-25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09D2E-F167-C049-7F3B-B0FB5521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2CD6E-0A5F-1B5D-B3EC-17F7C2AC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B5C-D7F2-45F3-9491-3CC9BB668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81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49FD-2E5F-8118-C02A-B4DEAFDA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3CE79-64C2-7821-53F5-2BD17AAD5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0C0AB-3FDD-14C7-39E8-74FB68FBA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40E50-6595-37D8-0C13-5AC83875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993C-271C-40FE-8E66-37F21AA0948E}" type="datetimeFigureOut">
              <a:rPr lang="en-US" smtClean="0"/>
              <a:t>2024-09-25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C48D3-4B00-D343-7839-66AA89C1E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9A503-6BBF-7E21-E195-1F4C14DD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B5C-D7F2-45F3-9491-3CC9BB668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114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1E47C-BC4D-3C21-2190-54816D20B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BF7D7-AD4F-8607-F5DF-6CD67A867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2E127-9190-7988-918D-F725D28CC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ABD039-91DB-BA7A-19EF-6499DA8AD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AF7469-4EDB-4D6C-C537-E310688AD8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CAA469-5424-81A2-F30A-48417A1D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993C-271C-40FE-8E66-37F21AA0948E}" type="datetimeFigureOut">
              <a:rPr lang="en-US" smtClean="0"/>
              <a:t>2024-09-25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26106B-E365-F447-7807-80B35AD39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EBFA64-44BD-3CDE-5D7D-0B191CEF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B5C-D7F2-45F3-9491-3CC9BB668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2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664BC-3B24-E83A-759A-ED2273578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335F4-694E-B4EE-CB00-1506FFA37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993C-271C-40FE-8E66-37F21AA0948E}" type="datetimeFigureOut">
              <a:rPr lang="en-US" smtClean="0"/>
              <a:t>2024-09-25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E87823-2FCD-027A-3C53-E767EFA53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1F20C-5382-4C7D-1390-43F5E10A9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B5C-D7F2-45F3-9491-3CC9BB668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03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9EE8B8-1139-76FB-3680-23D904B64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993C-271C-40FE-8E66-37F21AA0948E}" type="datetimeFigureOut">
              <a:rPr lang="en-US" smtClean="0"/>
              <a:t>2024-09-25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51C7E-CB66-1C2A-10AB-BAB574910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FBE18-164E-E642-D2C9-6F97507D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B5C-D7F2-45F3-9491-3CC9BB668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46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99A70-0DF2-B85E-02B3-108AAD45D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C572D-89DC-C5C0-F7F1-61F76347A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D94B0-0ACD-44DD-693B-923C8C400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9A8C4-FF96-80BD-A5A8-80D4F217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993C-271C-40FE-8E66-37F21AA0948E}" type="datetimeFigureOut">
              <a:rPr lang="en-US" smtClean="0"/>
              <a:t>2024-09-25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565D0-ED30-8B9D-14E0-548A48DB8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66DDB-7957-9C9B-216D-D8F39D4FA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B5C-D7F2-45F3-9491-3CC9BB668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91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3BE99-BE0E-C81F-D9ED-3BAB961E1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547E2B-F7F8-35C4-95BA-981C12D41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EC250-B968-9D97-268C-47B9FC92F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63213-6C7E-6E9C-83B7-715C73E74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993C-271C-40FE-8E66-37F21AA0948E}" type="datetimeFigureOut">
              <a:rPr lang="en-US" smtClean="0"/>
              <a:t>2024-09-25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53198-7B4B-BB74-60A5-5C94BBB71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6BD22-30E6-6F58-F5D9-ED43CAEA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B5C-D7F2-45F3-9491-3CC9BB668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75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B6312-D6A0-0E31-6172-8CF1FE91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A7740-B2AE-7422-14F0-C8DEC5018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F74B2-30D9-0B8E-58FA-1F6B554FB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993C-271C-40FE-8E66-37F21AA0948E}" type="datetimeFigureOut">
              <a:rPr lang="en-US" smtClean="0"/>
              <a:t>2024-09-25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55569-C6F7-1078-351A-37822675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A75F0-0800-DD7D-3614-66BD6850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B5C-D7F2-45F3-9491-3CC9BB668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43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68F55F-3DC0-994E-22DA-AD49BB03F9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84BDD-A29B-DE8D-6852-19884158E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8BCA2-7814-EF74-B3D7-2CFE7EDD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993C-271C-40FE-8E66-37F21AA0948E}" type="datetimeFigureOut">
              <a:rPr lang="en-US" smtClean="0"/>
              <a:t>2024-09-25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1E455-B4B4-B821-9140-04C9B1669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705F9-7CB6-3504-3543-0F5A3470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B5C-D7F2-45F3-9491-3CC9BB668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68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C12FB7-4B3B-741A-94F7-463481D4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F3BF5-9D8A-7EBF-D52A-1C4EDA781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A1427-541C-DD31-F46C-61CFA9CC1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79993C-271C-40FE-8E66-37F21AA0948E}" type="datetimeFigureOut">
              <a:rPr lang="en-US" smtClean="0"/>
              <a:t>2024-09-25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23E5A-DE5D-05DD-2912-56E319552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46C9-F952-67EF-A948-C6F57176D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C2B5C-D7F2-45F3-9491-3CC9BB668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3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7DDD-E063-E361-9F34-B3B27A1F0C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Backup Planning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4FFC4-785D-A808-16D3-57462BDFE6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344 – S06</a:t>
            </a:r>
          </a:p>
        </p:txBody>
      </p:sp>
    </p:spTree>
    <p:extLst>
      <p:ext uri="{BB962C8B-B14F-4D97-AF65-F5344CB8AC3E}">
        <p14:creationId xmlns:p14="http://schemas.microsoft.com/office/powerpoint/2010/main" val="418182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A832D-69F4-A221-386C-1F0B2FB25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2881312"/>
            <a:ext cx="1981200" cy="1325563"/>
          </a:xfrm>
        </p:spPr>
        <p:txBody>
          <a:bodyPr/>
          <a:lstStyle/>
          <a:p>
            <a:r>
              <a:rPr lang="en-US" dirty="0"/>
              <a:t>CIAAN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483B1-4839-992F-D59B-A3812251E2FF}"/>
              </a:ext>
            </a:extLst>
          </p:cNvPr>
          <p:cNvSpPr txBox="1"/>
          <p:nvPr/>
        </p:nvSpPr>
        <p:spPr>
          <a:xfrm>
            <a:off x="685800" y="1858923"/>
            <a:ext cx="487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i="1" dirty="0"/>
              <a:t>Which are protected by backups?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458F737-B674-439D-79EA-8FC13F24C586}"/>
              </a:ext>
            </a:extLst>
          </p:cNvPr>
          <p:cNvGrpSpPr/>
          <p:nvPr/>
        </p:nvGrpSpPr>
        <p:grpSpPr>
          <a:xfrm>
            <a:off x="5410200" y="257175"/>
            <a:ext cx="6477000" cy="6235700"/>
            <a:chOff x="2895600" y="38100"/>
            <a:chExt cx="6477000" cy="6235700"/>
          </a:xfrm>
        </p:grpSpPr>
        <p:sp>
          <p:nvSpPr>
            <p:cNvPr id="6" name="Pentagon 5">
              <a:extLst>
                <a:ext uri="{FF2B5EF4-FFF2-40B4-BE49-F238E27FC236}">
                  <a16:creationId xmlns:a16="http://schemas.microsoft.com/office/drawing/2014/main" id="{35EF4E9E-F376-877B-5F43-7172BDD4B3E9}"/>
                </a:ext>
              </a:extLst>
            </p:cNvPr>
            <p:cNvSpPr/>
            <p:nvPr/>
          </p:nvSpPr>
          <p:spPr>
            <a:xfrm>
              <a:off x="3962400" y="1066800"/>
              <a:ext cx="4267200" cy="4064000"/>
            </a:xfrm>
            <a:prstGeom prst="pentagon">
              <a:avLst/>
            </a:prstGeom>
            <a:noFill/>
            <a:ln w="635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4B148F-6186-569B-FF77-17A87F12BE36}"/>
                </a:ext>
              </a:extLst>
            </p:cNvPr>
            <p:cNvSpPr/>
            <p:nvPr/>
          </p:nvSpPr>
          <p:spPr>
            <a:xfrm>
              <a:off x="4953000" y="38100"/>
              <a:ext cx="2286000" cy="228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400" dirty="0"/>
                <a:t>Integrity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39087A8-3B9C-610B-F83C-6D972AE5A0F6}"/>
                </a:ext>
              </a:extLst>
            </p:cNvPr>
            <p:cNvSpPr/>
            <p:nvPr/>
          </p:nvSpPr>
          <p:spPr>
            <a:xfrm>
              <a:off x="2895600" y="1524000"/>
              <a:ext cx="2286000" cy="228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400" dirty="0"/>
                <a:t>Confidentiality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14CDBDC-D81A-5AA2-4F8E-C9FDF0FD7E66}"/>
                </a:ext>
              </a:extLst>
            </p:cNvPr>
            <p:cNvSpPr/>
            <p:nvPr/>
          </p:nvSpPr>
          <p:spPr>
            <a:xfrm>
              <a:off x="7086600" y="1542562"/>
              <a:ext cx="2286000" cy="228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400" dirty="0"/>
                <a:t>Availability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2A57B03-988C-43F0-C3CE-E198F63A7852}"/>
                </a:ext>
              </a:extLst>
            </p:cNvPr>
            <p:cNvSpPr/>
            <p:nvPr/>
          </p:nvSpPr>
          <p:spPr>
            <a:xfrm>
              <a:off x="6324600" y="3987800"/>
              <a:ext cx="2286000" cy="228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400" dirty="0"/>
                <a:t>Authentication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E818C13-A821-2DB3-DF01-E1048AF18188}"/>
                </a:ext>
              </a:extLst>
            </p:cNvPr>
            <p:cNvSpPr/>
            <p:nvPr/>
          </p:nvSpPr>
          <p:spPr>
            <a:xfrm>
              <a:off x="3657600" y="3987800"/>
              <a:ext cx="2286000" cy="228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400" dirty="0"/>
                <a:t>Nonrepudiation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6638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1B508-2FF8-7F25-0FCB-ED9B8F39D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Redundancy vs. Backup</a:t>
            </a:r>
          </a:p>
        </p:txBody>
      </p:sp>
      <p:pic>
        <p:nvPicPr>
          <p:cNvPr id="1026" name="Picture 2" descr="AJ954A -  HP StorageWorks 2000fc Hard Drive Array Fibre Channel RAID, 12 Bays, Network (RJ45), 2U Rack">
            <a:extLst>
              <a:ext uri="{FF2B5EF4-FFF2-40B4-BE49-F238E27FC236}">
                <a16:creationId xmlns:a16="http://schemas.microsoft.com/office/drawing/2014/main" id="{DAE6192F-5262-2F34-5852-000EFF41D1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00" b="36000"/>
          <a:stretch/>
        </p:blipFill>
        <p:spPr bwMode="auto">
          <a:xfrm>
            <a:off x="304800" y="3200400"/>
            <a:ext cx="38100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7757A7-9BDF-3382-B801-5B2BA8C82198}"/>
              </a:ext>
            </a:extLst>
          </p:cNvPr>
          <p:cNvSpPr txBox="1"/>
          <p:nvPr/>
        </p:nvSpPr>
        <p:spPr>
          <a:xfrm>
            <a:off x="530205" y="2590800"/>
            <a:ext cx="3359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RAID: Redundant Drives</a:t>
            </a:r>
          </a:p>
        </p:txBody>
      </p:sp>
      <p:pic>
        <p:nvPicPr>
          <p:cNvPr id="1028" name="Picture 4" descr="server rack - WJ England">
            <a:extLst>
              <a:ext uri="{FF2B5EF4-FFF2-40B4-BE49-F238E27FC236}">
                <a16:creationId xmlns:a16="http://schemas.microsoft.com/office/drawing/2014/main" id="{D46AD61C-52E6-909B-846D-3A106A3B55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1" t="18028"/>
          <a:stretch/>
        </p:blipFill>
        <p:spPr bwMode="auto">
          <a:xfrm>
            <a:off x="4724400" y="3200400"/>
            <a:ext cx="300924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479D4D-3C7F-7BDF-9190-CBF23ECD222C}"/>
              </a:ext>
            </a:extLst>
          </p:cNvPr>
          <p:cNvSpPr txBox="1"/>
          <p:nvPr/>
        </p:nvSpPr>
        <p:spPr>
          <a:xfrm>
            <a:off x="4875798" y="2590799"/>
            <a:ext cx="2706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Redundant Servers</a:t>
            </a:r>
          </a:p>
        </p:txBody>
      </p:sp>
      <p:pic>
        <p:nvPicPr>
          <p:cNvPr id="7" name="Graphic 6" descr="Building with solid fill">
            <a:extLst>
              <a:ext uri="{FF2B5EF4-FFF2-40B4-BE49-F238E27FC236}">
                <a16:creationId xmlns:a16="http://schemas.microsoft.com/office/drawing/2014/main" id="{EF058FBF-2321-850F-A218-222EDE8115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7024" y="3896668"/>
            <a:ext cx="1742132" cy="1742132"/>
          </a:xfrm>
          <a:prstGeom prst="rect">
            <a:avLst/>
          </a:prstGeom>
        </p:spPr>
      </p:pic>
      <p:pic>
        <p:nvPicPr>
          <p:cNvPr id="9" name="Graphic 8" descr="Building with solid fill">
            <a:extLst>
              <a:ext uri="{FF2B5EF4-FFF2-40B4-BE49-F238E27FC236}">
                <a16:creationId xmlns:a16="http://schemas.microsoft.com/office/drawing/2014/main" id="{4C3967EE-C0AC-F4DD-EC6F-4301A45E7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19156" y="3287068"/>
            <a:ext cx="1742132" cy="17421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3F3446-4D4C-8225-7D72-76718A22F400}"/>
              </a:ext>
            </a:extLst>
          </p:cNvPr>
          <p:cNvSpPr txBox="1"/>
          <p:nvPr/>
        </p:nvSpPr>
        <p:spPr>
          <a:xfrm>
            <a:off x="8399908" y="2590799"/>
            <a:ext cx="34653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Redundant Data Centers</a:t>
            </a:r>
          </a:p>
        </p:txBody>
      </p:sp>
    </p:spTree>
    <p:extLst>
      <p:ext uri="{BB962C8B-B14F-4D97-AF65-F5344CB8AC3E}">
        <p14:creationId xmlns:p14="http://schemas.microsoft.com/office/powerpoint/2010/main" val="2605129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591493E-8AD1-71B9-0BC0-02586FE25333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7768671" y="3328014"/>
            <a:ext cx="10737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D357284-E555-F2FE-80E3-3DEA4A9A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Backups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BD4DA-31A6-48B4-00B4-454CC677D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Backup</a:t>
            </a:r>
          </a:p>
          <a:p>
            <a:pPr lvl="1"/>
            <a:r>
              <a:rPr lang="en-US" dirty="0"/>
              <a:t>Full image or only sectors in use</a:t>
            </a:r>
          </a:p>
          <a:p>
            <a:r>
              <a:rPr lang="en-US" dirty="0"/>
              <a:t>File-by-file backup</a:t>
            </a:r>
          </a:p>
          <a:p>
            <a:endParaRPr lang="en-US" dirty="0"/>
          </a:p>
          <a:p>
            <a:r>
              <a:rPr lang="en-US" dirty="0"/>
              <a:t>Differential backup</a:t>
            </a:r>
          </a:p>
          <a:p>
            <a:pPr lvl="1"/>
            <a:r>
              <a:rPr lang="en-US" dirty="0"/>
              <a:t>Items changed since last full backup</a:t>
            </a:r>
          </a:p>
          <a:p>
            <a:r>
              <a:rPr lang="en-US" dirty="0"/>
              <a:t>Incremental backup</a:t>
            </a:r>
          </a:p>
          <a:p>
            <a:pPr lvl="1"/>
            <a:r>
              <a:rPr lang="en-US" dirty="0"/>
              <a:t>Items changed since last full or incremental </a:t>
            </a:r>
            <a:r>
              <a:rPr lang="en-US" dirty="0" err="1"/>
              <a:t>backcup</a:t>
            </a:r>
            <a:endParaRPr lang="en-US" dirty="0"/>
          </a:p>
        </p:txBody>
      </p:sp>
      <p:pic>
        <p:nvPicPr>
          <p:cNvPr id="5" name="Graphic 4" descr="Address Book with solid fill">
            <a:extLst>
              <a:ext uri="{FF2B5EF4-FFF2-40B4-BE49-F238E27FC236}">
                <a16:creationId xmlns:a16="http://schemas.microsoft.com/office/drawing/2014/main" id="{4620055A-AF75-0CA1-D3BB-259C4D610E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1800" y="1753918"/>
            <a:ext cx="914400" cy="914400"/>
          </a:xfrm>
          <a:prstGeom prst="rect">
            <a:avLst/>
          </a:prstGeom>
        </p:spPr>
      </p:pic>
      <p:pic>
        <p:nvPicPr>
          <p:cNvPr id="7" name="Graphic 6" descr="Address Book outline">
            <a:extLst>
              <a:ext uri="{FF2B5EF4-FFF2-40B4-BE49-F238E27FC236}">
                <a16:creationId xmlns:a16="http://schemas.microsoft.com/office/drawing/2014/main" id="{F2919E11-E545-A40A-AD3B-1C7D3D1BA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2442" y="1750647"/>
            <a:ext cx="914400" cy="91440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5D00BC2D-2026-A242-BA48-64BECAAB1A49}"/>
              </a:ext>
            </a:extLst>
          </p:cNvPr>
          <p:cNvSpPr/>
          <p:nvPr/>
        </p:nvSpPr>
        <p:spPr>
          <a:xfrm>
            <a:off x="8120355" y="2119620"/>
            <a:ext cx="387485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Open folder with solid fill">
            <a:extLst>
              <a:ext uri="{FF2B5EF4-FFF2-40B4-BE49-F238E27FC236}">
                <a16:creationId xmlns:a16="http://schemas.microsoft.com/office/drawing/2014/main" id="{D1837B76-5815-5919-F509-EB715B42CD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4271" y="2870814"/>
            <a:ext cx="914400" cy="914400"/>
          </a:xfrm>
          <a:prstGeom prst="rect">
            <a:avLst/>
          </a:prstGeom>
        </p:spPr>
      </p:pic>
      <p:pic>
        <p:nvPicPr>
          <p:cNvPr id="12" name="Graphic 11" descr="Open folder outline">
            <a:extLst>
              <a:ext uri="{FF2B5EF4-FFF2-40B4-BE49-F238E27FC236}">
                <a16:creationId xmlns:a16="http://schemas.microsoft.com/office/drawing/2014/main" id="{A206F3F7-7A63-CE4C-19FB-A26A77EC25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42442" y="2870814"/>
            <a:ext cx="914400" cy="914400"/>
          </a:xfrm>
          <a:prstGeom prst="rect">
            <a:avLst/>
          </a:prstGeom>
        </p:spPr>
      </p:pic>
      <p:pic>
        <p:nvPicPr>
          <p:cNvPr id="14" name="Graphic 13" descr="Image with solid fill">
            <a:extLst>
              <a:ext uri="{FF2B5EF4-FFF2-40B4-BE49-F238E27FC236}">
                <a16:creationId xmlns:a16="http://schemas.microsoft.com/office/drawing/2014/main" id="{05F8D94E-4A9C-6611-845F-798A965ED2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85497" y="2934445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94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565E-0C4E-F2AF-00CF-7F8297264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C31BF-C8F8-455B-E173-6DF917E7B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 drive (hot swappable)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Flash media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Optical media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Magnetic tape</a:t>
            </a:r>
          </a:p>
          <a:p>
            <a:endParaRPr lang="en-US" dirty="0"/>
          </a:p>
        </p:txBody>
      </p:sp>
      <p:pic>
        <p:nvPicPr>
          <p:cNvPr id="2050" name="Picture 2" descr="Free hdd hard disk drive disk vector">
            <a:extLst>
              <a:ext uri="{FF2B5EF4-FFF2-40B4-BE49-F238E27FC236}">
                <a16:creationId xmlns:a16="http://schemas.microsoft.com/office/drawing/2014/main" id="{FBCF624F-D136-5883-F331-68F4F3F1A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219200"/>
            <a:ext cx="2207648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DC6DAA-1B3E-A547-5BF9-DE09CC68AED6}"/>
              </a:ext>
            </a:extLst>
          </p:cNvPr>
          <p:cNvSpPr txBox="1"/>
          <p:nvPr/>
        </p:nvSpPr>
        <p:spPr>
          <a:xfrm>
            <a:off x="7467600" y="2573946"/>
            <a:ext cx="686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</a:t>
            </a:r>
            <a:r>
              <a:rPr lang="en-US" sz="1000" dirty="0" err="1"/>
              <a:t>Pixabay</a:t>
            </a:r>
            <a:r>
              <a:rPr lang="en-US" sz="1000" dirty="0"/>
              <a:t>)</a:t>
            </a:r>
          </a:p>
        </p:txBody>
      </p:sp>
      <p:pic>
        <p:nvPicPr>
          <p:cNvPr id="2052" name="Picture 4" descr="Free sd card sd saved vector">
            <a:extLst>
              <a:ext uri="{FF2B5EF4-FFF2-40B4-BE49-F238E27FC236}">
                <a16:creationId xmlns:a16="http://schemas.microsoft.com/office/drawing/2014/main" id="{4A712587-C4F9-1767-5025-2E103CE0A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0343" y="2438400"/>
            <a:ext cx="914400" cy="1213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D4BD53-CC99-B075-415F-72689E5BEFBB}"/>
              </a:ext>
            </a:extLst>
          </p:cNvPr>
          <p:cNvSpPr txBox="1"/>
          <p:nvPr/>
        </p:nvSpPr>
        <p:spPr>
          <a:xfrm>
            <a:off x="9957880" y="3305889"/>
            <a:ext cx="686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</a:t>
            </a:r>
            <a:r>
              <a:rPr lang="en-US" sz="1000" dirty="0" err="1"/>
              <a:t>Pixabay</a:t>
            </a:r>
            <a:r>
              <a:rPr lang="en-US" sz="1000" dirty="0"/>
              <a:t>)</a:t>
            </a:r>
          </a:p>
        </p:txBody>
      </p:sp>
      <p:pic>
        <p:nvPicPr>
          <p:cNvPr id="11" name="Picture 10" descr="A close-up of a cd&#10;&#10;Description automatically generated">
            <a:extLst>
              <a:ext uri="{FF2B5EF4-FFF2-40B4-BE49-F238E27FC236}">
                <a16:creationId xmlns:a16="http://schemas.microsoft.com/office/drawing/2014/main" id="{7EFA8A99-55EE-90F4-1FAB-9069DF0E60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082" y="3337558"/>
            <a:ext cx="1193723" cy="12139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DA230F-0529-078E-0836-5C2A761B86F5}"/>
              </a:ext>
            </a:extLst>
          </p:cNvPr>
          <p:cNvSpPr txBox="1"/>
          <p:nvPr/>
        </p:nvSpPr>
        <p:spPr>
          <a:xfrm>
            <a:off x="7139338" y="4204666"/>
            <a:ext cx="806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(Wikimedia</a:t>
            </a:r>
            <a:br>
              <a:rPr lang="en-US" sz="1000" dirty="0"/>
            </a:br>
            <a:r>
              <a:rPr lang="en-US" sz="1000" dirty="0"/>
              <a:t>Commons)</a:t>
            </a:r>
          </a:p>
        </p:txBody>
      </p:sp>
      <p:pic>
        <p:nvPicPr>
          <p:cNvPr id="13" name="Picture 2" descr="undefined">
            <a:extLst>
              <a:ext uri="{FF2B5EF4-FFF2-40B4-BE49-F238E27FC236}">
                <a16:creationId xmlns:a16="http://schemas.microsoft.com/office/drawing/2014/main" id="{5A6436BF-68EB-2933-E333-D857C75CB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061" y="4271963"/>
            <a:ext cx="1801539" cy="155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6BEC1E-C2AA-EF1F-4D32-7026F74169AA}"/>
              </a:ext>
            </a:extLst>
          </p:cNvPr>
          <p:cNvSpPr txBox="1"/>
          <p:nvPr/>
        </p:nvSpPr>
        <p:spPr>
          <a:xfrm>
            <a:off x="10240970" y="5424656"/>
            <a:ext cx="806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(Wikimedia</a:t>
            </a:r>
            <a:br>
              <a:rPr lang="en-US" sz="1000" dirty="0"/>
            </a:br>
            <a:r>
              <a:rPr lang="en-US" sz="1000" dirty="0"/>
              <a:t>Commons)</a:t>
            </a:r>
          </a:p>
        </p:txBody>
      </p:sp>
    </p:spTree>
    <p:extLst>
      <p:ext uri="{BB962C8B-B14F-4D97-AF65-F5344CB8AC3E}">
        <p14:creationId xmlns:p14="http://schemas.microsoft.com/office/powerpoint/2010/main" val="3811571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4890F-0CB9-E4A4-D3CF-512B4A52E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LTO Tape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91B0A-04F1-3C93-DC87-CD83CA2B8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“Linear Tape Open” </a:t>
            </a:r>
          </a:p>
          <a:p>
            <a:r>
              <a:rPr lang="en-US" dirty="0"/>
              <a:t>LTO-8</a:t>
            </a:r>
          </a:p>
          <a:p>
            <a:pPr lvl="1"/>
            <a:r>
              <a:rPr lang="en-US" dirty="0"/>
              <a:t>12 TB Uncompressed, 30 TB Compressed</a:t>
            </a:r>
          </a:p>
          <a:p>
            <a:pPr lvl="1"/>
            <a:r>
              <a:rPr lang="en-US" dirty="0"/>
              <a:t>9.25 hours to read or write the whole tape</a:t>
            </a:r>
          </a:p>
          <a:p>
            <a:r>
              <a:rPr lang="en-US" dirty="0"/>
              <a:t>LTO-9</a:t>
            </a:r>
          </a:p>
          <a:p>
            <a:pPr lvl="1"/>
            <a:r>
              <a:rPr lang="en-US" dirty="0"/>
              <a:t>18 TB Uncompressed, 45 TB Compressed</a:t>
            </a:r>
          </a:p>
          <a:p>
            <a:pPr lvl="1"/>
            <a:r>
              <a:rPr lang="en-US" dirty="0"/>
              <a:t>12.5 hours to read or write the whole tape</a:t>
            </a:r>
          </a:p>
          <a:p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67E1E4F1-10F4-8E92-471A-2A3A64F62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1219200"/>
            <a:ext cx="3713057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251D45-F742-9816-0C8D-50947A2D0E50}"/>
              </a:ext>
            </a:extLst>
          </p:cNvPr>
          <p:cNvSpPr txBox="1"/>
          <p:nvPr/>
        </p:nvSpPr>
        <p:spPr>
          <a:xfrm>
            <a:off x="10773094" y="4554537"/>
            <a:ext cx="806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(Wikimedia</a:t>
            </a:r>
            <a:br>
              <a:rPr lang="en-US" sz="1000" dirty="0"/>
            </a:br>
            <a:r>
              <a:rPr lang="en-US" sz="1000" dirty="0"/>
              <a:t>Commons)</a:t>
            </a:r>
          </a:p>
        </p:txBody>
      </p:sp>
    </p:spTree>
    <p:extLst>
      <p:ext uri="{BB962C8B-B14F-4D97-AF65-F5344CB8AC3E}">
        <p14:creationId xmlns:p14="http://schemas.microsoft.com/office/powerpoint/2010/main" val="3854344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AA6D6-C928-416C-0C79-2FA445CBB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48600" cy="4351338"/>
          </a:xfrm>
        </p:spPr>
        <p:txBody>
          <a:bodyPr/>
          <a:lstStyle/>
          <a:p>
            <a:r>
              <a:rPr lang="en-US" dirty="0"/>
              <a:t>No cost to upload.</a:t>
            </a:r>
          </a:p>
          <a:p>
            <a:r>
              <a:rPr lang="en-US" dirty="0"/>
              <a:t>0.4 cents per month per gigabyte storage cost.</a:t>
            </a:r>
          </a:p>
          <a:p>
            <a:r>
              <a:rPr lang="en-US" dirty="0"/>
              <a:t>Approx 1 cent per gigabyte retrieval cost.</a:t>
            </a:r>
          </a:p>
          <a:p>
            <a:pPr lvl="1"/>
            <a:r>
              <a:rPr lang="en-US" dirty="0"/>
              <a:t>Cost depends on how rapidly you want the data back. Standard is three to five hours.</a:t>
            </a:r>
          </a:p>
          <a:p>
            <a:endParaRPr lang="en-US" dirty="0"/>
          </a:p>
          <a:p>
            <a:r>
              <a:rPr lang="en-US" dirty="0"/>
              <a:t>Similar services from other vendors. E.g. Azure Archive Storage</a:t>
            </a:r>
          </a:p>
          <a:p>
            <a:endParaRPr lang="en-US" dirty="0"/>
          </a:p>
        </p:txBody>
      </p:sp>
      <p:pic>
        <p:nvPicPr>
          <p:cNvPr id="3078" name="Picture 6" descr="Amazon glacier Logos">
            <a:extLst>
              <a:ext uri="{FF2B5EF4-FFF2-40B4-BE49-F238E27FC236}">
                <a16:creationId xmlns:a16="http://schemas.microsoft.com/office/drawing/2014/main" id="{08A8891A-879C-3E53-9969-EDBAD03A2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0"/>
            <a:ext cx="2914650" cy="3283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9191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88BCC-EDDD-F2CA-1B13-F4740C4F8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Backup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F9B67-B9E2-5155-B723-85E2DBCDF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database may be constantly writing data</a:t>
            </a:r>
          </a:p>
          <a:p>
            <a:r>
              <a:rPr lang="en-US" dirty="0"/>
              <a:t>A conventional backup of the database file will not be consistent unless you shut down the database for the backup.</a:t>
            </a:r>
          </a:p>
          <a:p>
            <a:r>
              <a:rPr lang="en-US" dirty="0"/>
              <a:t>Accordingly, database servers have built-in “Hot Backup” features.</a:t>
            </a:r>
          </a:p>
          <a:p>
            <a:r>
              <a:rPr lang="en-US" dirty="0"/>
              <a:t>Database servers also keep a transaction log.</a:t>
            </a:r>
          </a:p>
          <a:p>
            <a:r>
              <a:rPr lang="en-US" dirty="0"/>
              <a:t>You can restore a database to any point in time by restoring the most recent full backup and then replaying the transaction log up to the desired point.</a:t>
            </a:r>
          </a:p>
        </p:txBody>
      </p:sp>
      <p:pic>
        <p:nvPicPr>
          <p:cNvPr id="5122" name="Picture 2" descr="MariaDB Corporation erhält frisches Kapital und neue Führungsriege | ZDNet.de">
            <a:extLst>
              <a:ext uri="{FF2B5EF4-FFF2-40B4-BE49-F238E27FC236}">
                <a16:creationId xmlns:a16="http://schemas.microsoft.com/office/drawing/2014/main" id="{64A6217D-793D-2257-3796-0F3577C25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0"/>
            <a:ext cx="27940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039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CDDDD-9BBF-6F3E-6A1B-E95FD48F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Planning:</a:t>
            </a:r>
            <a:br>
              <a:rPr lang="en-US" dirty="0"/>
            </a:br>
            <a:r>
              <a:rPr lang="en-US" dirty="0"/>
              <a:t>What do you need to consider?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4ACBD-A9D3-CB0D-C4A8-140ADBBE1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7575"/>
          </a:xfrm>
        </p:spPr>
        <p:txBody>
          <a:bodyPr>
            <a:normAutofit/>
          </a:bodyPr>
          <a:lstStyle/>
          <a:p>
            <a:r>
              <a:rPr lang="en-US" dirty="0"/>
              <a:t>How much data?</a:t>
            </a:r>
          </a:p>
          <a:p>
            <a:r>
              <a:rPr lang="en-US" dirty="0"/>
              <a:t>Where are the backups physically located?</a:t>
            </a:r>
          </a:p>
          <a:p>
            <a:pPr lvl="1"/>
            <a:r>
              <a:rPr lang="en-US" dirty="0"/>
              <a:t>Earthquake zones.</a:t>
            </a:r>
          </a:p>
          <a:p>
            <a:pPr lvl="1"/>
            <a:r>
              <a:rPr lang="en-US" dirty="0"/>
              <a:t>Fire protection.</a:t>
            </a:r>
          </a:p>
          <a:p>
            <a:r>
              <a:rPr lang="en-US" dirty="0"/>
              <a:t>How are the backups secured?</a:t>
            </a:r>
          </a:p>
          <a:p>
            <a:pPr lvl="1"/>
            <a:r>
              <a:rPr lang="en-US" dirty="0"/>
              <a:t>Do they contain sensitive data?</a:t>
            </a:r>
          </a:p>
          <a:p>
            <a:r>
              <a:rPr lang="en-US" dirty="0"/>
              <a:t>What does it take to restore from backup?</a:t>
            </a:r>
          </a:p>
          <a:p>
            <a:pPr lvl="1"/>
            <a:r>
              <a:rPr lang="en-US" dirty="0"/>
              <a:t>Are passwords or keys needed?</a:t>
            </a:r>
          </a:p>
          <a:p>
            <a:pPr lvl="1"/>
            <a:r>
              <a:rPr lang="en-US" dirty="0"/>
              <a:t>Do they use special media?</a:t>
            </a:r>
          </a:p>
          <a:p>
            <a:pPr lvl="1"/>
            <a:r>
              <a:rPr lang="en-US" dirty="0"/>
              <a:t>How long to restore from backup?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81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621F-04AF-5E5F-9EA6-D85074EF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Backup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B5B2C-AF71-CDD3-2AE7-A92542DD6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Assessment: </a:t>
            </a:r>
            <a:r>
              <a:rPr lang="en-US" dirty="0"/>
              <a:t>What data need to be backed up</a:t>
            </a:r>
          </a:p>
          <a:p>
            <a:r>
              <a:rPr lang="en-US" b="1" dirty="0"/>
              <a:t>Types of Backup: </a:t>
            </a:r>
            <a:r>
              <a:rPr lang="en-US" dirty="0"/>
              <a:t>Which methods (image, full, incremental, differential) should be used with each dataset.</a:t>
            </a:r>
          </a:p>
          <a:p>
            <a:r>
              <a:rPr lang="en-US" b="1" dirty="0"/>
              <a:t>Backup Frequency:</a:t>
            </a:r>
            <a:r>
              <a:rPr lang="en-US" dirty="0"/>
              <a:t> Continuous, daily, weekly, etc.</a:t>
            </a:r>
            <a:endParaRPr lang="en-US" b="1" dirty="0"/>
          </a:p>
          <a:p>
            <a:r>
              <a:rPr lang="en-US" b="1" dirty="0"/>
              <a:t>Backup Media:</a:t>
            </a:r>
            <a:r>
              <a:rPr lang="en-US" dirty="0"/>
              <a:t> Disk, Flash, Optical, Tape, Online</a:t>
            </a:r>
          </a:p>
          <a:p>
            <a:r>
              <a:rPr lang="en-US" b="1" dirty="0"/>
              <a:t>Off-Site Storage</a:t>
            </a:r>
          </a:p>
          <a:p>
            <a:r>
              <a:rPr lang="en-US" b="1" dirty="0"/>
              <a:t>Restoration Testing:</a:t>
            </a:r>
            <a:r>
              <a:rPr lang="en-US" dirty="0"/>
              <a:t> Periodically test your ability to restore backups.</a:t>
            </a:r>
            <a:endParaRPr lang="en-US" b="1" dirty="0"/>
          </a:p>
          <a:p>
            <a:r>
              <a:rPr lang="en-US" b="1" dirty="0"/>
              <a:t>Security:</a:t>
            </a:r>
            <a:r>
              <a:rPr lang="en-US" dirty="0"/>
              <a:t> Physical security, Encryption and Key Management</a:t>
            </a:r>
          </a:p>
        </p:txBody>
      </p:sp>
      <p:pic>
        <p:nvPicPr>
          <p:cNvPr id="5" name="Graphic 4" descr="Blueprint outline">
            <a:extLst>
              <a:ext uri="{FF2B5EF4-FFF2-40B4-BE49-F238E27FC236}">
                <a16:creationId xmlns:a16="http://schemas.microsoft.com/office/drawing/2014/main" id="{81E0F0CB-0CD7-358F-2521-1FD09FCD1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0" y="353776"/>
            <a:ext cx="1791494" cy="179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84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FEBDC-7D83-7EFD-A669-EEE09CB9C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741F5-D1FC-A028-3968-1E3F9109D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86800" cy="4351338"/>
          </a:xfrm>
        </p:spPr>
        <p:txBody>
          <a:bodyPr/>
          <a:lstStyle/>
          <a:p>
            <a:r>
              <a:rPr lang="en-US" dirty="0"/>
              <a:t>You will set up one VM as a backup server and four VMs to be backed up.</a:t>
            </a:r>
          </a:p>
          <a:p>
            <a:r>
              <a:rPr lang="en-US" dirty="0"/>
              <a:t>A “troll” will attempt to corrupt your system. You will use your backups to maintain integrity.</a:t>
            </a:r>
          </a:p>
          <a:p>
            <a:r>
              <a:rPr lang="en-US" dirty="0"/>
              <a:t>You submit a writeup of your lab activity.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Kickoff today.</a:t>
            </a:r>
          </a:p>
        </p:txBody>
      </p:sp>
      <p:pic>
        <p:nvPicPr>
          <p:cNvPr id="9" name="Graphic 8" descr="Flask with solid fill">
            <a:extLst>
              <a:ext uri="{FF2B5EF4-FFF2-40B4-BE49-F238E27FC236}">
                <a16:creationId xmlns:a16="http://schemas.microsoft.com/office/drawing/2014/main" id="{DCFD15F9-1472-1A18-1B0C-B277B3137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0" y="386557"/>
            <a:ext cx="20574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48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621</Words>
  <Application>Microsoft Office PowerPoint</Application>
  <PresentationFormat>Widescreen</PresentationFormat>
  <Paragraphs>89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Backup Planning</vt:lpstr>
      <vt:lpstr>CIAAN</vt:lpstr>
      <vt:lpstr>Redundancy vs. Backup</vt:lpstr>
      <vt:lpstr>Types of Backups</vt:lpstr>
      <vt:lpstr>Backup Media</vt:lpstr>
      <vt:lpstr>LTO Tape</vt:lpstr>
      <vt:lpstr>PowerPoint Presentation</vt:lpstr>
      <vt:lpstr>Database Backup</vt:lpstr>
      <vt:lpstr>Backup Planning: What do you need to consider?</vt:lpstr>
      <vt:lpstr>Components of a Backup Plan</vt:lpstr>
      <vt:lpstr>Backup 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Brandt Redd</dc:creator>
  <cp:lastModifiedBy>Brandt Redd</cp:lastModifiedBy>
  <cp:revision>1</cp:revision>
  <dcterms:created xsi:type="dcterms:W3CDTF">2024-09-24T19:41:04Z</dcterms:created>
  <dcterms:modified xsi:type="dcterms:W3CDTF">2024-09-25T18:19:08Z</dcterms:modified>
</cp:coreProperties>
</file>