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5D3E9B-33A4-4DDD-93E4-48790E4DA8B3}" v="1" dt="2024-10-02T01:03:59.2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83404" autoAdjust="0"/>
  </p:normalViewPr>
  <p:slideViewPr>
    <p:cSldViewPr>
      <p:cViewPr varScale="1">
        <p:scale>
          <a:sx n="112" d="100"/>
          <a:sy n="112" d="100"/>
        </p:scale>
        <p:origin x="61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5A5D3E9B-33A4-4DDD-93E4-48790E4DA8B3}"/>
    <pc:docChg chg="modSld">
      <pc:chgData name="Brandt Redd" userId="be8ed540b98adac0" providerId="LiveId" clId="{5A5D3E9B-33A4-4DDD-93E4-48790E4DA8B3}" dt="2024-10-02T01:04:24.247" v="27" actId="1076"/>
      <pc:docMkLst>
        <pc:docMk/>
      </pc:docMkLst>
      <pc:sldChg chg="addSp modSp mod">
        <pc:chgData name="Brandt Redd" userId="be8ed540b98adac0" providerId="LiveId" clId="{5A5D3E9B-33A4-4DDD-93E4-48790E4DA8B3}" dt="2024-10-02T01:04:24.247" v="27" actId="1076"/>
        <pc:sldMkLst>
          <pc:docMk/>
          <pc:sldMk cId="235891331" sldId="257"/>
        </pc:sldMkLst>
        <pc:spChg chg="add mod">
          <ac:chgData name="Brandt Redd" userId="be8ed540b98adac0" providerId="LiveId" clId="{5A5D3E9B-33A4-4DDD-93E4-48790E4DA8B3}" dt="2024-10-02T01:04:24.247" v="27" actId="1076"/>
          <ac:spMkLst>
            <pc:docMk/>
            <pc:sldMk cId="235891331" sldId="257"/>
            <ac:spMk id="4" creationId="{D6A7DF9F-60FE-36EF-89C4-6E0E8C4AB376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D518FA-D520-4920-B8B4-100072FD0CC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A0DF1F5D-2A3D-489D-B876-AE59D08C7941}">
      <dgm:prSet/>
      <dgm:spPr/>
      <dgm:t>
        <a:bodyPr/>
        <a:lstStyle/>
        <a:p>
          <a:pPr>
            <a:defRPr cap="all"/>
          </a:pPr>
          <a:r>
            <a:rPr lang="en-US"/>
            <a:t>File Sharing</a:t>
          </a:r>
        </a:p>
      </dgm:t>
    </dgm:pt>
    <dgm:pt modelId="{D061B0A5-976E-4B2E-A144-7BA9A81C63C3}" type="parTrans" cxnId="{396188EF-8478-4779-A9F6-7A95B449904F}">
      <dgm:prSet/>
      <dgm:spPr/>
      <dgm:t>
        <a:bodyPr/>
        <a:lstStyle/>
        <a:p>
          <a:endParaRPr lang="en-US"/>
        </a:p>
      </dgm:t>
    </dgm:pt>
    <dgm:pt modelId="{78931944-EBCF-406A-B22C-51CF98DEA0EF}" type="sibTrans" cxnId="{396188EF-8478-4779-A9F6-7A95B449904F}">
      <dgm:prSet/>
      <dgm:spPr/>
      <dgm:t>
        <a:bodyPr/>
        <a:lstStyle/>
        <a:p>
          <a:endParaRPr lang="en-US"/>
        </a:p>
      </dgm:t>
    </dgm:pt>
    <dgm:pt modelId="{4D9B2D5B-0539-44E8-9C4D-3DE076DF2891}">
      <dgm:prSet/>
      <dgm:spPr/>
      <dgm:t>
        <a:bodyPr/>
        <a:lstStyle/>
        <a:p>
          <a:pPr>
            <a:defRPr cap="all"/>
          </a:pPr>
          <a:r>
            <a:rPr lang="en-US"/>
            <a:t>Printer Sharing</a:t>
          </a:r>
        </a:p>
      </dgm:t>
    </dgm:pt>
    <dgm:pt modelId="{42582074-9291-48DB-8B14-71417D6901CF}" type="parTrans" cxnId="{EE2BA41F-4020-42AE-989E-29564A9E424F}">
      <dgm:prSet/>
      <dgm:spPr/>
      <dgm:t>
        <a:bodyPr/>
        <a:lstStyle/>
        <a:p>
          <a:endParaRPr lang="en-US"/>
        </a:p>
      </dgm:t>
    </dgm:pt>
    <dgm:pt modelId="{B900CE70-DE69-47EA-95FB-9915427C3178}" type="sibTrans" cxnId="{EE2BA41F-4020-42AE-989E-29564A9E424F}">
      <dgm:prSet/>
      <dgm:spPr/>
      <dgm:t>
        <a:bodyPr/>
        <a:lstStyle/>
        <a:p>
          <a:endParaRPr lang="en-US"/>
        </a:p>
      </dgm:t>
    </dgm:pt>
    <dgm:pt modelId="{73F42320-A3FB-46AB-8F48-BDA7D0FD8007}" type="pres">
      <dgm:prSet presAssocID="{D3D518FA-D520-4920-B8B4-100072FD0CC5}" presName="root" presStyleCnt="0">
        <dgm:presLayoutVars>
          <dgm:dir/>
          <dgm:resizeHandles val="exact"/>
        </dgm:presLayoutVars>
      </dgm:prSet>
      <dgm:spPr/>
    </dgm:pt>
    <dgm:pt modelId="{791E95E2-7E6C-449E-80D4-AF1CD591475D}" type="pres">
      <dgm:prSet presAssocID="{A0DF1F5D-2A3D-489D-B876-AE59D08C7941}" presName="compNode" presStyleCnt="0"/>
      <dgm:spPr/>
    </dgm:pt>
    <dgm:pt modelId="{8679480C-9332-44FC-BFAC-085C94944991}" type="pres">
      <dgm:prSet presAssocID="{A0DF1F5D-2A3D-489D-B876-AE59D08C7941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310B2801-CCB6-409D-A55D-1E4FA57AF382}" type="pres">
      <dgm:prSet presAssocID="{A0DF1F5D-2A3D-489D-B876-AE59D08C794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56A38C79-FECE-4E51-B3EA-89A62D1E7237}" type="pres">
      <dgm:prSet presAssocID="{A0DF1F5D-2A3D-489D-B876-AE59D08C7941}" presName="spaceRect" presStyleCnt="0"/>
      <dgm:spPr/>
    </dgm:pt>
    <dgm:pt modelId="{E2037809-AA65-4603-8634-68320CE1BCB4}" type="pres">
      <dgm:prSet presAssocID="{A0DF1F5D-2A3D-489D-B876-AE59D08C7941}" presName="textRect" presStyleLbl="revTx" presStyleIdx="0" presStyleCnt="2">
        <dgm:presLayoutVars>
          <dgm:chMax val="1"/>
          <dgm:chPref val="1"/>
        </dgm:presLayoutVars>
      </dgm:prSet>
      <dgm:spPr/>
    </dgm:pt>
    <dgm:pt modelId="{51FE66F6-25CC-414F-8819-27E908798D3E}" type="pres">
      <dgm:prSet presAssocID="{78931944-EBCF-406A-B22C-51CF98DEA0EF}" presName="sibTrans" presStyleCnt="0"/>
      <dgm:spPr/>
    </dgm:pt>
    <dgm:pt modelId="{3DD29618-461C-4F50-88F1-82EBCBCDCEDA}" type="pres">
      <dgm:prSet presAssocID="{4D9B2D5B-0539-44E8-9C4D-3DE076DF2891}" presName="compNode" presStyleCnt="0"/>
      <dgm:spPr/>
    </dgm:pt>
    <dgm:pt modelId="{FAA0F009-6852-4FD2-9BE7-E0C56E21A46F}" type="pres">
      <dgm:prSet presAssocID="{4D9B2D5B-0539-44E8-9C4D-3DE076DF2891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DD20B992-E449-4F7F-8CA0-1BA228756D10}" type="pres">
      <dgm:prSet presAssocID="{4D9B2D5B-0539-44E8-9C4D-3DE076DF289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inter"/>
        </a:ext>
      </dgm:extLst>
    </dgm:pt>
    <dgm:pt modelId="{96672DB9-C959-4024-B922-C2E28D874FA3}" type="pres">
      <dgm:prSet presAssocID="{4D9B2D5B-0539-44E8-9C4D-3DE076DF2891}" presName="spaceRect" presStyleCnt="0"/>
      <dgm:spPr/>
    </dgm:pt>
    <dgm:pt modelId="{91F5A3D6-546F-4BF8-A2A1-C5230026E5A4}" type="pres">
      <dgm:prSet presAssocID="{4D9B2D5B-0539-44E8-9C4D-3DE076DF289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E2BA41F-4020-42AE-989E-29564A9E424F}" srcId="{D3D518FA-D520-4920-B8B4-100072FD0CC5}" destId="{4D9B2D5B-0539-44E8-9C4D-3DE076DF2891}" srcOrd="1" destOrd="0" parTransId="{42582074-9291-48DB-8B14-71417D6901CF}" sibTransId="{B900CE70-DE69-47EA-95FB-9915427C3178}"/>
    <dgm:cxn modelId="{5AE2F443-660B-41B0-8310-865DF073F59D}" type="presOf" srcId="{4D9B2D5B-0539-44E8-9C4D-3DE076DF2891}" destId="{91F5A3D6-546F-4BF8-A2A1-C5230026E5A4}" srcOrd="0" destOrd="0" presId="urn:microsoft.com/office/officeart/2018/5/layout/IconLeafLabelList"/>
    <dgm:cxn modelId="{07CF169F-E33C-41C8-BC22-59212E4F2546}" type="presOf" srcId="{D3D518FA-D520-4920-B8B4-100072FD0CC5}" destId="{73F42320-A3FB-46AB-8F48-BDA7D0FD8007}" srcOrd="0" destOrd="0" presId="urn:microsoft.com/office/officeart/2018/5/layout/IconLeafLabelList"/>
    <dgm:cxn modelId="{98ADB7D9-156E-411D-AA78-DF53D5A2850E}" type="presOf" srcId="{A0DF1F5D-2A3D-489D-B876-AE59D08C7941}" destId="{E2037809-AA65-4603-8634-68320CE1BCB4}" srcOrd="0" destOrd="0" presId="urn:microsoft.com/office/officeart/2018/5/layout/IconLeafLabelList"/>
    <dgm:cxn modelId="{396188EF-8478-4779-A9F6-7A95B449904F}" srcId="{D3D518FA-D520-4920-B8B4-100072FD0CC5}" destId="{A0DF1F5D-2A3D-489D-B876-AE59D08C7941}" srcOrd="0" destOrd="0" parTransId="{D061B0A5-976E-4B2E-A144-7BA9A81C63C3}" sibTransId="{78931944-EBCF-406A-B22C-51CF98DEA0EF}"/>
    <dgm:cxn modelId="{E15FEF3C-3A48-45AA-A3BF-6BE62C25683F}" type="presParOf" srcId="{73F42320-A3FB-46AB-8F48-BDA7D0FD8007}" destId="{791E95E2-7E6C-449E-80D4-AF1CD591475D}" srcOrd="0" destOrd="0" presId="urn:microsoft.com/office/officeart/2018/5/layout/IconLeafLabelList"/>
    <dgm:cxn modelId="{8098ABC3-B505-4175-A103-331E69621995}" type="presParOf" srcId="{791E95E2-7E6C-449E-80D4-AF1CD591475D}" destId="{8679480C-9332-44FC-BFAC-085C94944991}" srcOrd="0" destOrd="0" presId="urn:microsoft.com/office/officeart/2018/5/layout/IconLeafLabelList"/>
    <dgm:cxn modelId="{9B1C4DCC-424E-4AC6-8DAE-2E114CB0122D}" type="presParOf" srcId="{791E95E2-7E6C-449E-80D4-AF1CD591475D}" destId="{310B2801-CCB6-409D-A55D-1E4FA57AF382}" srcOrd="1" destOrd="0" presId="urn:microsoft.com/office/officeart/2018/5/layout/IconLeafLabelList"/>
    <dgm:cxn modelId="{5DB587CE-2F5A-4224-9F21-3ABB1F28F5DD}" type="presParOf" srcId="{791E95E2-7E6C-449E-80D4-AF1CD591475D}" destId="{56A38C79-FECE-4E51-B3EA-89A62D1E7237}" srcOrd="2" destOrd="0" presId="urn:microsoft.com/office/officeart/2018/5/layout/IconLeafLabelList"/>
    <dgm:cxn modelId="{CD76941A-AFA6-4E1D-827A-B5A16EFB4F8A}" type="presParOf" srcId="{791E95E2-7E6C-449E-80D4-AF1CD591475D}" destId="{E2037809-AA65-4603-8634-68320CE1BCB4}" srcOrd="3" destOrd="0" presId="urn:microsoft.com/office/officeart/2018/5/layout/IconLeafLabelList"/>
    <dgm:cxn modelId="{DE8AAAFB-56C8-49F0-B545-2EF44E59683D}" type="presParOf" srcId="{73F42320-A3FB-46AB-8F48-BDA7D0FD8007}" destId="{51FE66F6-25CC-414F-8819-27E908798D3E}" srcOrd="1" destOrd="0" presId="urn:microsoft.com/office/officeart/2018/5/layout/IconLeafLabelList"/>
    <dgm:cxn modelId="{AF9FFB08-3D25-4784-8B13-9B69D8EA3190}" type="presParOf" srcId="{73F42320-A3FB-46AB-8F48-BDA7D0FD8007}" destId="{3DD29618-461C-4F50-88F1-82EBCBCDCEDA}" srcOrd="2" destOrd="0" presId="urn:microsoft.com/office/officeart/2018/5/layout/IconLeafLabelList"/>
    <dgm:cxn modelId="{E035119C-D233-4D83-9E29-0AF2313247C4}" type="presParOf" srcId="{3DD29618-461C-4F50-88F1-82EBCBCDCEDA}" destId="{FAA0F009-6852-4FD2-9BE7-E0C56E21A46F}" srcOrd="0" destOrd="0" presId="urn:microsoft.com/office/officeart/2018/5/layout/IconLeafLabelList"/>
    <dgm:cxn modelId="{BFEEBBFE-F341-4FAA-BED4-A92082F0122C}" type="presParOf" srcId="{3DD29618-461C-4F50-88F1-82EBCBCDCEDA}" destId="{DD20B992-E449-4F7F-8CA0-1BA228756D10}" srcOrd="1" destOrd="0" presId="urn:microsoft.com/office/officeart/2018/5/layout/IconLeafLabelList"/>
    <dgm:cxn modelId="{54207D94-AD5B-40DC-B88A-9CAAC7F97687}" type="presParOf" srcId="{3DD29618-461C-4F50-88F1-82EBCBCDCEDA}" destId="{96672DB9-C959-4024-B922-C2E28D874FA3}" srcOrd="2" destOrd="0" presId="urn:microsoft.com/office/officeart/2018/5/layout/IconLeafLabelList"/>
    <dgm:cxn modelId="{05D662AF-58D1-4682-9408-EED75A74D923}" type="presParOf" srcId="{3DD29618-461C-4F50-88F1-82EBCBCDCEDA}" destId="{91F5A3D6-546F-4BF8-A2A1-C5230026E5A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F35F49-F534-4A08-B8C3-BF0C1A43CC61}" type="doc">
      <dgm:prSet loTypeId="urn:microsoft.com/office/officeart/2005/8/layout/hList1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DB5E987-11D3-4EDA-A795-84B76E6E63DF}">
      <dgm:prSet/>
      <dgm:spPr/>
      <dgm:t>
        <a:bodyPr/>
        <a:lstStyle/>
        <a:p>
          <a:r>
            <a:rPr lang="en-US" dirty="0"/>
            <a:t>Confidentiality</a:t>
          </a:r>
        </a:p>
      </dgm:t>
    </dgm:pt>
    <dgm:pt modelId="{B9E7783B-4699-4460-A18D-C7D8E63DF145}" type="parTrans" cxnId="{EDA22587-E1A8-4CFF-B3B1-12487C892799}">
      <dgm:prSet/>
      <dgm:spPr/>
      <dgm:t>
        <a:bodyPr/>
        <a:lstStyle/>
        <a:p>
          <a:endParaRPr lang="en-US"/>
        </a:p>
      </dgm:t>
    </dgm:pt>
    <dgm:pt modelId="{9A9766B0-F06E-4FDD-9136-F7C8098A6FC1}" type="sibTrans" cxnId="{EDA22587-E1A8-4CFF-B3B1-12487C892799}">
      <dgm:prSet/>
      <dgm:spPr/>
      <dgm:t>
        <a:bodyPr/>
        <a:lstStyle/>
        <a:p>
          <a:endParaRPr lang="en-US"/>
        </a:p>
      </dgm:t>
    </dgm:pt>
    <dgm:pt modelId="{D7532ED9-A34C-4783-A83D-5DDFC471662D}">
      <dgm:prSet/>
      <dgm:spPr/>
      <dgm:t>
        <a:bodyPr/>
        <a:lstStyle/>
        <a:p>
          <a:r>
            <a:rPr lang="en-US"/>
            <a:t>Who can access shared files?</a:t>
          </a:r>
        </a:p>
      </dgm:t>
    </dgm:pt>
    <dgm:pt modelId="{C71358BB-6D30-4646-941E-E388C6776711}" type="parTrans" cxnId="{B52AA20A-A33F-4FCC-980D-3C224D933958}">
      <dgm:prSet/>
      <dgm:spPr/>
      <dgm:t>
        <a:bodyPr/>
        <a:lstStyle/>
        <a:p>
          <a:endParaRPr lang="en-US"/>
        </a:p>
      </dgm:t>
    </dgm:pt>
    <dgm:pt modelId="{A037317B-B0A5-4FC7-BF81-E809E3317F61}" type="sibTrans" cxnId="{B52AA20A-A33F-4FCC-980D-3C224D933958}">
      <dgm:prSet/>
      <dgm:spPr/>
      <dgm:t>
        <a:bodyPr/>
        <a:lstStyle/>
        <a:p>
          <a:endParaRPr lang="en-US"/>
        </a:p>
      </dgm:t>
    </dgm:pt>
    <dgm:pt modelId="{09D17389-CC8C-45AE-BD53-252C3ACDBC53}">
      <dgm:prSet/>
      <dgm:spPr/>
      <dgm:t>
        <a:bodyPr/>
        <a:lstStyle/>
        <a:p>
          <a:r>
            <a:rPr lang="en-US" dirty="0"/>
            <a:t>What administrative permissions do they have?</a:t>
          </a:r>
        </a:p>
      </dgm:t>
    </dgm:pt>
    <dgm:pt modelId="{3A0CCC57-85D4-4AFB-8237-DE8AF047A069}" type="parTrans" cxnId="{EC25F8EE-457A-4593-9DE8-AA3CDB313D16}">
      <dgm:prSet/>
      <dgm:spPr/>
      <dgm:t>
        <a:bodyPr/>
        <a:lstStyle/>
        <a:p>
          <a:endParaRPr lang="en-US"/>
        </a:p>
      </dgm:t>
    </dgm:pt>
    <dgm:pt modelId="{CCCEF208-6EB1-4D15-9341-674D17218487}" type="sibTrans" cxnId="{EC25F8EE-457A-4593-9DE8-AA3CDB313D16}">
      <dgm:prSet/>
      <dgm:spPr/>
      <dgm:t>
        <a:bodyPr/>
        <a:lstStyle/>
        <a:p>
          <a:endParaRPr lang="en-US"/>
        </a:p>
      </dgm:t>
    </dgm:pt>
    <dgm:pt modelId="{3F0047AE-D45A-4C60-9C69-424C2CC79CEE}">
      <dgm:prSet/>
      <dgm:spPr/>
      <dgm:t>
        <a:bodyPr/>
        <a:lstStyle/>
        <a:p>
          <a:r>
            <a:rPr lang="en-US"/>
            <a:t>Availability</a:t>
          </a:r>
        </a:p>
      </dgm:t>
    </dgm:pt>
    <dgm:pt modelId="{64667277-0821-4975-8200-C6C5CE153A55}" type="parTrans" cxnId="{03F77D35-7C98-4FA3-8839-D56CE1B1E2C1}">
      <dgm:prSet/>
      <dgm:spPr/>
      <dgm:t>
        <a:bodyPr/>
        <a:lstStyle/>
        <a:p>
          <a:endParaRPr lang="en-US"/>
        </a:p>
      </dgm:t>
    </dgm:pt>
    <dgm:pt modelId="{0C808C65-0F64-49AD-BFC1-4A60B665F2A8}" type="sibTrans" cxnId="{03F77D35-7C98-4FA3-8839-D56CE1B1E2C1}">
      <dgm:prSet/>
      <dgm:spPr/>
      <dgm:t>
        <a:bodyPr/>
        <a:lstStyle/>
        <a:p>
          <a:endParaRPr lang="en-US"/>
        </a:p>
      </dgm:t>
    </dgm:pt>
    <dgm:pt modelId="{B5B0C902-BE0C-445C-97FA-E4736FD206AF}">
      <dgm:prSet/>
      <dgm:spPr/>
      <dgm:t>
        <a:bodyPr/>
        <a:lstStyle/>
        <a:p>
          <a:r>
            <a:rPr lang="en-US"/>
            <a:t>RAID redundancy (more about this in the Storage Devices unit)</a:t>
          </a:r>
        </a:p>
      </dgm:t>
    </dgm:pt>
    <dgm:pt modelId="{50BED5E2-C230-4E7A-9593-580D02B23DAE}" type="parTrans" cxnId="{937CB585-9517-49BE-AD09-A887B1C0AA83}">
      <dgm:prSet/>
      <dgm:spPr/>
      <dgm:t>
        <a:bodyPr/>
        <a:lstStyle/>
        <a:p>
          <a:endParaRPr lang="en-US"/>
        </a:p>
      </dgm:t>
    </dgm:pt>
    <dgm:pt modelId="{CEECE166-1F19-4CB7-94CC-0711A31E9DB8}" type="sibTrans" cxnId="{937CB585-9517-49BE-AD09-A887B1C0AA83}">
      <dgm:prSet/>
      <dgm:spPr/>
      <dgm:t>
        <a:bodyPr/>
        <a:lstStyle/>
        <a:p>
          <a:endParaRPr lang="en-US"/>
        </a:p>
      </dgm:t>
    </dgm:pt>
    <dgm:pt modelId="{F73FDE55-AAD5-4EC4-B6B5-21A40949829C}">
      <dgm:prSet/>
      <dgm:spPr/>
      <dgm:t>
        <a:bodyPr/>
        <a:lstStyle/>
        <a:p>
          <a:r>
            <a:rPr lang="en-US"/>
            <a:t>Power Supply</a:t>
          </a:r>
        </a:p>
      </dgm:t>
    </dgm:pt>
    <dgm:pt modelId="{F585D67C-40C5-42B0-8EDA-1206792B4352}" type="parTrans" cxnId="{D16D3419-EAF1-473F-8B4B-D149FE57B167}">
      <dgm:prSet/>
      <dgm:spPr/>
      <dgm:t>
        <a:bodyPr/>
        <a:lstStyle/>
        <a:p>
          <a:endParaRPr lang="en-US"/>
        </a:p>
      </dgm:t>
    </dgm:pt>
    <dgm:pt modelId="{A6F2CF0A-86DE-4439-A2BB-6ED976F87167}" type="sibTrans" cxnId="{D16D3419-EAF1-473F-8B4B-D149FE57B167}">
      <dgm:prSet/>
      <dgm:spPr/>
      <dgm:t>
        <a:bodyPr/>
        <a:lstStyle/>
        <a:p>
          <a:endParaRPr lang="en-US"/>
        </a:p>
      </dgm:t>
    </dgm:pt>
    <dgm:pt modelId="{0E618EBF-EA49-4418-9AB0-8A1A865771F3}">
      <dgm:prSet/>
      <dgm:spPr/>
      <dgm:t>
        <a:bodyPr/>
        <a:lstStyle/>
        <a:p>
          <a:r>
            <a:rPr lang="en-US" dirty="0"/>
            <a:t>Redundant Network</a:t>
          </a:r>
        </a:p>
      </dgm:t>
    </dgm:pt>
    <dgm:pt modelId="{2E3B60F1-C5A9-4C35-A737-80F6CBEF7D44}" type="parTrans" cxnId="{D6A69226-15F5-471B-A952-3D6E0794CEB8}">
      <dgm:prSet/>
      <dgm:spPr/>
      <dgm:t>
        <a:bodyPr/>
        <a:lstStyle/>
        <a:p>
          <a:endParaRPr lang="en-US"/>
        </a:p>
      </dgm:t>
    </dgm:pt>
    <dgm:pt modelId="{86227830-4557-48F8-AB2A-C905DA984E8C}" type="sibTrans" cxnId="{D6A69226-15F5-471B-A952-3D6E0794CEB8}">
      <dgm:prSet/>
      <dgm:spPr/>
      <dgm:t>
        <a:bodyPr/>
        <a:lstStyle/>
        <a:p>
          <a:endParaRPr lang="en-US"/>
        </a:p>
      </dgm:t>
    </dgm:pt>
    <dgm:pt modelId="{2A49B44B-BAE8-4B26-9847-2A72CE673C14}">
      <dgm:prSet/>
      <dgm:spPr/>
      <dgm:t>
        <a:bodyPr/>
        <a:lstStyle/>
        <a:p>
          <a:r>
            <a:rPr lang="en-US" dirty="0"/>
            <a:t>Integrity</a:t>
          </a:r>
        </a:p>
      </dgm:t>
    </dgm:pt>
    <dgm:pt modelId="{D98468CB-241D-47CE-9797-83D99671A6B8}" type="parTrans" cxnId="{68978A6C-4282-4144-A660-3551F96B7D8E}">
      <dgm:prSet/>
      <dgm:spPr/>
      <dgm:t>
        <a:bodyPr/>
        <a:lstStyle/>
        <a:p>
          <a:endParaRPr lang="en-US"/>
        </a:p>
      </dgm:t>
    </dgm:pt>
    <dgm:pt modelId="{06A0C801-5BB8-4672-8663-42EB0462F36D}" type="sibTrans" cxnId="{68978A6C-4282-4144-A660-3551F96B7D8E}">
      <dgm:prSet/>
      <dgm:spPr/>
      <dgm:t>
        <a:bodyPr/>
        <a:lstStyle/>
        <a:p>
          <a:endParaRPr lang="en-US"/>
        </a:p>
      </dgm:t>
    </dgm:pt>
    <dgm:pt modelId="{F1BD9FEB-BB7C-4D06-8B28-E43B4C7D9D84}">
      <dgm:prSet/>
      <dgm:spPr/>
      <dgm:t>
        <a:bodyPr/>
        <a:lstStyle/>
        <a:p>
          <a:r>
            <a:rPr lang="en-US" dirty="0"/>
            <a:t>What access do users have (create, read, write, delete)?</a:t>
          </a:r>
        </a:p>
      </dgm:t>
    </dgm:pt>
    <dgm:pt modelId="{176C9350-CF37-41E6-8885-B9FFD1EADEE1}" type="parTrans" cxnId="{BE3EAC6D-E77C-4276-A73B-1D1325B71598}">
      <dgm:prSet/>
      <dgm:spPr/>
      <dgm:t>
        <a:bodyPr/>
        <a:lstStyle/>
        <a:p>
          <a:endParaRPr lang="en-US"/>
        </a:p>
      </dgm:t>
    </dgm:pt>
    <dgm:pt modelId="{C6B79294-B291-429E-8239-F40DCAABF740}" type="sibTrans" cxnId="{BE3EAC6D-E77C-4276-A73B-1D1325B71598}">
      <dgm:prSet/>
      <dgm:spPr/>
      <dgm:t>
        <a:bodyPr/>
        <a:lstStyle/>
        <a:p>
          <a:endParaRPr lang="en-US"/>
        </a:p>
      </dgm:t>
    </dgm:pt>
    <dgm:pt modelId="{C65B471D-810F-412A-83AB-72021E634D05}">
      <dgm:prSet/>
      <dgm:spPr/>
      <dgm:t>
        <a:bodyPr/>
        <a:lstStyle/>
        <a:p>
          <a:r>
            <a:rPr lang="en-US" dirty="0"/>
            <a:t>Backups</a:t>
          </a:r>
        </a:p>
      </dgm:t>
    </dgm:pt>
    <dgm:pt modelId="{19CE68B9-9810-4FDB-819B-D2B04281BE8F}" type="parTrans" cxnId="{71CA685A-6A89-4106-A9A3-9FEEA2B9B18E}">
      <dgm:prSet/>
      <dgm:spPr/>
    </dgm:pt>
    <dgm:pt modelId="{5C0744E4-4BB4-4D1B-B4DB-FA5C070606D6}" type="sibTrans" cxnId="{71CA685A-6A89-4106-A9A3-9FEEA2B9B18E}">
      <dgm:prSet/>
      <dgm:spPr/>
    </dgm:pt>
    <dgm:pt modelId="{508BCEDE-46A8-4640-A77F-4CF2FC9E2E48}">
      <dgm:prSet/>
      <dgm:spPr/>
      <dgm:t>
        <a:bodyPr/>
        <a:lstStyle/>
        <a:p>
          <a:r>
            <a:rPr lang="en-US" dirty="0"/>
            <a:t>How to detect and correct problems?</a:t>
          </a:r>
        </a:p>
      </dgm:t>
    </dgm:pt>
    <dgm:pt modelId="{6D9E0400-13A7-45FA-98AE-368D0A98D561}" type="parTrans" cxnId="{7409ED02-C037-41A8-A95C-1F287BC8A56E}">
      <dgm:prSet/>
      <dgm:spPr/>
    </dgm:pt>
    <dgm:pt modelId="{3233C9FD-D612-4645-9868-C64CDBB7CEAB}" type="sibTrans" cxnId="{7409ED02-C037-41A8-A95C-1F287BC8A56E}">
      <dgm:prSet/>
      <dgm:spPr/>
    </dgm:pt>
    <dgm:pt modelId="{B9716A8D-9236-4975-82D1-A9F4149E7723}" type="pres">
      <dgm:prSet presAssocID="{0EF35F49-F534-4A08-B8C3-BF0C1A43CC61}" presName="Name0" presStyleCnt="0">
        <dgm:presLayoutVars>
          <dgm:dir/>
          <dgm:animLvl val="lvl"/>
          <dgm:resizeHandles val="exact"/>
        </dgm:presLayoutVars>
      </dgm:prSet>
      <dgm:spPr/>
    </dgm:pt>
    <dgm:pt modelId="{DC2F16E9-4782-4D31-97EF-85379C0E225E}" type="pres">
      <dgm:prSet presAssocID="{5DB5E987-11D3-4EDA-A795-84B76E6E63DF}" presName="composite" presStyleCnt="0"/>
      <dgm:spPr/>
    </dgm:pt>
    <dgm:pt modelId="{A975C1D4-D8C7-48F3-87CE-1FD0D36C3B6F}" type="pres">
      <dgm:prSet presAssocID="{5DB5E987-11D3-4EDA-A795-84B76E6E63D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7FDD77A2-4754-4276-B693-C79169A8FCF5}" type="pres">
      <dgm:prSet presAssocID="{5DB5E987-11D3-4EDA-A795-84B76E6E63DF}" presName="desTx" presStyleLbl="alignAccFollowNode1" presStyleIdx="0" presStyleCnt="3">
        <dgm:presLayoutVars>
          <dgm:bulletEnabled val="1"/>
        </dgm:presLayoutVars>
      </dgm:prSet>
      <dgm:spPr/>
    </dgm:pt>
    <dgm:pt modelId="{AE8DCFBB-A1E4-4FFB-B8DE-77C83CAC4B24}" type="pres">
      <dgm:prSet presAssocID="{9A9766B0-F06E-4FDD-9136-F7C8098A6FC1}" presName="space" presStyleCnt="0"/>
      <dgm:spPr/>
    </dgm:pt>
    <dgm:pt modelId="{76EA731B-DA76-4B55-8832-3D19FDBFD4D9}" type="pres">
      <dgm:prSet presAssocID="{3F0047AE-D45A-4C60-9C69-424C2CC79CEE}" presName="composite" presStyleCnt="0"/>
      <dgm:spPr/>
    </dgm:pt>
    <dgm:pt modelId="{4E77A25C-8497-4E90-B798-0FB46D1B1D1A}" type="pres">
      <dgm:prSet presAssocID="{3F0047AE-D45A-4C60-9C69-424C2CC79CE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88614F89-1001-4DB9-9B01-4C3FD5CBA5F2}" type="pres">
      <dgm:prSet presAssocID="{3F0047AE-D45A-4C60-9C69-424C2CC79CEE}" presName="desTx" presStyleLbl="alignAccFollowNode1" presStyleIdx="1" presStyleCnt="3">
        <dgm:presLayoutVars>
          <dgm:bulletEnabled val="1"/>
        </dgm:presLayoutVars>
      </dgm:prSet>
      <dgm:spPr/>
    </dgm:pt>
    <dgm:pt modelId="{B1E758C2-B62E-4A5D-B947-BBD812A2EBAD}" type="pres">
      <dgm:prSet presAssocID="{0C808C65-0F64-49AD-BFC1-4A60B665F2A8}" presName="space" presStyleCnt="0"/>
      <dgm:spPr/>
    </dgm:pt>
    <dgm:pt modelId="{1085E1CC-AEBA-413B-BC54-D15F84515AE5}" type="pres">
      <dgm:prSet presAssocID="{2A49B44B-BAE8-4B26-9847-2A72CE673C14}" presName="composite" presStyleCnt="0"/>
      <dgm:spPr/>
    </dgm:pt>
    <dgm:pt modelId="{EA30F005-91A0-42AD-B769-A8462BAE4D7E}" type="pres">
      <dgm:prSet presAssocID="{2A49B44B-BAE8-4B26-9847-2A72CE673C1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82E21C75-8A8A-440C-828A-8652C674A5C3}" type="pres">
      <dgm:prSet presAssocID="{2A49B44B-BAE8-4B26-9847-2A72CE673C1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409ED02-C037-41A8-A95C-1F287BC8A56E}" srcId="{2A49B44B-BAE8-4B26-9847-2A72CE673C14}" destId="{508BCEDE-46A8-4640-A77F-4CF2FC9E2E48}" srcOrd="1" destOrd="0" parTransId="{6D9E0400-13A7-45FA-98AE-368D0A98D561}" sibTransId="{3233C9FD-D612-4645-9868-C64CDBB7CEAB}"/>
    <dgm:cxn modelId="{B52AA20A-A33F-4FCC-980D-3C224D933958}" srcId="{5DB5E987-11D3-4EDA-A795-84B76E6E63DF}" destId="{D7532ED9-A34C-4783-A83D-5DDFC471662D}" srcOrd="0" destOrd="0" parTransId="{C71358BB-6D30-4646-941E-E388C6776711}" sibTransId="{A037317B-B0A5-4FC7-BF81-E809E3317F61}"/>
    <dgm:cxn modelId="{6799E016-DB1C-4BF1-8C87-5FB4D4B3FCD7}" type="presOf" srcId="{0EF35F49-F534-4A08-B8C3-BF0C1A43CC61}" destId="{B9716A8D-9236-4975-82D1-A9F4149E7723}" srcOrd="0" destOrd="0" presId="urn:microsoft.com/office/officeart/2005/8/layout/hList1"/>
    <dgm:cxn modelId="{D16D3419-EAF1-473F-8B4B-D149FE57B167}" srcId="{3F0047AE-D45A-4C60-9C69-424C2CC79CEE}" destId="{F73FDE55-AAD5-4EC4-B6B5-21A40949829C}" srcOrd="1" destOrd="0" parTransId="{F585D67C-40C5-42B0-8EDA-1206792B4352}" sibTransId="{A6F2CF0A-86DE-4439-A2BB-6ED976F87167}"/>
    <dgm:cxn modelId="{3BAB261E-27A1-4814-9D4C-EE86429A5D77}" type="presOf" srcId="{3F0047AE-D45A-4C60-9C69-424C2CC79CEE}" destId="{4E77A25C-8497-4E90-B798-0FB46D1B1D1A}" srcOrd="0" destOrd="0" presId="urn:microsoft.com/office/officeart/2005/8/layout/hList1"/>
    <dgm:cxn modelId="{BAD32B22-9CFB-4560-957C-32A109808ECE}" type="presOf" srcId="{5DB5E987-11D3-4EDA-A795-84B76E6E63DF}" destId="{A975C1D4-D8C7-48F3-87CE-1FD0D36C3B6F}" srcOrd="0" destOrd="0" presId="urn:microsoft.com/office/officeart/2005/8/layout/hList1"/>
    <dgm:cxn modelId="{D6A69226-15F5-471B-A952-3D6E0794CEB8}" srcId="{3F0047AE-D45A-4C60-9C69-424C2CC79CEE}" destId="{0E618EBF-EA49-4418-9AB0-8A1A865771F3}" srcOrd="2" destOrd="0" parTransId="{2E3B60F1-C5A9-4C35-A737-80F6CBEF7D44}" sibTransId="{86227830-4557-48F8-AB2A-C905DA984E8C}"/>
    <dgm:cxn modelId="{03F77D35-7C98-4FA3-8839-D56CE1B1E2C1}" srcId="{0EF35F49-F534-4A08-B8C3-BF0C1A43CC61}" destId="{3F0047AE-D45A-4C60-9C69-424C2CC79CEE}" srcOrd="1" destOrd="0" parTransId="{64667277-0821-4975-8200-C6C5CE153A55}" sibTransId="{0C808C65-0F64-49AD-BFC1-4A60B665F2A8}"/>
    <dgm:cxn modelId="{68978A6C-4282-4144-A660-3551F96B7D8E}" srcId="{0EF35F49-F534-4A08-B8C3-BF0C1A43CC61}" destId="{2A49B44B-BAE8-4B26-9847-2A72CE673C14}" srcOrd="2" destOrd="0" parTransId="{D98468CB-241D-47CE-9797-83D99671A6B8}" sibTransId="{06A0C801-5BB8-4672-8663-42EB0462F36D}"/>
    <dgm:cxn modelId="{BE3EAC6D-E77C-4276-A73B-1D1325B71598}" srcId="{2A49B44B-BAE8-4B26-9847-2A72CE673C14}" destId="{F1BD9FEB-BB7C-4D06-8B28-E43B4C7D9D84}" srcOrd="0" destOrd="0" parTransId="{176C9350-CF37-41E6-8885-B9FFD1EADEE1}" sibTransId="{C6B79294-B291-429E-8239-F40DCAABF740}"/>
    <dgm:cxn modelId="{3C774372-4E09-4CA3-8928-661199B2E703}" type="presOf" srcId="{09D17389-CC8C-45AE-BD53-252C3ACDBC53}" destId="{7FDD77A2-4754-4276-B693-C79169A8FCF5}" srcOrd="0" destOrd="1" presId="urn:microsoft.com/office/officeart/2005/8/layout/hList1"/>
    <dgm:cxn modelId="{F6622474-212E-4165-AF5E-4DDB7F6607EE}" type="presOf" srcId="{F73FDE55-AAD5-4EC4-B6B5-21A40949829C}" destId="{88614F89-1001-4DB9-9B01-4C3FD5CBA5F2}" srcOrd="0" destOrd="1" presId="urn:microsoft.com/office/officeart/2005/8/layout/hList1"/>
    <dgm:cxn modelId="{71CA685A-6A89-4106-A9A3-9FEEA2B9B18E}" srcId="{3F0047AE-D45A-4C60-9C69-424C2CC79CEE}" destId="{C65B471D-810F-412A-83AB-72021E634D05}" srcOrd="3" destOrd="0" parTransId="{19CE68B9-9810-4FDB-819B-D2B04281BE8F}" sibTransId="{5C0744E4-4BB4-4D1B-B4DB-FA5C070606D6}"/>
    <dgm:cxn modelId="{1A94917A-8A8B-4B31-9BCF-5C85D06C198E}" type="presOf" srcId="{508BCEDE-46A8-4640-A77F-4CF2FC9E2E48}" destId="{82E21C75-8A8A-440C-828A-8652C674A5C3}" srcOrd="0" destOrd="1" presId="urn:microsoft.com/office/officeart/2005/8/layout/hList1"/>
    <dgm:cxn modelId="{937CB585-9517-49BE-AD09-A887B1C0AA83}" srcId="{3F0047AE-D45A-4C60-9C69-424C2CC79CEE}" destId="{B5B0C902-BE0C-445C-97FA-E4736FD206AF}" srcOrd="0" destOrd="0" parTransId="{50BED5E2-C230-4E7A-9593-580D02B23DAE}" sibTransId="{CEECE166-1F19-4CB7-94CC-0711A31E9DB8}"/>
    <dgm:cxn modelId="{EDA22587-E1A8-4CFF-B3B1-12487C892799}" srcId="{0EF35F49-F534-4A08-B8C3-BF0C1A43CC61}" destId="{5DB5E987-11D3-4EDA-A795-84B76E6E63DF}" srcOrd="0" destOrd="0" parTransId="{B9E7783B-4699-4460-A18D-C7D8E63DF145}" sibTransId="{9A9766B0-F06E-4FDD-9136-F7C8098A6FC1}"/>
    <dgm:cxn modelId="{56A77D8C-2824-49B5-8AD7-1C87F54C5216}" type="presOf" srcId="{B5B0C902-BE0C-445C-97FA-E4736FD206AF}" destId="{88614F89-1001-4DB9-9B01-4C3FD5CBA5F2}" srcOrd="0" destOrd="0" presId="urn:microsoft.com/office/officeart/2005/8/layout/hList1"/>
    <dgm:cxn modelId="{848D0FA2-73C9-42EA-93F0-839232AD7D6C}" type="presOf" srcId="{2A49B44B-BAE8-4B26-9847-2A72CE673C14}" destId="{EA30F005-91A0-42AD-B769-A8462BAE4D7E}" srcOrd="0" destOrd="0" presId="urn:microsoft.com/office/officeart/2005/8/layout/hList1"/>
    <dgm:cxn modelId="{B7CD66A4-1D1D-4757-BC9E-06FCE9B5DE59}" type="presOf" srcId="{0E618EBF-EA49-4418-9AB0-8A1A865771F3}" destId="{88614F89-1001-4DB9-9B01-4C3FD5CBA5F2}" srcOrd="0" destOrd="2" presId="urn:microsoft.com/office/officeart/2005/8/layout/hList1"/>
    <dgm:cxn modelId="{C6A54DA5-525A-449B-9E42-7B9A2875E79A}" type="presOf" srcId="{D7532ED9-A34C-4783-A83D-5DDFC471662D}" destId="{7FDD77A2-4754-4276-B693-C79169A8FCF5}" srcOrd="0" destOrd="0" presId="urn:microsoft.com/office/officeart/2005/8/layout/hList1"/>
    <dgm:cxn modelId="{2578B5B0-3953-4FB4-8793-BE887F4F3EFB}" type="presOf" srcId="{F1BD9FEB-BB7C-4D06-8B28-E43B4C7D9D84}" destId="{82E21C75-8A8A-440C-828A-8652C674A5C3}" srcOrd="0" destOrd="0" presId="urn:microsoft.com/office/officeart/2005/8/layout/hList1"/>
    <dgm:cxn modelId="{375320C2-AE13-4621-B9BE-36453B19054D}" type="presOf" srcId="{C65B471D-810F-412A-83AB-72021E634D05}" destId="{88614F89-1001-4DB9-9B01-4C3FD5CBA5F2}" srcOrd="0" destOrd="3" presId="urn:microsoft.com/office/officeart/2005/8/layout/hList1"/>
    <dgm:cxn modelId="{EC25F8EE-457A-4593-9DE8-AA3CDB313D16}" srcId="{5DB5E987-11D3-4EDA-A795-84B76E6E63DF}" destId="{09D17389-CC8C-45AE-BD53-252C3ACDBC53}" srcOrd="1" destOrd="0" parTransId="{3A0CCC57-85D4-4AFB-8237-DE8AF047A069}" sibTransId="{CCCEF208-6EB1-4D15-9341-674D17218487}"/>
    <dgm:cxn modelId="{B8A86582-C383-40F3-BC68-C9783B6434AC}" type="presParOf" srcId="{B9716A8D-9236-4975-82D1-A9F4149E7723}" destId="{DC2F16E9-4782-4D31-97EF-85379C0E225E}" srcOrd="0" destOrd="0" presId="urn:microsoft.com/office/officeart/2005/8/layout/hList1"/>
    <dgm:cxn modelId="{8114C13F-4C62-48F5-81DF-D0D59142A29D}" type="presParOf" srcId="{DC2F16E9-4782-4D31-97EF-85379C0E225E}" destId="{A975C1D4-D8C7-48F3-87CE-1FD0D36C3B6F}" srcOrd="0" destOrd="0" presId="urn:microsoft.com/office/officeart/2005/8/layout/hList1"/>
    <dgm:cxn modelId="{D8C644DC-7F23-4AD1-9B0E-E8C941DBFD60}" type="presParOf" srcId="{DC2F16E9-4782-4D31-97EF-85379C0E225E}" destId="{7FDD77A2-4754-4276-B693-C79169A8FCF5}" srcOrd="1" destOrd="0" presId="urn:microsoft.com/office/officeart/2005/8/layout/hList1"/>
    <dgm:cxn modelId="{AA405D5C-8757-415A-8574-18DB0CE0D423}" type="presParOf" srcId="{B9716A8D-9236-4975-82D1-A9F4149E7723}" destId="{AE8DCFBB-A1E4-4FFB-B8DE-77C83CAC4B24}" srcOrd="1" destOrd="0" presId="urn:microsoft.com/office/officeart/2005/8/layout/hList1"/>
    <dgm:cxn modelId="{A534D403-EA81-46AC-99CE-C4DE2FF0E445}" type="presParOf" srcId="{B9716A8D-9236-4975-82D1-A9F4149E7723}" destId="{76EA731B-DA76-4B55-8832-3D19FDBFD4D9}" srcOrd="2" destOrd="0" presId="urn:microsoft.com/office/officeart/2005/8/layout/hList1"/>
    <dgm:cxn modelId="{BF892A3C-311C-4893-A7C9-48BC1FA4FCE2}" type="presParOf" srcId="{76EA731B-DA76-4B55-8832-3D19FDBFD4D9}" destId="{4E77A25C-8497-4E90-B798-0FB46D1B1D1A}" srcOrd="0" destOrd="0" presId="urn:microsoft.com/office/officeart/2005/8/layout/hList1"/>
    <dgm:cxn modelId="{0EAF7842-7BC1-4700-A7AA-A2A9A162A644}" type="presParOf" srcId="{76EA731B-DA76-4B55-8832-3D19FDBFD4D9}" destId="{88614F89-1001-4DB9-9B01-4C3FD5CBA5F2}" srcOrd="1" destOrd="0" presId="urn:microsoft.com/office/officeart/2005/8/layout/hList1"/>
    <dgm:cxn modelId="{26BCFEC0-18F9-4F7A-B2ED-6B1523A4CD46}" type="presParOf" srcId="{B9716A8D-9236-4975-82D1-A9F4149E7723}" destId="{B1E758C2-B62E-4A5D-B947-BBD812A2EBAD}" srcOrd="3" destOrd="0" presId="urn:microsoft.com/office/officeart/2005/8/layout/hList1"/>
    <dgm:cxn modelId="{483C6221-1FAB-472B-9009-D778073B03A0}" type="presParOf" srcId="{B9716A8D-9236-4975-82D1-A9F4149E7723}" destId="{1085E1CC-AEBA-413B-BC54-D15F84515AE5}" srcOrd="4" destOrd="0" presId="urn:microsoft.com/office/officeart/2005/8/layout/hList1"/>
    <dgm:cxn modelId="{1564682D-4634-4165-94F9-B2D70E977AAD}" type="presParOf" srcId="{1085E1CC-AEBA-413B-BC54-D15F84515AE5}" destId="{EA30F005-91A0-42AD-B769-A8462BAE4D7E}" srcOrd="0" destOrd="0" presId="urn:microsoft.com/office/officeart/2005/8/layout/hList1"/>
    <dgm:cxn modelId="{53EA418C-7137-4F6C-BD2C-FB24B9B592E5}" type="presParOf" srcId="{1085E1CC-AEBA-413B-BC54-D15F84515AE5}" destId="{82E21C75-8A8A-440C-828A-8652C674A5C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F35F49-F534-4A08-B8C3-BF0C1A43CC61}" type="doc">
      <dgm:prSet loTypeId="urn:microsoft.com/office/officeart/2005/8/layout/hList1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DB5E987-11D3-4EDA-A795-84B76E6E63DF}">
      <dgm:prSet/>
      <dgm:spPr/>
      <dgm:t>
        <a:bodyPr/>
        <a:lstStyle/>
        <a:p>
          <a:r>
            <a:rPr lang="en-US" dirty="0"/>
            <a:t>Confidentiality</a:t>
          </a:r>
        </a:p>
      </dgm:t>
    </dgm:pt>
    <dgm:pt modelId="{B9E7783B-4699-4460-A18D-C7D8E63DF145}" type="parTrans" cxnId="{EDA22587-E1A8-4CFF-B3B1-12487C892799}">
      <dgm:prSet/>
      <dgm:spPr/>
      <dgm:t>
        <a:bodyPr/>
        <a:lstStyle/>
        <a:p>
          <a:endParaRPr lang="en-US"/>
        </a:p>
      </dgm:t>
    </dgm:pt>
    <dgm:pt modelId="{9A9766B0-F06E-4FDD-9136-F7C8098A6FC1}" type="sibTrans" cxnId="{EDA22587-E1A8-4CFF-B3B1-12487C892799}">
      <dgm:prSet/>
      <dgm:spPr/>
      <dgm:t>
        <a:bodyPr/>
        <a:lstStyle/>
        <a:p>
          <a:endParaRPr lang="en-US"/>
        </a:p>
      </dgm:t>
    </dgm:pt>
    <dgm:pt modelId="{D7532ED9-A34C-4783-A83D-5DDFC471662D}">
      <dgm:prSet/>
      <dgm:spPr/>
      <dgm:t>
        <a:bodyPr/>
        <a:lstStyle/>
        <a:p>
          <a:r>
            <a:rPr lang="en-US" dirty="0"/>
            <a:t>Where is the printer physically located?</a:t>
          </a:r>
        </a:p>
      </dgm:t>
    </dgm:pt>
    <dgm:pt modelId="{C71358BB-6D30-4646-941E-E388C6776711}" type="parTrans" cxnId="{B52AA20A-A33F-4FCC-980D-3C224D933958}">
      <dgm:prSet/>
      <dgm:spPr/>
      <dgm:t>
        <a:bodyPr/>
        <a:lstStyle/>
        <a:p>
          <a:endParaRPr lang="en-US"/>
        </a:p>
      </dgm:t>
    </dgm:pt>
    <dgm:pt modelId="{A037317B-B0A5-4FC7-BF81-E809E3317F61}" type="sibTrans" cxnId="{B52AA20A-A33F-4FCC-980D-3C224D933958}">
      <dgm:prSet/>
      <dgm:spPr/>
      <dgm:t>
        <a:bodyPr/>
        <a:lstStyle/>
        <a:p>
          <a:endParaRPr lang="en-US"/>
        </a:p>
      </dgm:t>
    </dgm:pt>
    <dgm:pt modelId="{3F0047AE-D45A-4C60-9C69-424C2CC79CEE}">
      <dgm:prSet/>
      <dgm:spPr/>
      <dgm:t>
        <a:bodyPr/>
        <a:lstStyle/>
        <a:p>
          <a:r>
            <a:rPr lang="en-US"/>
            <a:t>Availability</a:t>
          </a:r>
        </a:p>
      </dgm:t>
    </dgm:pt>
    <dgm:pt modelId="{64667277-0821-4975-8200-C6C5CE153A55}" type="parTrans" cxnId="{03F77D35-7C98-4FA3-8839-D56CE1B1E2C1}">
      <dgm:prSet/>
      <dgm:spPr/>
      <dgm:t>
        <a:bodyPr/>
        <a:lstStyle/>
        <a:p>
          <a:endParaRPr lang="en-US"/>
        </a:p>
      </dgm:t>
    </dgm:pt>
    <dgm:pt modelId="{0C808C65-0F64-49AD-BFC1-4A60B665F2A8}" type="sibTrans" cxnId="{03F77D35-7C98-4FA3-8839-D56CE1B1E2C1}">
      <dgm:prSet/>
      <dgm:spPr/>
      <dgm:t>
        <a:bodyPr/>
        <a:lstStyle/>
        <a:p>
          <a:endParaRPr lang="en-US"/>
        </a:p>
      </dgm:t>
    </dgm:pt>
    <dgm:pt modelId="{B5B0C902-BE0C-445C-97FA-E4736FD206AF}">
      <dgm:prSet/>
      <dgm:spPr/>
      <dgm:t>
        <a:bodyPr/>
        <a:lstStyle/>
        <a:p>
          <a:r>
            <a:rPr lang="en-US" dirty="0"/>
            <a:t>Who replaces printer supplies (paper, toner)?</a:t>
          </a:r>
        </a:p>
      </dgm:t>
    </dgm:pt>
    <dgm:pt modelId="{50BED5E2-C230-4E7A-9593-580D02B23DAE}" type="parTrans" cxnId="{937CB585-9517-49BE-AD09-A887B1C0AA83}">
      <dgm:prSet/>
      <dgm:spPr/>
      <dgm:t>
        <a:bodyPr/>
        <a:lstStyle/>
        <a:p>
          <a:endParaRPr lang="en-US"/>
        </a:p>
      </dgm:t>
    </dgm:pt>
    <dgm:pt modelId="{CEECE166-1F19-4CB7-94CC-0711A31E9DB8}" type="sibTrans" cxnId="{937CB585-9517-49BE-AD09-A887B1C0AA83}">
      <dgm:prSet/>
      <dgm:spPr/>
      <dgm:t>
        <a:bodyPr/>
        <a:lstStyle/>
        <a:p>
          <a:endParaRPr lang="en-US"/>
        </a:p>
      </dgm:t>
    </dgm:pt>
    <dgm:pt modelId="{2A49B44B-BAE8-4B26-9847-2A72CE673C14}">
      <dgm:prSet/>
      <dgm:spPr/>
      <dgm:t>
        <a:bodyPr/>
        <a:lstStyle/>
        <a:p>
          <a:r>
            <a:rPr lang="en-US" dirty="0"/>
            <a:t>Integrity</a:t>
          </a:r>
        </a:p>
      </dgm:t>
    </dgm:pt>
    <dgm:pt modelId="{D98468CB-241D-47CE-9797-83D99671A6B8}" type="parTrans" cxnId="{68978A6C-4282-4144-A660-3551F96B7D8E}">
      <dgm:prSet/>
      <dgm:spPr/>
      <dgm:t>
        <a:bodyPr/>
        <a:lstStyle/>
        <a:p>
          <a:endParaRPr lang="en-US"/>
        </a:p>
      </dgm:t>
    </dgm:pt>
    <dgm:pt modelId="{06A0C801-5BB8-4672-8663-42EB0462F36D}" type="sibTrans" cxnId="{68978A6C-4282-4144-A660-3551F96B7D8E}">
      <dgm:prSet/>
      <dgm:spPr/>
      <dgm:t>
        <a:bodyPr/>
        <a:lstStyle/>
        <a:p>
          <a:endParaRPr lang="en-US"/>
        </a:p>
      </dgm:t>
    </dgm:pt>
    <dgm:pt modelId="{F1BD9FEB-BB7C-4D06-8B28-E43B4C7D9D84}">
      <dgm:prSet/>
      <dgm:spPr/>
      <dgm:t>
        <a:bodyPr/>
        <a:lstStyle/>
        <a:p>
          <a:r>
            <a:rPr lang="en-US" dirty="0"/>
            <a:t>Who can use the printer?</a:t>
          </a:r>
        </a:p>
      </dgm:t>
    </dgm:pt>
    <dgm:pt modelId="{176C9350-CF37-41E6-8885-B9FFD1EADEE1}" type="parTrans" cxnId="{BE3EAC6D-E77C-4276-A73B-1D1325B71598}">
      <dgm:prSet/>
      <dgm:spPr/>
      <dgm:t>
        <a:bodyPr/>
        <a:lstStyle/>
        <a:p>
          <a:endParaRPr lang="en-US"/>
        </a:p>
      </dgm:t>
    </dgm:pt>
    <dgm:pt modelId="{C6B79294-B291-429E-8239-F40DCAABF740}" type="sibTrans" cxnId="{BE3EAC6D-E77C-4276-A73B-1D1325B71598}">
      <dgm:prSet/>
      <dgm:spPr/>
      <dgm:t>
        <a:bodyPr/>
        <a:lstStyle/>
        <a:p>
          <a:endParaRPr lang="en-US"/>
        </a:p>
      </dgm:t>
    </dgm:pt>
    <dgm:pt modelId="{10782AD9-ABDD-4CD3-99BC-EC774BE85D8F}">
      <dgm:prSet/>
      <dgm:spPr/>
      <dgm:t>
        <a:bodyPr/>
        <a:lstStyle/>
        <a:p>
          <a:r>
            <a:rPr lang="en-US" dirty="0"/>
            <a:t>Who bears the cost of printing?</a:t>
          </a:r>
        </a:p>
      </dgm:t>
    </dgm:pt>
    <dgm:pt modelId="{702F24E7-B17B-4780-A975-0E3BFCAECD86}" type="parTrans" cxnId="{145F753B-1404-4677-BF8C-362E1494DE32}">
      <dgm:prSet/>
      <dgm:spPr/>
    </dgm:pt>
    <dgm:pt modelId="{DC872A21-0303-4195-8227-5754AD6D46ED}" type="sibTrans" cxnId="{145F753B-1404-4677-BF8C-362E1494DE32}">
      <dgm:prSet/>
      <dgm:spPr/>
    </dgm:pt>
    <dgm:pt modelId="{B9716A8D-9236-4975-82D1-A9F4149E7723}" type="pres">
      <dgm:prSet presAssocID="{0EF35F49-F534-4A08-B8C3-BF0C1A43CC61}" presName="Name0" presStyleCnt="0">
        <dgm:presLayoutVars>
          <dgm:dir/>
          <dgm:animLvl val="lvl"/>
          <dgm:resizeHandles val="exact"/>
        </dgm:presLayoutVars>
      </dgm:prSet>
      <dgm:spPr/>
    </dgm:pt>
    <dgm:pt modelId="{DC2F16E9-4782-4D31-97EF-85379C0E225E}" type="pres">
      <dgm:prSet presAssocID="{5DB5E987-11D3-4EDA-A795-84B76E6E63DF}" presName="composite" presStyleCnt="0"/>
      <dgm:spPr/>
    </dgm:pt>
    <dgm:pt modelId="{A975C1D4-D8C7-48F3-87CE-1FD0D36C3B6F}" type="pres">
      <dgm:prSet presAssocID="{5DB5E987-11D3-4EDA-A795-84B76E6E63D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7FDD77A2-4754-4276-B693-C79169A8FCF5}" type="pres">
      <dgm:prSet presAssocID="{5DB5E987-11D3-4EDA-A795-84B76E6E63DF}" presName="desTx" presStyleLbl="alignAccFollowNode1" presStyleIdx="0" presStyleCnt="3">
        <dgm:presLayoutVars>
          <dgm:bulletEnabled val="1"/>
        </dgm:presLayoutVars>
      </dgm:prSet>
      <dgm:spPr/>
    </dgm:pt>
    <dgm:pt modelId="{AE8DCFBB-A1E4-4FFB-B8DE-77C83CAC4B24}" type="pres">
      <dgm:prSet presAssocID="{9A9766B0-F06E-4FDD-9136-F7C8098A6FC1}" presName="space" presStyleCnt="0"/>
      <dgm:spPr/>
    </dgm:pt>
    <dgm:pt modelId="{76EA731B-DA76-4B55-8832-3D19FDBFD4D9}" type="pres">
      <dgm:prSet presAssocID="{3F0047AE-D45A-4C60-9C69-424C2CC79CEE}" presName="composite" presStyleCnt="0"/>
      <dgm:spPr/>
    </dgm:pt>
    <dgm:pt modelId="{4E77A25C-8497-4E90-B798-0FB46D1B1D1A}" type="pres">
      <dgm:prSet presAssocID="{3F0047AE-D45A-4C60-9C69-424C2CC79CE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88614F89-1001-4DB9-9B01-4C3FD5CBA5F2}" type="pres">
      <dgm:prSet presAssocID="{3F0047AE-D45A-4C60-9C69-424C2CC79CEE}" presName="desTx" presStyleLbl="alignAccFollowNode1" presStyleIdx="1" presStyleCnt="3">
        <dgm:presLayoutVars>
          <dgm:bulletEnabled val="1"/>
        </dgm:presLayoutVars>
      </dgm:prSet>
      <dgm:spPr/>
    </dgm:pt>
    <dgm:pt modelId="{B1E758C2-B62E-4A5D-B947-BBD812A2EBAD}" type="pres">
      <dgm:prSet presAssocID="{0C808C65-0F64-49AD-BFC1-4A60B665F2A8}" presName="space" presStyleCnt="0"/>
      <dgm:spPr/>
    </dgm:pt>
    <dgm:pt modelId="{1085E1CC-AEBA-413B-BC54-D15F84515AE5}" type="pres">
      <dgm:prSet presAssocID="{2A49B44B-BAE8-4B26-9847-2A72CE673C14}" presName="composite" presStyleCnt="0"/>
      <dgm:spPr/>
    </dgm:pt>
    <dgm:pt modelId="{EA30F005-91A0-42AD-B769-A8462BAE4D7E}" type="pres">
      <dgm:prSet presAssocID="{2A49B44B-BAE8-4B26-9847-2A72CE673C1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82E21C75-8A8A-440C-828A-8652C674A5C3}" type="pres">
      <dgm:prSet presAssocID="{2A49B44B-BAE8-4B26-9847-2A72CE673C1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52AA20A-A33F-4FCC-980D-3C224D933958}" srcId="{5DB5E987-11D3-4EDA-A795-84B76E6E63DF}" destId="{D7532ED9-A34C-4783-A83D-5DDFC471662D}" srcOrd="0" destOrd="0" parTransId="{C71358BB-6D30-4646-941E-E388C6776711}" sibTransId="{A037317B-B0A5-4FC7-BF81-E809E3317F61}"/>
    <dgm:cxn modelId="{6799E016-DB1C-4BF1-8C87-5FB4D4B3FCD7}" type="presOf" srcId="{0EF35F49-F534-4A08-B8C3-BF0C1A43CC61}" destId="{B9716A8D-9236-4975-82D1-A9F4149E7723}" srcOrd="0" destOrd="0" presId="urn:microsoft.com/office/officeart/2005/8/layout/hList1"/>
    <dgm:cxn modelId="{3BAB261E-27A1-4814-9D4C-EE86429A5D77}" type="presOf" srcId="{3F0047AE-D45A-4C60-9C69-424C2CC79CEE}" destId="{4E77A25C-8497-4E90-B798-0FB46D1B1D1A}" srcOrd="0" destOrd="0" presId="urn:microsoft.com/office/officeart/2005/8/layout/hList1"/>
    <dgm:cxn modelId="{BAD32B22-9CFB-4560-957C-32A109808ECE}" type="presOf" srcId="{5DB5E987-11D3-4EDA-A795-84B76E6E63DF}" destId="{A975C1D4-D8C7-48F3-87CE-1FD0D36C3B6F}" srcOrd="0" destOrd="0" presId="urn:microsoft.com/office/officeart/2005/8/layout/hList1"/>
    <dgm:cxn modelId="{03F77D35-7C98-4FA3-8839-D56CE1B1E2C1}" srcId="{0EF35F49-F534-4A08-B8C3-BF0C1A43CC61}" destId="{3F0047AE-D45A-4C60-9C69-424C2CC79CEE}" srcOrd="1" destOrd="0" parTransId="{64667277-0821-4975-8200-C6C5CE153A55}" sibTransId="{0C808C65-0F64-49AD-BFC1-4A60B665F2A8}"/>
    <dgm:cxn modelId="{145F753B-1404-4677-BF8C-362E1494DE32}" srcId="{2A49B44B-BAE8-4B26-9847-2A72CE673C14}" destId="{10782AD9-ABDD-4CD3-99BC-EC774BE85D8F}" srcOrd="1" destOrd="0" parTransId="{702F24E7-B17B-4780-A975-0E3BFCAECD86}" sibTransId="{DC872A21-0303-4195-8227-5754AD6D46ED}"/>
    <dgm:cxn modelId="{68978A6C-4282-4144-A660-3551F96B7D8E}" srcId="{0EF35F49-F534-4A08-B8C3-BF0C1A43CC61}" destId="{2A49B44B-BAE8-4B26-9847-2A72CE673C14}" srcOrd="2" destOrd="0" parTransId="{D98468CB-241D-47CE-9797-83D99671A6B8}" sibTransId="{06A0C801-5BB8-4672-8663-42EB0462F36D}"/>
    <dgm:cxn modelId="{BE3EAC6D-E77C-4276-A73B-1D1325B71598}" srcId="{2A49B44B-BAE8-4B26-9847-2A72CE673C14}" destId="{F1BD9FEB-BB7C-4D06-8B28-E43B4C7D9D84}" srcOrd="0" destOrd="0" parTransId="{176C9350-CF37-41E6-8885-B9FFD1EADEE1}" sibTransId="{C6B79294-B291-429E-8239-F40DCAABF740}"/>
    <dgm:cxn modelId="{937CB585-9517-49BE-AD09-A887B1C0AA83}" srcId="{3F0047AE-D45A-4C60-9C69-424C2CC79CEE}" destId="{B5B0C902-BE0C-445C-97FA-E4736FD206AF}" srcOrd="0" destOrd="0" parTransId="{50BED5E2-C230-4E7A-9593-580D02B23DAE}" sibTransId="{CEECE166-1F19-4CB7-94CC-0711A31E9DB8}"/>
    <dgm:cxn modelId="{EDA22587-E1A8-4CFF-B3B1-12487C892799}" srcId="{0EF35F49-F534-4A08-B8C3-BF0C1A43CC61}" destId="{5DB5E987-11D3-4EDA-A795-84B76E6E63DF}" srcOrd="0" destOrd="0" parTransId="{B9E7783B-4699-4460-A18D-C7D8E63DF145}" sibTransId="{9A9766B0-F06E-4FDD-9136-F7C8098A6FC1}"/>
    <dgm:cxn modelId="{56A77D8C-2824-49B5-8AD7-1C87F54C5216}" type="presOf" srcId="{B5B0C902-BE0C-445C-97FA-E4736FD206AF}" destId="{88614F89-1001-4DB9-9B01-4C3FD5CBA5F2}" srcOrd="0" destOrd="0" presId="urn:microsoft.com/office/officeart/2005/8/layout/hList1"/>
    <dgm:cxn modelId="{848D0FA2-73C9-42EA-93F0-839232AD7D6C}" type="presOf" srcId="{2A49B44B-BAE8-4B26-9847-2A72CE673C14}" destId="{EA30F005-91A0-42AD-B769-A8462BAE4D7E}" srcOrd="0" destOrd="0" presId="urn:microsoft.com/office/officeart/2005/8/layout/hList1"/>
    <dgm:cxn modelId="{C6A54DA5-525A-449B-9E42-7B9A2875E79A}" type="presOf" srcId="{D7532ED9-A34C-4783-A83D-5DDFC471662D}" destId="{7FDD77A2-4754-4276-B693-C79169A8FCF5}" srcOrd="0" destOrd="0" presId="urn:microsoft.com/office/officeart/2005/8/layout/hList1"/>
    <dgm:cxn modelId="{2578B5B0-3953-4FB4-8793-BE887F4F3EFB}" type="presOf" srcId="{F1BD9FEB-BB7C-4D06-8B28-E43B4C7D9D84}" destId="{82E21C75-8A8A-440C-828A-8652C674A5C3}" srcOrd="0" destOrd="0" presId="urn:microsoft.com/office/officeart/2005/8/layout/hList1"/>
    <dgm:cxn modelId="{892CC7E6-3881-4337-80DB-936059E86D7E}" type="presOf" srcId="{10782AD9-ABDD-4CD3-99BC-EC774BE85D8F}" destId="{82E21C75-8A8A-440C-828A-8652C674A5C3}" srcOrd="0" destOrd="1" presId="urn:microsoft.com/office/officeart/2005/8/layout/hList1"/>
    <dgm:cxn modelId="{B8A86582-C383-40F3-BC68-C9783B6434AC}" type="presParOf" srcId="{B9716A8D-9236-4975-82D1-A9F4149E7723}" destId="{DC2F16E9-4782-4D31-97EF-85379C0E225E}" srcOrd="0" destOrd="0" presId="urn:microsoft.com/office/officeart/2005/8/layout/hList1"/>
    <dgm:cxn modelId="{8114C13F-4C62-48F5-81DF-D0D59142A29D}" type="presParOf" srcId="{DC2F16E9-4782-4D31-97EF-85379C0E225E}" destId="{A975C1D4-D8C7-48F3-87CE-1FD0D36C3B6F}" srcOrd="0" destOrd="0" presId="urn:microsoft.com/office/officeart/2005/8/layout/hList1"/>
    <dgm:cxn modelId="{D8C644DC-7F23-4AD1-9B0E-E8C941DBFD60}" type="presParOf" srcId="{DC2F16E9-4782-4D31-97EF-85379C0E225E}" destId="{7FDD77A2-4754-4276-B693-C79169A8FCF5}" srcOrd="1" destOrd="0" presId="urn:microsoft.com/office/officeart/2005/8/layout/hList1"/>
    <dgm:cxn modelId="{AA405D5C-8757-415A-8574-18DB0CE0D423}" type="presParOf" srcId="{B9716A8D-9236-4975-82D1-A9F4149E7723}" destId="{AE8DCFBB-A1E4-4FFB-B8DE-77C83CAC4B24}" srcOrd="1" destOrd="0" presId="urn:microsoft.com/office/officeart/2005/8/layout/hList1"/>
    <dgm:cxn modelId="{A534D403-EA81-46AC-99CE-C4DE2FF0E445}" type="presParOf" srcId="{B9716A8D-9236-4975-82D1-A9F4149E7723}" destId="{76EA731B-DA76-4B55-8832-3D19FDBFD4D9}" srcOrd="2" destOrd="0" presId="urn:microsoft.com/office/officeart/2005/8/layout/hList1"/>
    <dgm:cxn modelId="{BF892A3C-311C-4893-A7C9-48BC1FA4FCE2}" type="presParOf" srcId="{76EA731B-DA76-4B55-8832-3D19FDBFD4D9}" destId="{4E77A25C-8497-4E90-B798-0FB46D1B1D1A}" srcOrd="0" destOrd="0" presId="urn:microsoft.com/office/officeart/2005/8/layout/hList1"/>
    <dgm:cxn modelId="{0EAF7842-7BC1-4700-A7AA-A2A9A162A644}" type="presParOf" srcId="{76EA731B-DA76-4B55-8832-3D19FDBFD4D9}" destId="{88614F89-1001-4DB9-9B01-4C3FD5CBA5F2}" srcOrd="1" destOrd="0" presId="urn:microsoft.com/office/officeart/2005/8/layout/hList1"/>
    <dgm:cxn modelId="{26BCFEC0-18F9-4F7A-B2ED-6B1523A4CD46}" type="presParOf" srcId="{B9716A8D-9236-4975-82D1-A9F4149E7723}" destId="{B1E758C2-B62E-4A5D-B947-BBD812A2EBAD}" srcOrd="3" destOrd="0" presId="urn:microsoft.com/office/officeart/2005/8/layout/hList1"/>
    <dgm:cxn modelId="{483C6221-1FAB-472B-9009-D778073B03A0}" type="presParOf" srcId="{B9716A8D-9236-4975-82D1-A9F4149E7723}" destId="{1085E1CC-AEBA-413B-BC54-D15F84515AE5}" srcOrd="4" destOrd="0" presId="urn:microsoft.com/office/officeart/2005/8/layout/hList1"/>
    <dgm:cxn modelId="{1564682D-4634-4165-94F9-B2D70E977AAD}" type="presParOf" srcId="{1085E1CC-AEBA-413B-BC54-D15F84515AE5}" destId="{EA30F005-91A0-42AD-B769-A8462BAE4D7E}" srcOrd="0" destOrd="0" presId="urn:microsoft.com/office/officeart/2005/8/layout/hList1"/>
    <dgm:cxn modelId="{53EA418C-7137-4F6C-BD2C-FB24B9B592E5}" type="presParOf" srcId="{1085E1CC-AEBA-413B-BC54-D15F84515AE5}" destId="{82E21C75-8A8A-440C-828A-8652C674A5C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9480C-9332-44FC-BFAC-085C94944991}">
      <dsp:nvSpPr>
        <dsp:cNvPr id="0" name=""/>
        <dsp:cNvSpPr/>
      </dsp:nvSpPr>
      <dsp:spPr>
        <a:xfrm>
          <a:off x="2250914" y="296402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0B2801-CCB6-409D-A55D-1E4FA57AF382}">
      <dsp:nvSpPr>
        <dsp:cNvPr id="0" name=""/>
        <dsp:cNvSpPr/>
      </dsp:nvSpPr>
      <dsp:spPr>
        <a:xfrm>
          <a:off x="271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37809-AA65-4603-8634-68320CE1BCB4}">
      <dsp:nvSpPr>
        <dsp:cNvPr id="0" name=""/>
        <dsp:cNvSpPr/>
      </dsp:nvSpPr>
      <dsp:spPr>
        <a:xfrm>
          <a:off x="154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400" kern="1200"/>
            <a:t>File Sharing</a:t>
          </a:r>
        </a:p>
      </dsp:txBody>
      <dsp:txXfrm>
        <a:off x="1548914" y="3176402"/>
        <a:ext cx="3600000" cy="720000"/>
      </dsp:txXfrm>
    </dsp:sp>
    <dsp:sp modelId="{FAA0F009-6852-4FD2-9BE7-E0C56E21A46F}">
      <dsp:nvSpPr>
        <dsp:cNvPr id="0" name=""/>
        <dsp:cNvSpPr/>
      </dsp:nvSpPr>
      <dsp:spPr>
        <a:xfrm>
          <a:off x="6480914" y="296402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20B992-E449-4F7F-8CA0-1BA228756D10}">
      <dsp:nvSpPr>
        <dsp:cNvPr id="0" name=""/>
        <dsp:cNvSpPr/>
      </dsp:nvSpPr>
      <dsp:spPr>
        <a:xfrm>
          <a:off x="694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F5A3D6-546F-4BF8-A2A1-C5230026E5A4}">
      <dsp:nvSpPr>
        <dsp:cNvPr id="0" name=""/>
        <dsp:cNvSpPr/>
      </dsp:nvSpPr>
      <dsp:spPr>
        <a:xfrm>
          <a:off x="577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400" kern="1200"/>
            <a:t>Printer Sharing</a:t>
          </a:r>
        </a:p>
      </dsp:txBody>
      <dsp:txXfrm>
        <a:off x="5778914" y="3176402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75C1D4-D8C7-48F3-87CE-1FD0D36C3B6F}">
      <dsp:nvSpPr>
        <dsp:cNvPr id="0" name=""/>
        <dsp:cNvSpPr/>
      </dsp:nvSpPr>
      <dsp:spPr>
        <a:xfrm>
          <a:off x="3286" y="68316"/>
          <a:ext cx="3203971" cy="7488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Confidentiality</a:t>
          </a:r>
        </a:p>
      </dsp:txBody>
      <dsp:txXfrm>
        <a:off x="3286" y="68316"/>
        <a:ext cx="3203971" cy="748800"/>
      </dsp:txXfrm>
    </dsp:sp>
    <dsp:sp modelId="{7FDD77A2-4754-4276-B693-C79169A8FCF5}">
      <dsp:nvSpPr>
        <dsp:cNvPr id="0" name=""/>
        <dsp:cNvSpPr/>
      </dsp:nvSpPr>
      <dsp:spPr>
        <a:xfrm>
          <a:off x="3286" y="817116"/>
          <a:ext cx="3203971" cy="34659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Who can access shared files?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What administrative permissions do they have?</a:t>
          </a:r>
        </a:p>
      </dsp:txBody>
      <dsp:txXfrm>
        <a:off x="3286" y="817116"/>
        <a:ext cx="3203971" cy="3465905"/>
      </dsp:txXfrm>
    </dsp:sp>
    <dsp:sp modelId="{4E77A25C-8497-4E90-B798-0FB46D1B1D1A}">
      <dsp:nvSpPr>
        <dsp:cNvPr id="0" name=""/>
        <dsp:cNvSpPr/>
      </dsp:nvSpPr>
      <dsp:spPr>
        <a:xfrm>
          <a:off x="3655814" y="68316"/>
          <a:ext cx="3203971" cy="748800"/>
        </a:xfrm>
        <a:prstGeom prst="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Availability</a:t>
          </a:r>
        </a:p>
      </dsp:txBody>
      <dsp:txXfrm>
        <a:off x="3655814" y="68316"/>
        <a:ext cx="3203971" cy="748800"/>
      </dsp:txXfrm>
    </dsp:sp>
    <dsp:sp modelId="{88614F89-1001-4DB9-9B01-4C3FD5CBA5F2}">
      <dsp:nvSpPr>
        <dsp:cNvPr id="0" name=""/>
        <dsp:cNvSpPr/>
      </dsp:nvSpPr>
      <dsp:spPr>
        <a:xfrm>
          <a:off x="3655814" y="817116"/>
          <a:ext cx="3203971" cy="3465905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RAID redundancy (more about this in the Storage Devices unit)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Power Supply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Redundant Network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Backups</a:t>
          </a:r>
        </a:p>
      </dsp:txBody>
      <dsp:txXfrm>
        <a:off x="3655814" y="817116"/>
        <a:ext cx="3203971" cy="3465905"/>
      </dsp:txXfrm>
    </dsp:sp>
    <dsp:sp modelId="{EA30F005-91A0-42AD-B769-A8462BAE4D7E}">
      <dsp:nvSpPr>
        <dsp:cNvPr id="0" name=""/>
        <dsp:cNvSpPr/>
      </dsp:nvSpPr>
      <dsp:spPr>
        <a:xfrm>
          <a:off x="7308342" y="68316"/>
          <a:ext cx="3203971" cy="748800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Integrity</a:t>
          </a:r>
        </a:p>
      </dsp:txBody>
      <dsp:txXfrm>
        <a:off x="7308342" y="68316"/>
        <a:ext cx="3203971" cy="748800"/>
      </dsp:txXfrm>
    </dsp:sp>
    <dsp:sp modelId="{82E21C75-8A8A-440C-828A-8652C674A5C3}">
      <dsp:nvSpPr>
        <dsp:cNvPr id="0" name=""/>
        <dsp:cNvSpPr/>
      </dsp:nvSpPr>
      <dsp:spPr>
        <a:xfrm>
          <a:off x="7308342" y="817116"/>
          <a:ext cx="3203971" cy="3465905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What access do users have (create, read, write, delete)?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How to detect and correct problems?</a:t>
          </a:r>
        </a:p>
      </dsp:txBody>
      <dsp:txXfrm>
        <a:off x="7308342" y="817116"/>
        <a:ext cx="3203971" cy="34659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75C1D4-D8C7-48F3-87CE-1FD0D36C3B6F}">
      <dsp:nvSpPr>
        <dsp:cNvPr id="0" name=""/>
        <dsp:cNvSpPr/>
      </dsp:nvSpPr>
      <dsp:spPr>
        <a:xfrm>
          <a:off x="3286" y="248875"/>
          <a:ext cx="3203971" cy="9504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Confidentiality</a:t>
          </a:r>
        </a:p>
      </dsp:txBody>
      <dsp:txXfrm>
        <a:off x="3286" y="248875"/>
        <a:ext cx="3203971" cy="950400"/>
      </dsp:txXfrm>
    </dsp:sp>
    <dsp:sp modelId="{7FDD77A2-4754-4276-B693-C79169A8FCF5}">
      <dsp:nvSpPr>
        <dsp:cNvPr id="0" name=""/>
        <dsp:cNvSpPr/>
      </dsp:nvSpPr>
      <dsp:spPr>
        <a:xfrm>
          <a:off x="3286" y="1199275"/>
          <a:ext cx="3203971" cy="290318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 dirty="0"/>
            <a:t>Where is the printer physically located?</a:t>
          </a:r>
        </a:p>
      </dsp:txBody>
      <dsp:txXfrm>
        <a:off x="3286" y="1199275"/>
        <a:ext cx="3203971" cy="2903187"/>
      </dsp:txXfrm>
    </dsp:sp>
    <dsp:sp modelId="{4E77A25C-8497-4E90-B798-0FB46D1B1D1A}">
      <dsp:nvSpPr>
        <dsp:cNvPr id="0" name=""/>
        <dsp:cNvSpPr/>
      </dsp:nvSpPr>
      <dsp:spPr>
        <a:xfrm>
          <a:off x="3655814" y="248875"/>
          <a:ext cx="3203971" cy="950400"/>
        </a:xfrm>
        <a:prstGeom prst="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Availability</a:t>
          </a:r>
        </a:p>
      </dsp:txBody>
      <dsp:txXfrm>
        <a:off x="3655814" y="248875"/>
        <a:ext cx="3203971" cy="950400"/>
      </dsp:txXfrm>
    </dsp:sp>
    <dsp:sp modelId="{88614F89-1001-4DB9-9B01-4C3FD5CBA5F2}">
      <dsp:nvSpPr>
        <dsp:cNvPr id="0" name=""/>
        <dsp:cNvSpPr/>
      </dsp:nvSpPr>
      <dsp:spPr>
        <a:xfrm>
          <a:off x="3655814" y="1199275"/>
          <a:ext cx="3203971" cy="2903187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 dirty="0"/>
            <a:t>Who replaces printer supplies (paper, toner)?</a:t>
          </a:r>
        </a:p>
      </dsp:txBody>
      <dsp:txXfrm>
        <a:off x="3655814" y="1199275"/>
        <a:ext cx="3203971" cy="2903187"/>
      </dsp:txXfrm>
    </dsp:sp>
    <dsp:sp modelId="{EA30F005-91A0-42AD-B769-A8462BAE4D7E}">
      <dsp:nvSpPr>
        <dsp:cNvPr id="0" name=""/>
        <dsp:cNvSpPr/>
      </dsp:nvSpPr>
      <dsp:spPr>
        <a:xfrm>
          <a:off x="7308342" y="248875"/>
          <a:ext cx="3203971" cy="950400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Integrity</a:t>
          </a:r>
        </a:p>
      </dsp:txBody>
      <dsp:txXfrm>
        <a:off x="7308342" y="248875"/>
        <a:ext cx="3203971" cy="950400"/>
      </dsp:txXfrm>
    </dsp:sp>
    <dsp:sp modelId="{82E21C75-8A8A-440C-828A-8652C674A5C3}">
      <dsp:nvSpPr>
        <dsp:cNvPr id="0" name=""/>
        <dsp:cNvSpPr/>
      </dsp:nvSpPr>
      <dsp:spPr>
        <a:xfrm>
          <a:off x="7308342" y="1199275"/>
          <a:ext cx="3203971" cy="2903187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 dirty="0"/>
            <a:t>Who can use the printer?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 dirty="0"/>
            <a:t>Who bears the cost of printing?</a:t>
          </a:r>
        </a:p>
      </dsp:txBody>
      <dsp:txXfrm>
        <a:off x="7308342" y="1199275"/>
        <a:ext cx="3203971" cy="29031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3A703B-D55A-4BFA-9D96-6004F065453C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440BBA-E098-4A16-8BE4-4C3ABFF2B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122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Ethernet and Token Ring were competing for best performance. Ethernet ultimately won with the introduction of 100-Base-T and, especially, switching.</a:t>
            </a:r>
          </a:p>
          <a:p>
            <a:r>
              <a:rPr lang="en-US" dirty="0" err="1"/>
              <a:t>Localtalk</a:t>
            </a:r>
            <a:r>
              <a:rPr lang="en-US" dirty="0"/>
              <a:t> was Apple’s proprietary network and only worked on Macintosh computers. It was abysmally slow at only 256Kbps.</a:t>
            </a:r>
          </a:p>
          <a:p>
            <a:r>
              <a:rPr lang="en-US" dirty="0"/>
              <a:t>IP is routable and forms the basis of the internet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IPX was technically routable, but no-one built routers for IPX and that contributed to its downfall.</a:t>
            </a:r>
          </a:p>
          <a:p>
            <a:r>
              <a:rPr lang="en-US" dirty="0"/>
              <a:t>However, IP requires each device to be configured with an IP address, network address, and subnet mask. SPX, NetBEUI, and </a:t>
            </a:r>
            <a:r>
              <a:rPr lang="en-US" dirty="0" err="1"/>
              <a:t>LocalTalk</a:t>
            </a:r>
            <a:r>
              <a:rPr lang="en-US" dirty="0"/>
              <a:t> self-configure so it took longer for IP to catch on in home and small-business use.</a:t>
            </a:r>
          </a:p>
          <a:p>
            <a:r>
              <a:rPr lang="en-US" dirty="0"/>
              <a:t>Ultimately, the combination of DHCP (for auto configuration) and the pull of the internet caused IP to win.</a:t>
            </a:r>
          </a:p>
          <a:p>
            <a:r>
              <a:rPr lang="en-US" dirty="0"/>
              <a:t>Technically these protocol stacks can co-exist. I had a windows XP machine running IP, IPX, and NetBEUI all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40BBA-E098-4A16-8BE4-4C3ABFF2BF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95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40BBA-E098-4A16-8BE4-4C3ABFF2BFD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14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surprise departure from Apple’s typical walled garden, macOS supports all of the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40BBA-E098-4A16-8BE4-4C3ABFF2BFD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787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all use the web and web protocols.</a:t>
            </a:r>
          </a:p>
          <a:p>
            <a:endParaRPr lang="en-US" dirty="0"/>
          </a:p>
          <a:p>
            <a:r>
              <a:rPr lang="en-US" dirty="0"/>
              <a:t>If someone mentions NAS – that DOES use file sharing protocols. Most NAS boxes support both NFS and SMB.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40BBA-E098-4A16-8BE4-4C3ABFF2BFD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71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40BBA-E098-4A16-8BE4-4C3ABFF2BFD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463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40BBA-E098-4A16-8BE4-4C3ABFF2BFD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95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EDE9C-B51F-95A3-4703-EF38EA552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A9EFB-E3B0-13C8-8E94-C9C699A896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3846E-AFAA-A21C-B845-3439CFEC9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2959-6BBF-4273-B20E-BD0C24AED66F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F8815-6A7D-BA1C-778B-4CD9878BB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B6C83-9812-6D4E-D045-B380650A6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1053-7249-4DB7-AFCA-143782D78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584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4F204-4934-413C-DABE-794B3628D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71409-9ADA-146D-8B72-A3B79A056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5109D-89C5-2CCB-0C07-0553854F4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2959-6BBF-4273-B20E-BD0C24AED66F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F58F6-BED0-8574-4A42-DAF6FD3D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D65D7-231D-6002-EE85-09CC62A0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1053-7249-4DB7-AFCA-143782D78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64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0D932-F7BF-2E93-FE79-8CE51771D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8F692-5620-3173-B4D7-89905CF7E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25E8-DEF1-FF29-53E0-5D3C6FBA5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2959-6BBF-4273-B20E-BD0C24AED66F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15E97-5761-458E-7587-5214A90F2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56A4C-79A8-459D-DF35-88BCB453F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1053-7249-4DB7-AFCA-143782D78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2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1C73B-2843-B0CC-EBAF-BE71D0D96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EAD51-C5A2-CEBC-FEAD-2AA42432E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B7C94-5752-903D-C957-CBACE996C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CA14B-45E6-AEFF-BF3A-816A94D0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2959-6BBF-4273-B20E-BD0C24AED66F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BD3BA-6D49-50AB-04C7-22775691F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DA7C0-2189-C971-BCB9-225B1A1FD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1053-7249-4DB7-AFCA-143782D78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90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C176-F73B-7574-3CF6-BEA3CE6D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6E0D8-AE3B-B7B3-61AF-69E973EF9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CE033-E3C4-042A-E4E2-3BADDBE0E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F68687-4F6E-1C42-56C9-F93FE60008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91712B-BDB9-6AEC-8217-4140279B47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4A7DC3-1968-3942-51E1-7EEE56FF1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2959-6BBF-4273-B20E-BD0C24AED66F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0EEE1-0CA3-F15D-3B71-FDBDAF0B7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BD415A-CA71-6A41-AF90-64515657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1053-7249-4DB7-AFCA-143782D78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00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D47E-123C-A0D9-1CAC-AB58AAD50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E9484D-4E94-F325-4EA7-CC76BFA4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2959-6BBF-4273-B20E-BD0C24AED66F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730BC3-A8CF-7F75-9E3B-D532CE773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78AEE-A57C-E91D-56F9-E7F29A470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1053-7249-4DB7-AFCA-143782D78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10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7A29BF-D298-C99B-EB44-03B92A6AB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2959-6BBF-4273-B20E-BD0C24AED66F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103E1D-42A7-F862-4A44-EC507065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12435-7E5A-9121-CB69-24CC5E0F1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1053-7249-4DB7-AFCA-143782D78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5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C1AE0-FF96-DFF8-CE4D-27453EDB1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D6D7D-1DB1-412B-1C91-DA6C511E5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54755-7B4C-1A96-6A4B-850E26E1E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9BB97-802A-EFB4-D8E5-8B7C6A4EB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2959-6BBF-4273-B20E-BD0C24AED66F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57CFE-9A08-E09A-DE3F-6F4B559C9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11EF1-A1BA-DA9B-B416-5E9D42C28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1053-7249-4DB7-AFCA-143782D78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64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61DCF-7195-B1CD-1248-7AF344F10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98857A-072A-9849-BE73-6C58E7D564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8D6D6F-F291-ADAD-DD65-BCD669126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DAF35-67C5-8C2D-B576-5DE94927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2959-6BBF-4273-B20E-BD0C24AED66F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DBB7E-F274-BAE5-21CA-E698874D3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6EB05-82BB-16F9-9744-A288A8FFF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1053-7249-4DB7-AFCA-143782D78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48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756B-ADC7-4254-EC46-EAD5D7C14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3C6AF-2BF4-EA00-274B-8C29DEA65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446A9-1F32-AC98-A1EE-9AB624B1F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2959-6BBF-4273-B20E-BD0C24AED66F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412FD-9E35-D108-70A1-D647CD181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2766D-A481-E74A-67FF-253EB2767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1053-7249-4DB7-AFCA-143782D78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72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E0ACDD-682C-CBD2-01F1-C52D017176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AF83FC-A6DE-2431-42D9-2B5CB044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C9A5E-3713-D61C-A7E0-F71601701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2959-6BBF-4273-B20E-BD0C24AED66F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75F7F-4DEC-FC30-BE9F-820CCCD8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231DD-A7DA-9C67-385F-1F54F277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31053-7249-4DB7-AFCA-143782D78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99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9D79E-4BB6-5BAE-6CF0-8A10C3AFD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45795-1F1E-4298-3C22-DDA7140AB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0AC66-82E4-F347-645A-FABC7E443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52959-6BBF-4273-B20E-BD0C24AED66F}" type="datetimeFigureOut">
              <a:rPr lang="en-US" smtClean="0"/>
              <a:t>2024-10-01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0F05E-784A-E6BD-1C04-9BB6A2929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94B59-84C3-29CF-9941-872FE6A14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831053-7249-4DB7-AFCA-143782D78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16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4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4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65B4-5E35-80C2-6845-F0F3EF3CDF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Account and Resource Management 1</a:t>
            </a:r>
            <a:br>
              <a:rPr lang="en-US" dirty="0"/>
            </a:br>
            <a:r>
              <a:rPr lang="en-US" dirty="0"/>
              <a:t>File and Printer Sharing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644D1D-F957-B256-724E-8F510D9FE5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IT&amp;C 344 – S04</a:t>
            </a:r>
          </a:p>
        </p:txBody>
      </p:sp>
    </p:spTree>
    <p:extLst>
      <p:ext uri="{BB962C8B-B14F-4D97-AF65-F5344CB8AC3E}">
        <p14:creationId xmlns:p14="http://schemas.microsoft.com/office/powerpoint/2010/main" val="3559750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CCC4BA0-1298-4DBD-86F1-B51D8C9D3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74A52A-092F-29DB-4845-CF3ACB6B4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8" y="502021"/>
            <a:ext cx="5427525" cy="1667997"/>
          </a:xfrm>
        </p:spPr>
        <p:txBody>
          <a:bodyPr anchor="b">
            <a:normAutofit/>
          </a:bodyPr>
          <a:lstStyle/>
          <a:p>
            <a:r>
              <a:rPr lang="en-US" sz="4000"/>
              <a:t>In the days before the internet…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47947-D8C0-BC49-FED5-BAA2AA4CF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5467"/>
            <a:ext cx="5725724" cy="353508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/>
              <a:t>We had local-area networks (LANs)</a:t>
            </a:r>
          </a:p>
          <a:p>
            <a:pPr marL="0" indent="0">
              <a:buNone/>
            </a:pPr>
            <a:r>
              <a:rPr lang="en-US" dirty="0"/>
              <a:t>What was a LAN used for?</a:t>
            </a:r>
          </a:p>
          <a:p>
            <a:endParaRPr lang="en-US" dirty="0"/>
          </a:p>
        </p:txBody>
      </p:sp>
      <p:pic>
        <p:nvPicPr>
          <p:cNvPr id="7" name="Picture 6" descr="A group of dinosaurs in a pond&#10;&#10;Description automatically generated">
            <a:extLst>
              <a:ext uri="{FF2B5EF4-FFF2-40B4-BE49-F238E27FC236}">
                <a16:creationId xmlns:a16="http://schemas.microsoft.com/office/drawing/2014/main" id="{AC80A7AB-745A-481E-905C-03B8E20306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/>
        </p:blipFill>
        <p:spPr>
          <a:xfrm>
            <a:off x="7047513" y="975645"/>
            <a:ext cx="4443447" cy="4443447"/>
          </a:xfrm>
          <a:custGeom>
            <a:avLst/>
            <a:gdLst/>
            <a:ahLst/>
            <a:cxnLst/>
            <a:rect l="l" t="t" r="r" b="b"/>
            <a:pathLst>
              <a:path w="4694238" h="4694238">
                <a:moveTo>
                  <a:pt x="2347119" y="0"/>
                </a:moveTo>
                <a:cubicBezTo>
                  <a:pt x="3643397" y="0"/>
                  <a:pt x="4694238" y="1050841"/>
                  <a:pt x="4694238" y="2347119"/>
                </a:cubicBezTo>
                <a:cubicBezTo>
                  <a:pt x="4694238" y="3643397"/>
                  <a:pt x="3643397" y="4694238"/>
                  <a:pt x="2347119" y="4694238"/>
                </a:cubicBezTo>
                <a:cubicBezTo>
                  <a:pt x="1050841" y="4694238"/>
                  <a:pt x="0" y="3643397"/>
                  <a:pt x="0" y="2347119"/>
                </a:cubicBezTo>
                <a:cubicBezTo>
                  <a:pt x="0" y="1050841"/>
                  <a:pt x="1050841" y="0"/>
                  <a:pt x="2347119" y="0"/>
                </a:cubicBezTo>
                <a:close/>
              </a:path>
            </a:pathLst>
          </a:cu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7DF9F-60FE-36EF-89C4-6E0E8C4AB376}"/>
              </a:ext>
            </a:extLst>
          </p:cNvPr>
          <p:cNvSpPr txBox="1"/>
          <p:nvPr/>
        </p:nvSpPr>
        <p:spPr>
          <a:xfrm>
            <a:off x="9982200" y="5738478"/>
            <a:ext cx="11558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Image: DALL-E</a:t>
            </a:r>
          </a:p>
        </p:txBody>
      </p:sp>
    </p:spTree>
    <p:extLst>
      <p:ext uri="{BB962C8B-B14F-4D97-AF65-F5344CB8AC3E}">
        <p14:creationId xmlns:p14="http://schemas.microsoft.com/office/powerpoint/2010/main" val="235891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2A7F7-BC20-A481-A763-59CAC9DF2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What was a LAN used for?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D6D392-AFA6-27AE-58A8-DB69443744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202316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1774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19F3BE5-90DF-FC2A-C169-773AEEED642B}"/>
              </a:ext>
            </a:extLst>
          </p:cNvPr>
          <p:cNvSpPr txBox="1">
            <a:spLocks/>
          </p:cNvSpPr>
          <p:nvPr/>
        </p:nvSpPr>
        <p:spPr>
          <a:xfrm>
            <a:off x="457200" y="239469"/>
            <a:ext cx="641216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Networking in the ‘90s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086296-E904-D8E4-DB32-A2723AED7773}"/>
              </a:ext>
            </a:extLst>
          </p:cNvPr>
          <p:cNvSpPr/>
          <p:nvPr/>
        </p:nvSpPr>
        <p:spPr>
          <a:xfrm>
            <a:off x="987670" y="1417639"/>
            <a:ext cx="1907930" cy="56356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7. Application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0B22DCD-A6A4-D1FD-9789-876BC092E2C6}"/>
              </a:ext>
            </a:extLst>
          </p:cNvPr>
          <p:cNvSpPr/>
          <p:nvPr/>
        </p:nvSpPr>
        <p:spPr>
          <a:xfrm>
            <a:off x="987670" y="3642520"/>
            <a:ext cx="1907930" cy="5635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4. Transport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FCFDA36-BBA8-34CF-3F69-79F5E7C09DA7}"/>
              </a:ext>
            </a:extLst>
          </p:cNvPr>
          <p:cNvSpPr/>
          <p:nvPr/>
        </p:nvSpPr>
        <p:spPr>
          <a:xfrm>
            <a:off x="987670" y="4384147"/>
            <a:ext cx="1907930" cy="56356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3. Network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438A6D-99D9-CE72-32DB-2E52C7BFE247}"/>
              </a:ext>
            </a:extLst>
          </p:cNvPr>
          <p:cNvSpPr/>
          <p:nvPr/>
        </p:nvSpPr>
        <p:spPr>
          <a:xfrm>
            <a:off x="987670" y="5125774"/>
            <a:ext cx="1907930" cy="56356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2. Data Link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364C7A7-47A2-B746-EEC6-8B8DCC291B12}"/>
              </a:ext>
            </a:extLst>
          </p:cNvPr>
          <p:cNvSpPr/>
          <p:nvPr/>
        </p:nvSpPr>
        <p:spPr>
          <a:xfrm>
            <a:off x="987670" y="5867400"/>
            <a:ext cx="1907930" cy="5635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1. Physical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80A824-D0B6-B499-F04B-961A21C9C96A}"/>
              </a:ext>
            </a:extLst>
          </p:cNvPr>
          <p:cNvSpPr/>
          <p:nvPr/>
        </p:nvSpPr>
        <p:spPr>
          <a:xfrm>
            <a:off x="987670" y="2159266"/>
            <a:ext cx="1907930" cy="56356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6. Presentation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829727-9CAD-A20C-3F15-84FB4578C351}"/>
              </a:ext>
            </a:extLst>
          </p:cNvPr>
          <p:cNvSpPr/>
          <p:nvPr/>
        </p:nvSpPr>
        <p:spPr>
          <a:xfrm>
            <a:off x="987670" y="2900893"/>
            <a:ext cx="1907930" cy="56356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5. Session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049858-72F8-8140-CDA2-8E1A333EF105}"/>
              </a:ext>
            </a:extLst>
          </p:cNvPr>
          <p:cNvSpPr/>
          <p:nvPr/>
        </p:nvSpPr>
        <p:spPr>
          <a:xfrm>
            <a:off x="3393082" y="5125774"/>
            <a:ext cx="1447800" cy="56356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Ethernet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319E19-270D-82A5-BE8D-C8FC6310D328}"/>
              </a:ext>
            </a:extLst>
          </p:cNvPr>
          <p:cNvSpPr/>
          <p:nvPr/>
        </p:nvSpPr>
        <p:spPr>
          <a:xfrm>
            <a:off x="5063304" y="5125774"/>
            <a:ext cx="1447800" cy="56356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Token Ring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BDB675D-173C-510C-0BA5-91729E90AB35}"/>
              </a:ext>
            </a:extLst>
          </p:cNvPr>
          <p:cNvSpPr/>
          <p:nvPr/>
        </p:nvSpPr>
        <p:spPr>
          <a:xfrm>
            <a:off x="6733526" y="5125774"/>
            <a:ext cx="1447800" cy="56356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ArcNet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CBBFA73-86B7-E6C5-099D-327E34BEC4EB}"/>
              </a:ext>
            </a:extLst>
          </p:cNvPr>
          <p:cNvSpPr/>
          <p:nvPr/>
        </p:nvSpPr>
        <p:spPr>
          <a:xfrm>
            <a:off x="3403379" y="4421217"/>
            <a:ext cx="1437503" cy="56356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IP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9F0A7A-718F-EE0D-F91C-A5A5C8C05C38}"/>
              </a:ext>
            </a:extLst>
          </p:cNvPr>
          <p:cNvSpPr/>
          <p:nvPr/>
        </p:nvSpPr>
        <p:spPr>
          <a:xfrm>
            <a:off x="5063304" y="4421217"/>
            <a:ext cx="1437503" cy="56356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IPX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(Novell)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5E1CA86-723B-DE5B-B0EF-941695A78340}"/>
              </a:ext>
            </a:extLst>
          </p:cNvPr>
          <p:cNvSpPr/>
          <p:nvPr/>
        </p:nvSpPr>
        <p:spPr>
          <a:xfrm>
            <a:off x="3409557" y="3642520"/>
            <a:ext cx="1431325" cy="5635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TCP, UDP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152CC3-8DE8-3C78-3305-776343D80B64}"/>
              </a:ext>
            </a:extLst>
          </p:cNvPr>
          <p:cNvSpPr/>
          <p:nvPr/>
        </p:nvSpPr>
        <p:spPr>
          <a:xfrm>
            <a:off x="5063304" y="3642520"/>
            <a:ext cx="1431325" cy="5635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SPX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(Novell)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8BD89E-07B5-C5A0-8276-5E7581D53CAD}"/>
              </a:ext>
            </a:extLst>
          </p:cNvPr>
          <p:cNvSpPr/>
          <p:nvPr/>
        </p:nvSpPr>
        <p:spPr>
          <a:xfrm>
            <a:off x="6741763" y="3642519"/>
            <a:ext cx="1431325" cy="1342259"/>
          </a:xfrm>
          <a:prstGeom prst="roundRect">
            <a:avLst>
              <a:gd name="adj" fmla="val 684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NetBEUI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(Microsoft)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516211E-A045-069C-4C7E-EF794C2A49B5}"/>
              </a:ext>
            </a:extLst>
          </p:cNvPr>
          <p:cNvSpPr/>
          <p:nvPr/>
        </p:nvSpPr>
        <p:spPr>
          <a:xfrm>
            <a:off x="3409557" y="2900893"/>
            <a:ext cx="1431325" cy="56356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2000" dirty="0">
                <a:solidFill>
                  <a:schemeClr val="tx1"/>
                </a:solidFill>
              </a:rPr>
              <a:t>NFS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LPR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0E7EAF1-D86E-2976-0EA3-02793D6DBF8D}"/>
              </a:ext>
            </a:extLst>
          </p:cNvPr>
          <p:cNvSpPr/>
          <p:nvPr/>
        </p:nvSpPr>
        <p:spPr>
          <a:xfrm>
            <a:off x="5063303" y="2900893"/>
            <a:ext cx="1431325" cy="56356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NCP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(Novell)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33256E7-9D3C-1505-BF60-F7EB4A9D2EE7}"/>
              </a:ext>
            </a:extLst>
          </p:cNvPr>
          <p:cNvSpPr/>
          <p:nvPr/>
        </p:nvSpPr>
        <p:spPr>
          <a:xfrm>
            <a:off x="6741763" y="2900893"/>
            <a:ext cx="1431325" cy="56356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SMB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(Microsoft)</a:t>
            </a:r>
          </a:p>
        </p:txBody>
      </p:sp>
      <p:pic>
        <p:nvPicPr>
          <p:cNvPr id="30" name="Graphic 29" descr="Printer with solid fill">
            <a:extLst>
              <a:ext uri="{FF2B5EF4-FFF2-40B4-BE49-F238E27FC236}">
                <a16:creationId xmlns:a16="http://schemas.microsoft.com/office/drawing/2014/main" id="{F4B58FDD-0814-335E-BCE6-10F7E98649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885" y="2981988"/>
            <a:ext cx="381000" cy="381000"/>
          </a:xfrm>
          <a:prstGeom prst="rect">
            <a:avLst/>
          </a:prstGeom>
        </p:spPr>
      </p:pic>
      <p:pic>
        <p:nvPicPr>
          <p:cNvPr id="32" name="Graphic 31" descr="Open folder with solid fill">
            <a:extLst>
              <a:ext uri="{FF2B5EF4-FFF2-40B4-BE49-F238E27FC236}">
                <a16:creationId xmlns:a16="http://schemas.microsoft.com/office/drawing/2014/main" id="{321D7E54-4338-A975-75FB-AE7F2ABE10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5957" y="2988055"/>
            <a:ext cx="381000" cy="381000"/>
          </a:xfrm>
          <a:prstGeom prst="rect">
            <a:avLst/>
          </a:prstGeom>
        </p:spPr>
      </p:pic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E316083-02A0-B279-2E31-97972D704044}"/>
              </a:ext>
            </a:extLst>
          </p:cNvPr>
          <p:cNvSpPr/>
          <p:nvPr/>
        </p:nvSpPr>
        <p:spPr>
          <a:xfrm>
            <a:off x="8420223" y="2900892"/>
            <a:ext cx="1431325" cy="2788443"/>
          </a:xfrm>
          <a:prstGeom prst="roundRect">
            <a:avLst>
              <a:gd name="adj" fmla="val 5235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LocalTalk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(Apple)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C78ACE27-861E-0343-0D47-B8FDC6BE3B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96077" y="3924301"/>
            <a:ext cx="239469" cy="239469"/>
          </a:xfrm>
          <a:prstGeom prst="rect">
            <a:avLst/>
          </a:prstGeom>
        </p:spPr>
      </p:pic>
      <p:pic>
        <p:nvPicPr>
          <p:cNvPr id="34" name="Graphic 33" descr="Printer with solid fill">
            <a:extLst>
              <a:ext uri="{FF2B5EF4-FFF2-40B4-BE49-F238E27FC236}">
                <a16:creationId xmlns:a16="http://schemas.microsoft.com/office/drawing/2014/main" id="{B98AFE6F-DB6A-8CAC-CB47-FAC1AA313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9170" y="2978954"/>
            <a:ext cx="381000" cy="381000"/>
          </a:xfrm>
          <a:prstGeom prst="rect">
            <a:avLst/>
          </a:prstGeom>
        </p:spPr>
      </p:pic>
      <p:pic>
        <p:nvPicPr>
          <p:cNvPr id="35" name="Graphic 34" descr="Open folder with solid fill">
            <a:extLst>
              <a:ext uri="{FF2B5EF4-FFF2-40B4-BE49-F238E27FC236}">
                <a16:creationId xmlns:a16="http://schemas.microsoft.com/office/drawing/2014/main" id="{B5C35C09-72A0-9426-196C-0E60A44560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7242" y="2985021"/>
            <a:ext cx="381000" cy="381000"/>
          </a:xfrm>
          <a:prstGeom prst="rect">
            <a:avLst/>
          </a:prstGeom>
        </p:spPr>
      </p:pic>
      <p:pic>
        <p:nvPicPr>
          <p:cNvPr id="36" name="Graphic 35" descr="Printer with solid fill">
            <a:extLst>
              <a:ext uri="{FF2B5EF4-FFF2-40B4-BE49-F238E27FC236}">
                <a16:creationId xmlns:a16="http://schemas.microsoft.com/office/drawing/2014/main" id="{19D4ED96-EBD9-9C5F-94D4-3ED3CF89F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5255" y="2988055"/>
            <a:ext cx="381000" cy="381000"/>
          </a:xfrm>
          <a:prstGeom prst="rect">
            <a:avLst/>
          </a:prstGeom>
        </p:spPr>
      </p:pic>
      <p:pic>
        <p:nvPicPr>
          <p:cNvPr id="37" name="Graphic 36" descr="Open folder with solid fill">
            <a:extLst>
              <a:ext uri="{FF2B5EF4-FFF2-40B4-BE49-F238E27FC236}">
                <a16:creationId xmlns:a16="http://schemas.microsoft.com/office/drawing/2014/main" id="{2FFA42F1-1C20-B81A-5D2E-D568418033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3327" y="2994122"/>
            <a:ext cx="381000" cy="381000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C406AA9-DFDE-0EAD-CF67-75F6777D6D75}"/>
              </a:ext>
            </a:extLst>
          </p:cNvPr>
          <p:cNvSpPr/>
          <p:nvPr/>
        </p:nvSpPr>
        <p:spPr>
          <a:xfrm>
            <a:off x="5060213" y="5904471"/>
            <a:ext cx="1437503" cy="5635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COAX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BB17798-9628-FFF0-B7CD-DE7789BD99E1}"/>
              </a:ext>
            </a:extLst>
          </p:cNvPr>
          <p:cNvSpPr/>
          <p:nvPr/>
        </p:nvSpPr>
        <p:spPr>
          <a:xfrm>
            <a:off x="3393082" y="5904471"/>
            <a:ext cx="1437503" cy="5635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Fiber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2232DD3-9049-8B21-6B20-4933FE916871}"/>
              </a:ext>
            </a:extLst>
          </p:cNvPr>
          <p:cNvSpPr/>
          <p:nvPr/>
        </p:nvSpPr>
        <p:spPr>
          <a:xfrm>
            <a:off x="8400449" y="5907187"/>
            <a:ext cx="1437503" cy="5635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CAT-3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13A637F-A94F-5761-90D4-87BC60A767BD}"/>
              </a:ext>
            </a:extLst>
          </p:cNvPr>
          <p:cNvSpPr/>
          <p:nvPr/>
        </p:nvSpPr>
        <p:spPr>
          <a:xfrm>
            <a:off x="6727344" y="5904471"/>
            <a:ext cx="1437503" cy="5635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CAT-5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8AB3727-EF59-79B1-EAD7-785CEF0D981A}"/>
              </a:ext>
            </a:extLst>
          </p:cNvPr>
          <p:cNvSpPr/>
          <p:nvPr/>
        </p:nvSpPr>
        <p:spPr>
          <a:xfrm>
            <a:off x="10068697" y="5904471"/>
            <a:ext cx="1437503" cy="5635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Radio</a:t>
            </a:r>
          </a:p>
        </p:txBody>
      </p:sp>
      <p:pic>
        <p:nvPicPr>
          <p:cNvPr id="45" name="Graphic 44" descr="Printer with solid fill">
            <a:extLst>
              <a:ext uri="{FF2B5EF4-FFF2-40B4-BE49-F238E27FC236}">
                <a16:creationId xmlns:a16="http://schemas.microsoft.com/office/drawing/2014/main" id="{2ADD7209-B1AE-C6D5-432F-A3D71EBEF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1727" y="2991422"/>
            <a:ext cx="381000" cy="381000"/>
          </a:xfrm>
          <a:prstGeom prst="rect">
            <a:avLst/>
          </a:prstGeom>
        </p:spPr>
      </p:pic>
      <p:pic>
        <p:nvPicPr>
          <p:cNvPr id="46" name="Graphic 45" descr="Open folder with solid fill">
            <a:extLst>
              <a:ext uri="{FF2B5EF4-FFF2-40B4-BE49-F238E27FC236}">
                <a16:creationId xmlns:a16="http://schemas.microsoft.com/office/drawing/2014/main" id="{9AA428CA-2F9E-BDAF-D5CE-B4BD7358CF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19799" y="2997489"/>
            <a:ext cx="381000" cy="381000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25942BE-A18C-443E-18FE-B2BDEA6C6EDE}"/>
              </a:ext>
            </a:extLst>
          </p:cNvPr>
          <p:cNvSpPr/>
          <p:nvPr/>
        </p:nvSpPr>
        <p:spPr>
          <a:xfrm>
            <a:off x="10077710" y="2906208"/>
            <a:ext cx="1431325" cy="56356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2000" dirty="0">
                <a:solidFill>
                  <a:schemeClr val="tx1"/>
                </a:solidFill>
              </a:rPr>
              <a:t>HTTP, FTP, SSH, etc.</a:t>
            </a:r>
          </a:p>
        </p:txBody>
      </p:sp>
    </p:spTree>
    <p:extLst>
      <p:ext uri="{BB962C8B-B14F-4D97-AF65-F5344CB8AC3E}">
        <p14:creationId xmlns:p14="http://schemas.microsoft.com/office/powerpoint/2010/main" val="3746028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19F3BE5-90DF-FC2A-C169-773AEEED642B}"/>
              </a:ext>
            </a:extLst>
          </p:cNvPr>
          <p:cNvSpPr txBox="1">
            <a:spLocks/>
          </p:cNvSpPr>
          <p:nvPr/>
        </p:nvSpPr>
        <p:spPr>
          <a:xfrm>
            <a:off x="457200" y="239469"/>
            <a:ext cx="84582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Networking in 2005 through Today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086296-E904-D8E4-DB32-A2723AED7773}"/>
              </a:ext>
            </a:extLst>
          </p:cNvPr>
          <p:cNvSpPr/>
          <p:nvPr/>
        </p:nvSpPr>
        <p:spPr>
          <a:xfrm>
            <a:off x="987670" y="1417639"/>
            <a:ext cx="1907930" cy="56356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7. Application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0B22DCD-A6A4-D1FD-9789-876BC092E2C6}"/>
              </a:ext>
            </a:extLst>
          </p:cNvPr>
          <p:cNvSpPr/>
          <p:nvPr/>
        </p:nvSpPr>
        <p:spPr>
          <a:xfrm>
            <a:off x="987670" y="3642520"/>
            <a:ext cx="1907930" cy="5635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4. Transport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FCFDA36-BBA8-34CF-3F69-79F5E7C09DA7}"/>
              </a:ext>
            </a:extLst>
          </p:cNvPr>
          <p:cNvSpPr/>
          <p:nvPr/>
        </p:nvSpPr>
        <p:spPr>
          <a:xfrm>
            <a:off x="987670" y="4384147"/>
            <a:ext cx="1907930" cy="56356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3. Network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438A6D-99D9-CE72-32DB-2E52C7BFE247}"/>
              </a:ext>
            </a:extLst>
          </p:cNvPr>
          <p:cNvSpPr/>
          <p:nvPr/>
        </p:nvSpPr>
        <p:spPr>
          <a:xfrm>
            <a:off x="987670" y="5125774"/>
            <a:ext cx="1907930" cy="56356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2. Data Link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364C7A7-47A2-B746-EEC6-8B8DCC291B12}"/>
              </a:ext>
            </a:extLst>
          </p:cNvPr>
          <p:cNvSpPr/>
          <p:nvPr/>
        </p:nvSpPr>
        <p:spPr>
          <a:xfrm>
            <a:off x="987670" y="5867400"/>
            <a:ext cx="1907930" cy="5635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1. Physical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80A824-D0B6-B499-F04B-961A21C9C96A}"/>
              </a:ext>
            </a:extLst>
          </p:cNvPr>
          <p:cNvSpPr/>
          <p:nvPr/>
        </p:nvSpPr>
        <p:spPr>
          <a:xfrm>
            <a:off x="987670" y="2159266"/>
            <a:ext cx="1907930" cy="56356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6. Presentation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829727-9CAD-A20C-3F15-84FB4578C351}"/>
              </a:ext>
            </a:extLst>
          </p:cNvPr>
          <p:cNvSpPr/>
          <p:nvPr/>
        </p:nvSpPr>
        <p:spPr>
          <a:xfrm>
            <a:off x="987670" y="2900893"/>
            <a:ext cx="1907930" cy="56356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5. Session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049858-72F8-8140-CDA2-8E1A333EF105}"/>
              </a:ext>
            </a:extLst>
          </p:cNvPr>
          <p:cNvSpPr/>
          <p:nvPr/>
        </p:nvSpPr>
        <p:spPr>
          <a:xfrm>
            <a:off x="3393082" y="5125774"/>
            <a:ext cx="1447800" cy="56356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Ethernet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319E19-270D-82A5-BE8D-C8FC6310D328}"/>
              </a:ext>
            </a:extLst>
          </p:cNvPr>
          <p:cNvSpPr/>
          <p:nvPr/>
        </p:nvSpPr>
        <p:spPr>
          <a:xfrm>
            <a:off x="5063304" y="5125774"/>
            <a:ext cx="1447800" cy="56356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Token Ring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BDB675D-173C-510C-0BA5-91729E90AB35}"/>
              </a:ext>
            </a:extLst>
          </p:cNvPr>
          <p:cNvSpPr/>
          <p:nvPr/>
        </p:nvSpPr>
        <p:spPr>
          <a:xfrm>
            <a:off x="6733526" y="5125774"/>
            <a:ext cx="1447800" cy="56356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ArcNet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CBBFA73-86B7-E6C5-099D-327E34BEC4EB}"/>
              </a:ext>
            </a:extLst>
          </p:cNvPr>
          <p:cNvSpPr/>
          <p:nvPr/>
        </p:nvSpPr>
        <p:spPr>
          <a:xfrm>
            <a:off x="3403379" y="4421217"/>
            <a:ext cx="1437503" cy="56356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IP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9F0A7A-718F-EE0D-F91C-A5A5C8C05C38}"/>
              </a:ext>
            </a:extLst>
          </p:cNvPr>
          <p:cNvSpPr/>
          <p:nvPr/>
        </p:nvSpPr>
        <p:spPr>
          <a:xfrm>
            <a:off x="5063304" y="4421217"/>
            <a:ext cx="1437503" cy="56356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IPX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(Novell)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5E1CA86-723B-DE5B-B0EF-941695A78340}"/>
              </a:ext>
            </a:extLst>
          </p:cNvPr>
          <p:cNvSpPr/>
          <p:nvPr/>
        </p:nvSpPr>
        <p:spPr>
          <a:xfrm>
            <a:off x="3409557" y="3642520"/>
            <a:ext cx="1431325" cy="5635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TCP, UDP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152CC3-8DE8-3C78-3305-776343D80B64}"/>
              </a:ext>
            </a:extLst>
          </p:cNvPr>
          <p:cNvSpPr/>
          <p:nvPr/>
        </p:nvSpPr>
        <p:spPr>
          <a:xfrm>
            <a:off x="5063304" y="3642520"/>
            <a:ext cx="1431325" cy="5635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SPX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(Novell)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8BD89E-07B5-C5A0-8276-5E7581D53CAD}"/>
              </a:ext>
            </a:extLst>
          </p:cNvPr>
          <p:cNvSpPr/>
          <p:nvPr/>
        </p:nvSpPr>
        <p:spPr>
          <a:xfrm>
            <a:off x="6741763" y="3642519"/>
            <a:ext cx="1431325" cy="1342259"/>
          </a:xfrm>
          <a:prstGeom prst="roundRect">
            <a:avLst>
              <a:gd name="adj" fmla="val 684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NetBEUI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(Microsoft)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0E7EAF1-D86E-2976-0EA3-02793D6DBF8D}"/>
              </a:ext>
            </a:extLst>
          </p:cNvPr>
          <p:cNvSpPr/>
          <p:nvPr/>
        </p:nvSpPr>
        <p:spPr>
          <a:xfrm>
            <a:off x="5063303" y="2900893"/>
            <a:ext cx="1431325" cy="56356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NCP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(Novell)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33256E7-9D3C-1505-BF60-F7EB4A9D2EE7}"/>
              </a:ext>
            </a:extLst>
          </p:cNvPr>
          <p:cNvSpPr/>
          <p:nvPr/>
        </p:nvSpPr>
        <p:spPr>
          <a:xfrm>
            <a:off x="6741763" y="2900893"/>
            <a:ext cx="1431325" cy="56356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SMB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(Microsoft)</a:t>
            </a:r>
          </a:p>
        </p:txBody>
      </p:sp>
      <p:pic>
        <p:nvPicPr>
          <p:cNvPr id="30" name="Graphic 29" descr="Printer with solid fill">
            <a:extLst>
              <a:ext uri="{FF2B5EF4-FFF2-40B4-BE49-F238E27FC236}">
                <a16:creationId xmlns:a16="http://schemas.microsoft.com/office/drawing/2014/main" id="{F4B58FDD-0814-335E-BCE6-10F7E98649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885" y="2981988"/>
            <a:ext cx="381000" cy="381000"/>
          </a:xfrm>
          <a:prstGeom prst="rect">
            <a:avLst/>
          </a:prstGeom>
        </p:spPr>
      </p:pic>
      <p:pic>
        <p:nvPicPr>
          <p:cNvPr id="32" name="Graphic 31" descr="Open folder with solid fill">
            <a:extLst>
              <a:ext uri="{FF2B5EF4-FFF2-40B4-BE49-F238E27FC236}">
                <a16:creationId xmlns:a16="http://schemas.microsoft.com/office/drawing/2014/main" id="{321D7E54-4338-A975-75FB-AE7F2ABE10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5957" y="2988055"/>
            <a:ext cx="381000" cy="381000"/>
          </a:xfrm>
          <a:prstGeom prst="rect">
            <a:avLst/>
          </a:prstGeom>
        </p:spPr>
      </p:pic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E316083-02A0-B279-2E31-97972D704044}"/>
              </a:ext>
            </a:extLst>
          </p:cNvPr>
          <p:cNvSpPr/>
          <p:nvPr/>
        </p:nvSpPr>
        <p:spPr>
          <a:xfrm>
            <a:off x="8420223" y="2900892"/>
            <a:ext cx="1431325" cy="2788443"/>
          </a:xfrm>
          <a:prstGeom prst="roundRect">
            <a:avLst>
              <a:gd name="adj" fmla="val 5235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LocalTalk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(Apple)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C78ACE27-861E-0343-0D47-B8FDC6BE3B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96077" y="3924301"/>
            <a:ext cx="239469" cy="239469"/>
          </a:xfrm>
          <a:prstGeom prst="rect">
            <a:avLst/>
          </a:prstGeom>
        </p:spPr>
      </p:pic>
      <p:pic>
        <p:nvPicPr>
          <p:cNvPr id="34" name="Graphic 33" descr="Printer with solid fill">
            <a:extLst>
              <a:ext uri="{FF2B5EF4-FFF2-40B4-BE49-F238E27FC236}">
                <a16:creationId xmlns:a16="http://schemas.microsoft.com/office/drawing/2014/main" id="{B98AFE6F-DB6A-8CAC-CB47-FAC1AA313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9170" y="2978954"/>
            <a:ext cx="381000" cy="381000"/>
          </a:xfrm>
          <a:prstGeom prst="rect">
            <a:avLst/>
          </a:prstGeom>
        </p:spPr>
      </p:pic>
      <p:pic>
        <p:nvPicPr>
          <p:cNvPr id="35" name="Graphic 34" descr="Open folder with solid fill">
            <a:extLst>
              <a:ext uri="{FF2B5EF4-FFF2-40B4-BE49-F238E27FC236}">
                <a16:creationId xmlns:a16="http://schemas.microsoft.com/office/drawing/2014/main" id="{B5C35C09-72A0-9426-196C-0E60A44560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7242" y="2985021"/>
            <a:ext cx="381000" cy="381000"/>
          </a:xfrm>
          <a:prstGeom prst="rect">
            <a:avLst/>
          </a:prstGeom>
        </p:spPr>
      </p:pic>
      <p:pic>
        <p:nvPicPr>
          <p:cNvPr id="36" name="Graphic 35" descr="Printer with solid fill">
            <a:extLst>
              <a:ext uri="{FF2B5EF4-FFF2-40B4-BE49-F238E27FC236}">
                <a16:creationId xmlns:a16="http://schemas.microsoft.com/office/drawing/2014/main" id="{19D4ED96-EBD9-9C5F-94D4-3ED3CF89F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5255" y="2988055"/>
            <a:ext cx="381000" cy="381000"/>
          </a:xfrm>
          <a:prstGeom prst="rect">
            <a:avLst/>
          </a:prstGeom>
        </p:spPr>
      </p:pic>
      <p:pic>
        <p:nvPicPr>
          <p:cNvPr id="37" name="Graphic 36" descr="Open folder with solid fill">
            <a:extLst>
              <a:ext uri="{FF2B5EF4-FFF2-40B4-BE49-F238E27FC236}">
                <a16:creationId xmlns:a16="http://schemas.microsoft.com/office/drawing/2014/main" id="{2FFA42F1-1C20-B81A-5D2E-D568418033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3327" y="2994122"/>
            <a:ext cx="381000" cy="381000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C406AA9-DFDE-0EAD-CF67-75F6777D6D75}"/>
              </a:ext>
            </a:extLst>
          </p:cNvPr>
          <p:cNvSpPr/>
          <p:nvPr/>
        </p:nvSpPr>
        <p:spPr>
          <a:xfrm>
            <a:off x="5060213" y="5904471"/>
            <a:ext cx="1437503" cy="5635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COAX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BB17798-9628-FFF0-B7CD-DE7789BD99E1}"/>
              </a:ext>
            </a:extLst>
          </p:cNvPr>
          <p:cNvSpPr/>
          <p:nvPr/>
        </p:nvSpPr>
        <p:spPr>
          <a:xfrm>
            <a:off x="3393082" y="5904471"/>
            <a:ext cx="1437503" cy="5635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Fiber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2232DD3-9049-8B21-6B20-4933FE916871}"/>
              </a:ext>
            </a:extLst>
          </p:cNvPr>
          <p:cNvSpPr/>
          <p:nvPr/>
        </p:nvSpPr>
        <p:spPr>
          <a:xfrm>
            <a:off x="8400449" y="5907187"/>
            <a:ext cx="1437503" cy="5635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CAT-3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13A637F-A94F-5761-90D4-87BC60A767BD}"/>
              </a:ext>
            </a:extLst>
          </p:cNvPr>
          <p:cNvSpPr/>
          <p:nvPr/>
        </p:nvSpPr>
        <p:spPr>
          <a:xfrm>
            <a:off x="6727344" y="5904471"/>
            <a:ext cx="1437503" cy="5635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CAT-5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8AB3727-EF59-79B1-EAD7-785CEF0D981A}"/>
              </a:ext>
            </a:extLst>
          </p:cNvPr>
          <p:cNvSpPr/>
          <p:nvPr/>
        </p:nvSpPr>
        <p:spPr>
          <a:xfrm>
            <a:off x="10068697" y="5904471"/>
            <a:ext cx="1437503" cy="56356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Radio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2414C1-907B-F8FF-9A9A-2970D35F2212}"/>
              </a:ext>
            </a:extLst>
          </p:cNvPr>
          <p:cNvSpPr/>
          <p:nvPr/>
        </p:nvSpPr>
        <p:spPr>
          <a:xfrm>
            <a:off x="4953000" y="2590800"/>
            <a:ext cx="1676400" cy="32004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D0003C-5577-0C9C-70E2-327E985514C1}"/>
              </a:ext>
            </a:extLst>
          </p:cNvPr>
          <p:cNvSpPr/>
          <p:nvPr/>
        </p:nvSpPr>
        <p:spPr>
          <a:xfrm>
            <a:off x="6671460" y="3542516"/>
            <a:ext cx="1564858" cy="226376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C863108-1045-5885-FC66-AF46F8C69E75}"/>
              </a:ext>
            </a:extLst>
          </p:cNvPr>
          <p:cNvSpPr/>
          <p:nvPr/>
        </p:nvSpPr>
        <p:spPr>
          <a:xfrm>
            <a:off x="3409557" y="2900893"/>
            <a:ext cx="1431325" cy="56356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2000" dirty="0">
                <a:solidFill>
                  <a:schemeClr val="tx1"/>
                </a:solidFill>
              </a:rPr>
              <a:t>NFS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IPP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86ECE53-95C2-1B88-7E92-9028DF49324F}"/>
              </a:ext>
            </a:extLst>
          </p:cNvPr>
          <p:cNvSpPr/>
          <p:nvPr/>
        </p:nvSpPr>
        <p:spPr>
          <a:xfrm>
            <a:off x="10077710" y="2906208"/>
            <a:ext cx="1431325" cy="56356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2000" dirty="0">
                <a:solidFill>
                  <a:schemeClr val="tx1"/>
                </a:solidFill>
              </a:rPr>
              <a:t>HTTP, FTP, SSH, etc.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09CB0C-C2C5-F244-EC2D-50F6CADE6A3A}"/>
              </a:ext>
            </a:extLst>
          </p:cNvPr>
          <p:cNvSpPr/>
          <p:nvPr/>
        </p:nvSpPr>
        <p:spPr>
          <a:xfrm>
            <a:off x="8354614" y="2792418"/>
            <a:ext cx="1564858" cy="3760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A13DFD3-FE4C-D3A4-F6BB-1C21BA6BEE4C}"/>
              </a:ext>
            </a:extLst>
          </p:cNvPr>
          <p:cNvSpPr/>
          <p:nvPr/>
        </p:nvSpPr>
        <p:spPr>
          <a:xfrm>
            <a:off x="10063548" y="5125773"/>
            <a:ext cx="1447800" cy="56356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WiFi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22" name="Graphic 21" descr="Printer with solid fill">
            <a:extLst>
              <a:ext uri="{FF2B5EF4-FFF2-40B4-BE49-F238E27FC236}">
                <a16:creationId xmlns:a16="http://schemas.microsoft.com/office/drawing/2014/main" id="{58B1C8D4-E44F-40A2-22DF-CF55D8A649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1727" y="2991422"/>
            <a:ext cx="381000" cy="381000"/>
          </a:xfrm>
          <a:prstGeom prst="rect">
            <a:avLst/>
          </a:prstGeom>
        </p:spPr>
      </p:pic>
      <p:pic>
        <p:nvPicPr>
          <p:cNvPr id="29" name="Graphic 28" descr="Open folder with solid fill">
            <a:extLst>
              <a:ext uri="{FF2B5EF4-FFF2-40B4-BE49-F238E27FC236}">
                <a16:creationId xmlns:a16="http://schemas.microsoft.com/office/drawing/2014/main" id="{BCC63058-D8D6-A8DD-727C-D6B4A9B4DF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19799" y="2997489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951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EC2B3-4D42-3B23-0758-E28D75BCF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Printer and File Sharing Protocols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13EF1-EEF6-F63D-4027-6488F367D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95400"/>
            <a:ext cx="5157787" cy="823912"/>
          </a:xfrm>
        </p:spPr>
        <p:txBody>
          <a:bodyPr/>
          <a:lstStyle/>
          <a:p>
            <a:r>
              <a:rPr lang="en-US" dirty="0"/>
              <a:t>Linux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C6315E-0C51-46F9-5CE0-90E500B3E4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95400"/>
            <a:ext cx="5183188" cy="823912"/>
          </a:xfrm>
        </p:spPr>
        <p:txBody>
          <a:bodyPr/>
          <a:lstStyle/>
          <a:p>
            <a:r>
              <a:rPr lang="en-US" dirty="0"/>
              <a:t>Windows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B15DD8-7629-2F31-54ED-87655B8DDAD4}"/>
              </a:ext>
            </a:extLst>
          </p:cNvPr>
          <p:cNvSpPr/>
          <p:nvPr/>
        </p:nvSpPr>
        <p:spPr>
          <a:xfrm>
            <a:off x="839788" y="2119312"/>
            <a:ext cx="5157787" cy="3684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44AEFB-2E20-036C-9858-F823AA0C869F}"/>
              </a:ext>
            </a:extLst>
          </p:cNvPr>
          <p:cNvSpPr/>
          <p:nvPr/>
        </p:nvSpPr>
        <p:spPr>
          <a:xfrm>
            <a:off x="6184900" y="2117708"/>
            <a:ext cx="5157787" cy="3684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Open folder with solid fill">
            <a:extLst>
              <a:ext uri="{FF2B5EF4-FFF2-40B4-BE49-F238E27FC236}">
                <a16:creationId xmlns:a16="http://schemas.microsoft.com/office/drawing/2014/main" id="{E8642D31-E12B-F95A-DDA9-9B286E027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350642"/>
            <a:ext cx="695001" cy="6950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2C5104-CACF-51E7-007C-DC322145025E}"/>
              </a:ext>
            </a:extLst>
          </p:cNvPr>
          <p:cNvSpPr txBox="1"/>
          <p:nvPr/>
        </p:nvSpPr>
        <p:spPr>
          <a:xfrm>
            <a:off x="1774501" y="2584868"/>
            <a:ext cx="2737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NFS: Network File System</a:t>
            </a:r>
          </a:p>
        </p:txBody>
      </p:sp>
      <p:pic>
        <p:nvPicPr>
          <p:cNvPr id="11" name="Graphic 10" descr="Printer with solid fill">
            <a:extLst>
              <a:ext uri="{FF2B5EF4-FFF2-40B4-BE49-F238E27FC236}">
                <a16:creationId xmlns:a16="http://schemas.microsoft.com/office/drawing/2014/main" id="{A3C7695E-7FA5-2A4B-9FD3-44D1AAEF24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3165086"/>
            <a:ext cx="694944" cy="6949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B4DC99-E5EB-A012-8041-3344C100830C}"/>
              </a:ext>
            </a:extLst>
          </p:cNvPr>
          <p:cNvSpPr txBox="1"/>
          <p:nvPr/>
        </p:nvSpPr>
        <p:spPr>
          <a:xfrm>
            <a:off x="1774501" y="3407608"/>
            <a:ext cx="3095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IPP: Internet Printing Protocol</a:t>
            </a:r>
          </a:p>
        </p:txBody>
      </p:sp>
      <p:pic>
        <p:nvPicPr>
          <p:cNvPr id="14" name="Graphic 13" descr="Open folder with solid fill">
            <a:extLst>
              <a:ext uri="{FF2B5EF4-FFF2-40B4-BE49-F238E27FC236}">
                <a16:creationId xmlns:a16="http://schemas.microsoft.com/office/drawing/2014/main" id="{4EC6F7CA-47F2-0449-CEC0-287A1779A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2967" y="2350642"/>
            <a:ext cx="695001" cy="695001"/>
          </a:xfrm>
          <a:prstGeom prst="rect">
            <a:avLst/>
          </a:prstGeom>
        </p:spPr>
      </p:pic>
      <p:pic>
        <p:nvPicPr>
          <p:cNvPr id="15" name="Graphic 14" descr="Printer with solid fill">
            <a:extLst>
              <a:ext uri="{FF2B5EF4-FFF2-40B4-BE49-F238E27FC236}">
                <a16:creationId xmlns:a16="http://schemas.microsoft.com/office/drawing/2014/main" id="{53782292-125D-A31B-4C93-146882A69A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24731" y="2350670"/>
            <a:ext cx="694944" cy="6949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F18DA26-E0BA-0A99-6941-73F22E8F9956}"/>
              </a:ext>
            </a:extLst>
          </p:cNvPr>
          <p:cNvSpPr txBox="1"/>
          <p:nvPr/>
        </p:nvSpPr>
        <p:spPr>
          <a:xfrm>
            <a:off x="8007000" y="2513476"/>
            <a:ext cx="2918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SMB: Server Message Block</a:t>
            </a:r>
          </a:p>
        </p:txBody>
      </p:sp>
      <p:pic>
        <p:nvPicPr>
          <p:cNvPr id="19" name="Graphic 18" descr="Plugged Unplugged with solid fill">
            <a:extLst>
              <a:ext uri="{FF2B5EF4-FFF2-40B4-BE49-F238E27FC236}">
                <a16:creationId xmlns:a16="http://schemas.microsoft.com/office/drawing/2014/main" id="{EB17998C-8A26-9701-6593-99F56D2989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52600" y="3962400"/>
            <a:ext cx="694944" cy="69494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8186F9D-72E3-F9A5-E85F-9C1C307185E7}"/>
              </a:ext>
            </a:extLst>
          </p:cNvPr>
          <p:cNvSpPr txBox="1"/>
          <p:nvPr/>
        </p:nvSpPr>
        <p:spPr>
          <a:xfrm>
            <a:off x="2477890" y="4084022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Samba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9F19A99-B049-A203-3AF0-C8C4CF6B04B0}"/>
              </a:ext>
            </a:extLst>
          </p:cNvPr>
          <p:cNvCxnSpPr>
            <a:stCxn id="20" idx="3"/>
            <a:endCxn id="14" idx="1"/>
          </p:cNvCxnSpPr>
          <p:nvPr/>
        </p:nvCxnSpPr>
        <p:spPr>
          <a:xfrm flipV="1">
            <a:off x="3366275" y="2698143"/>
            <a:ext cx="3026692" cy="1570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Graphic 24" descr="Plugged Unplugged with solid fill">
            <a:extLst>
              <a:ext uri="{FF2B5EF4-FFF2-40B4-BE49-F238E27FC236}">
                <a16:creationId xmlns:a16="http://schemas.microsoft.com/office/drawing/2014/main" id="{02AEB5AF-189B-616A-485F-68F5B7F955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92659" y="3188206"/>
            <a:ext cx="694944" cy="69494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E2FB7BF-6117-EA42-6BB9-21D77D49BCE0}"/>
              </a:ext>
            </a:extLst>
          </p:cNvPr>
          <p:cNvSpPr txBox="1"/>
          <p:nvPr/>
        </p:nvSpPr>
        <p:spPr>
          <a:xfrm>
            <a:off x="7817949" y="3309828"/>
            <a:ext cx="331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 for NFS (optional feature)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7F6EC92-E5FE-2939-4010-CB63F481F7BD}"/>
              </a:ext>
            </a:extLst>
          </p:cNvPr>
          <p:cNvCxnSpPr>
            <a:endCxn id="10" idx="3"/>
          </p:cNvCxnSpPr>
          <p:nvPr/>
        </p:nvCxnSpPr>
        <p:spPr>
          <a:xfrm flipH="1" flipV="1">
            <a:off x="4511789" y="2769534"/>
            <a:ext cx="2576179" cy="766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Graphic 39" descr="Printer with solid fill">
            <a:extLst>
              <a:ext uri="{FF2B5EF4-FFF2-40B4-BE49-F238E27FC236}">
                <a16:creationId xmlns:a16="http://schemas.microsoft.com/office/drawing/2014/main" id="{80E5904D-7C03-8235-F049-09CF01E5AA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1667" y="4695318"/>
            <a:ext cx="694944" cy="69494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1CBD4A2-899A-06EF-D636-952920EDBD36}"/>
              </a:ext>
            </a:extLst>
          </p:cNvPr>
          <p:cNvSpPr txBox="1"/>
          <p:nvPr/>
        </p:nvSpPr>
        <p:spPr>
          <a:xfrm>
            <a:off x="1779368" y="4937840"/>
            <a:ext cx="394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LPR/LPD: Line Printer Remote (legacy)</a:t>
            </a:r>
          </a:p>
        </p:txBody>
      </p:sp>
      <p:pic>
        <p:nvPicPr>
          <p:cNvPr id="42" name="Graphic 41" descr="Plugged Unplugged with solid fill">
            <a:extLst>
              <a:ext uri="{FF2B5EF4-FFF2-40B4-BE49-F238E27FC236}">
                <a16:creationId xmlns:a16="http://schemas.microsoft.com/office/drawing/2014/main" id="{FC3BFFC4-E67A-3CC1-07FE-A67DF4C020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92659" y="3995534"/>
            <a:ext cx="694944" cy="69494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30C5898-27D3-D6F3-0DB3-1458339AD0FF}"/>
              </a:ext>
            </a:extLst>
          </p:cNvPr>
          <p:cNvSpPr txBox="1"/>
          <p:nvPr/>
        </p:nvSpPr>
        <p:spPr>
          <a:xfrm>
            <a:off x="7817949" y="4117156"/>
            <a:ext cx="313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IPP Client (since Windows 10)</a:t>
            </a:r>
          </a:p>
        </p:txBody>
      </p:sp>
      <p:pic>
        <p:nvPicPr>
          <p:cNvPr id="46" name="Graphic 45" descr="Plugged Unplugged with solid fill">
            <a:extLst>
              <a:ext uri="{FF2B5EF4-FFF2-40B4-BE49-F238E27FC236}">
                <a16:creationId xmlns:a16="http://schemas.microsoft.com/office/drawing/2014/main" id="{08AB18EC-D5B5-F941-E2AB-D61257CEDE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92659" y="4920848"/>
            <a:ext cx="694944" cy="69494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99B84BD-6836-1B45-117D-90800C4880C3}"/>
              </a:ext>
            </a:extLst>
          </p:cNvPr>
          <p:cNvSpPr txBox="1"/>
          <p:nvPr/>
        </p:nvSpPr>
        <p:spPr>
          <a:xfrm>
            <a:off x="7817949" y="5042470"/>
            <a:ext cx="3595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LPR Port Monitor (optional feature)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7FEB0A2-05BC-7893-5F92-815549FC0B1C}"/>
              </a:ext>
            </a:extLst>
          </p:cNvPr>
          <p:cNvCxnSpPr>
            <a:endCxn id="41" idx="3"/>
          </p:cNvCxnSpPr>
          <p:nvPr/>
        </p:nvCxnSpPr>
        <p:spPr>
          <a:xfrm flipH="1" flipV="1">
            <a:off x="5725898" y="5122506"/>
            <a:ext cx="1362070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590FF13-3EE2-3EA9-860B-BE38625AF30D}"/>
              </a:ext>
            </a:extLst>
          </p:cNvPr>
          <p:cNvCxnSpPr>
            <a:endCxn id="12" idx="3"/>
          </p:cNvCxnSpPr>
          <p:nvPr/>
        </p:nvCxnSpPr>
        <p:spPr>
          <a:xfrm flipH="1" flipV="1">
            <a:off x="4869900" y="3592274"/>
            <a:ext cx="2151961" cy="7511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617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EC2B3-4D42-3B23-0758-E28D75BCF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macOS?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6C7A01F-037F-B7E3-2F33-BF48F20BB420}"/>
              </a:ext>
            </a:extLst>
          </p:cNvPr>
          <p:cNvGrpSpPr/>
          <p:nvPr/>
        </p:nvGrpSpPr>
        <p:grpSpPr>
          <a:xfrm>
            <a:off x="3432531" y="1587143"/>
            <a:ext cx="5254269" cy="4216757"/>
            <a:chOff x="3432531" y="1587143"/>
            <a:chExt cx="5254269" cy="421675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2B15DD8-7629-2F31-54ED-87655B8DDAD4}"/>
                </a:ext>
              </a:extLst>
            </p:cNvPr>
            <p:cNvSpPr/>
            <p:nvPr/>
          </p:nvSpPr>
          <p:spPr>
            <a:xfrm>
              <a:off x="3529013" y="2119312"/>
              <a:ext cx="5157787" cy="36845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 descr="Open folder with solid fill">
              <a:extLst>
                <a:ext uri="{FF2B5EF4-FFF2-40B4-BE49-F238E27FC236}">
                  <a16:creationId xmlns:a16="http://schemas.microsoft.com/office/drawing/2014/main" id="{E8642D31-E12B-F95A-DDA9-9B286E027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56025" y="2133600"/>
              <a:ext cx="695001" cy="695001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72C5104-CACF-51E7-007C-DC322145025E}"/>
                </a:ext>
              </a:extLst>
            </p:cNvPr>
            <p:cNvSpPr txBox="1"/>
            <p:nvPr/>
          </p:nvSpPr>
          <p:spPr>
            <a:xfrm>
              <a:off x="4463726" y="2367826"/>
              <a:ext cx="2737288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NFS: Network File System</a:t>
              </a:r>
            </a:p>
          </p:txBody>
        </p:sp>
        <p:pic>
          <p:nvPicPr>
            <p:cNvPr id="11" name="Graphic 10" descr="Printer with solid fill">
              <a:extLst>
                <a:ext uri="{FF2B5EF4-FFF2-40B4-BE49-F238E27FC236}">
                  <a16:creationId xmlns:a16="http://schemas.microsoft.com/office/drawing/2014/main" id="{A3C7695E-7FA5-2A4B-9FD3-44D1AAEF2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56025" y="2789701"/>
              <a:ext cx="694944" cy="69494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0B4DC99-E5EB-A012-8041-3344C100830C}"/>
                </a:ext>
              </a:extLst>
            </p:cNvPr>
            <p:cNvSpPr txBox="1"/>
            <p:nvPr/>
          </p:nvSpPr>
          <p:spPr>
            <a:xfrm>
              <a:off x="4463726" y="3032223"/>
              <a:ext cx="3095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IPP: Internet Printing Protocol</a:t>
              </a:r>
            </a:p>
          </p:txBody>
        </p:sp>
        <p:pic>
          <p:nvPicPr>
            <p:cNvPr id="14" name="Graphic 13" descr="Open folder with solid fill">
              <a:extLst>
                <a:ext uri="{FF2B5EF4-FFF2-40B4-BE49-F238E27FC236}">
                  <a16:creationId xmlns:a16="http://schemas.microsoft.com/office/drawing/2014/main" id="{4EC6F7CA-47F2-0449-CEC0-287A1779A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50443" y="3627038"/>
              <a:ext cx="695001" cy="695001"/>
            </a:xfrm>
            <a:prstGeom prst="rect">
              <a:avLst/>
            </a:prstGeom>
          </p:spPr>
        </p:pic>
        <p:pic>
          <p:nvPicPr>
            <p:cNvPr id="15" name="Graphic 14" descr="Printer with solid fill">
              <a:extLst>
                <a:ext uri="{FF2B5EF4-FFF2-40B4-BE49-F238E27FC236}">
                  <a16:creationId xmlns:a16="http://schemas.microsoft.com/office/drawing/2014/main" id="{53782292-125D-A31B-4C93-146882A69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82207" y="3627066"/>
              <a:ext cx="694944" cy="69494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F18DA26-E0BA-0A99-6941-73F22E8F9956}"/>
                </a:ext>
              </a:extLst>
            </p:cNvPr>
            <p:cNvSpPr txBox="1"/>
            <p:nvPr/>
          </p:nvSpPr>
          <p:spPr>
            <a:xfrm>
              <a:off x="5264476" y="3789872"/>
              <a:ext cx="2918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SMB: Server Message Block</a:t>
              </a:r>
            </a:p>
          </p:txBody>
        </p:sp>
        <p:pic>
          <p:nvPicPr>
            <p:cNvPr id="40" name="Graphic 39" descr="Printer with solid fill">
              <a:extLst>
                <a:ext uri="{FF2B5EF4-FFF2-40B4-BE49-F238E27FC236}">
                  <a16:creationId xmlns:a16="http://schemas.microsoft.com/office/drawing/2014/main" id="{80E5904D-7C03-8235-F049-09CF01E5A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60892" y="4486656"/>
              <a:ext cx="694944" cy="694944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1CBD4A2-899A-06EF-D636-952920EDBD36}"/>
                </a:ext>
              </a:extLst>
            </p:cNvPr>
            <p:cNvSpPr txBox="1"/>
            <p:nvPr/>
          </p:nvSpPr>
          <p:spPr>
            <a:xfrm>
              <a:off x="4468593" y="4729178"/>
              <a:ext cx="39465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LPR/LPD: Line Printer Remote (legacy)</a:t>
              </a:r>
            </a:p>
          </p:txBody>
        </p:sp>
        <p:sp>
          <p:nvSpPr>
            <p:cNvPr id="50" name="Text Placeholder 2">
              <a:extLst>
                <a:ext uri="{FF2B5EF4-FFF2-40B4-BE49-F238E27FC236}">
                  <a16:creationId xmlns:a16="http://schemas.microsoft.com/office/drawing/2014/main" id="{E66FD8C1-E6BB-C8A5-D5D4-EE4BBEFB5944}"/>
                </a:ext>
              </a:extLst>
            </p:cNvPr>
            <p:cNvSpPr txBox="1">
              <a:spLocks/>
            </p:cNvSpPr>
            <p:nvPr/>
          </p:nvSpPr>
          <p:spPr>
            <a:xfrm>
              <a:off x="3432531" y="1587143"/>
              <a:ext cx="5157787" cy="51071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macOS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027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2CA1DD-60BA-310A-20AA-F134C7FC3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share and backup files in 2024?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5809A6A-00A3-5B9F-15CC-4DB5507B93EC}"/>
              </a:ext>
            </a:extLst>
          </p:cNvPr>
          <p:cNvSpPr txBox="1">
            <a:spLocks/>
          </p:cNvSpPr>
          <p:nvPr/>
        </p:nvSpPr>
        <p:spPr>
          <a:xfrm>
            <a:off x="3505200" y="1825625"/>
            <a:ext cx="4648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Sync (plus online)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Sync (plus online)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Online (manually drag-drop)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Online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Sync or Online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One at a time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One at a time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One at a time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1601D8-1603-1F95-6152-DC398BBCD5AB}"/>
              </a:ext>
            </a:extLst>
          </p:cNvPr>
          <p:cNvSpPr/>
          <p:nvPr/>
        </p:nvSpPr>
        <p:spPr>
          <a:xfrm>
            <a:off x="8089769" y="3505200"/>
            <a:ext cx="3276600" cy="1295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/>
              <a:t>None of these are real-time file sharing like NFS and SMB support!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2970F81-073B-CA90-C42A-7FBBDA9B1973}"/>
              </a:ext>
            </a:extLst>
          </p:cNvPr>
          <p:cNvSpPr txBox="1">
            <a:spLocks/>
          </p:cNvSpPr>
          <p:nvPr/>
        </p:nvSpPr>
        <p:spPr>
          <a:xfrm>
            <a:off x="914400" y="1825625"/>
            <a:ext cx="2514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iCloud</a:t>
            </a:r>
          </a:p>
          <a:p>
            <a:r>
              <a:rPr lang="en-US" dirty="0"/>
              <a:t>OneDrive</a:t>
            </a:r>
          </a:p>
          <a:p>
            <a:r>
              <a:rPr lang="en-US" dirty="0"/>
              <a:t>Google Drive</a:t>
            </a:r>
          </a:p>
          <a:p>
            <a:r>
              <a:rPr lang="en-US" dirty="0"/>
              <a:t>Box.com</a:t>
            </a:r>
          </a:p>
          <a:p>
            <a:r>
              <a:rPr lang="en-US" dirty="0"/>
              <a:t>Dropbox.com</a:t>
            </a:r>
          </a:p>
          <a:p>
            <a:r>
              <a:rPr lang="en-US" dirty="0"/>
              <a:t>Email</a:t>
            </a:r>
          </a:p>
          <a:p>
            <a:r>
              <a:rPr lang="en-US" dirty="0"/>
              <a:t>Slack</a:t>
            </a:r>
          </a:p>
          <a:p>
            <a:r>
              <a:rPr lang="en-US" dirty="0"/>
              <a:t>Discord</a:t>
            </a:r>
          </a:p>
        </p:txBody>
      </p:sp>
    </p:spTree>
    <p:extLst>
      <p:ext uri="{BB962C8B-B14F-4D97-AF65-F5344CB8AC3E}">
        <p14:creationId xmlns:p14="http://schemas.microsoft.com/office/powerpoint/2010/main" val="218694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16B51-D706-9A2A-25BA-E0358FDB5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762000"/>
          </a:xfrm>
        </p:spPr>
        <p:txBody>
          <a:bodyPr>
            <a:normAutofit/>
          </a:bodyPr>
          <a:lstStyle/>
          <a:p>
            <a:r>
              <a:rPr lang="en-US" dirty="0"/>
              <a:t>How do you print in 2024?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0C2DA9-C0F5-25C0-FA7F-3BEBBAC188C1}"/>
              </a:ext>
            </a:extLst>
          </p:cNvPr>
          <p:cNvSpPr txBox="1"/>
          <p:nvPr/>
        </p:nvSpPr>
        <p:spPr>
          <a:xfrm>
            <a:off x="630810" y="1084082"/>
            <a:ext cx="533400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Printer Discovery Protocols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Bonjour – device discovery for Macs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Available as an add-in for Windows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LLTD –device discovery for Windows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Link Layer Topology Discovery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Operates at Layer 2 – not routable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SNMP – Simple Network Management Protocol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SMB – Server Message Block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Includes device discovery among its capabilities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UPNP – Universal Plug and Play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Supports device discovery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Mostly associated with router discovery and automated port forwarding (which can be a security issue).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Equally effective for discovering printers and not a security issue in that context.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WINS – Windows Internet Name Service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routable protocol for name discovery and name to address translation.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3A55C6-7D6D-6E40-EB25-2690CA806395}"/>
              </a:ext>
            </a:extLst>
          </p:cNvPr>
          <p:cNvSpPr txBox="1"/>
          <p:nvPr/>
        </p:nvSpPr>
        <p:spPr>
          <a:xfrm>
            <a:off x="6264114" y="1066800"/>
            <a:ext cx="558651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Printer Communication Protocols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SMB – Microsoft file and printer sharing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LPR – Line Printer Remote (legacy but still used a lot)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IPP – Internet Printing Protocol (new and growing in use)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RAW – Raw sending directly to the printer</a:t>
            </a:r>
          </a:p>
        </p:txBody>
      </p:sp>
      <p:pic>
        <p:nvPicPr>
          <p:cNvPr id="6" name="Graphic 5" descr="Printer with solid fill">
            <a:extLst>
              <a:ext uri="{FF2B5EF4-FFF2-40B4-BE49-F238E27FC236}">
                <a16:creationId xmlns:a16="http://schemas.microsoft.com/office/drawing/2014/main" id="{82072F6A-F712-C954-0DD4-B02B78D9F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7273" y="3944542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845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889E899-7719-5EE9-46C5-C293CADE366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413" b="1458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57FF78-B539-F580-B443-1D1D194F3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Security Issues – File Sharing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52E2F0-2059-A132-93E2-8DB54AF43C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051354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03516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889E899-7719-5EE9-46C5-C293CADE366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413" b="1458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57FF78-B539-F580-B443-1D1D194F3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Security Issues – Printer Sharing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52E2F0-2059-A132-93E2-8DB54AF43C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215185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83562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834</Words>
  <Application>Microsoft Office PowerPoint</Application>
  <PresentationFormat>Widescreen</PresentationFormat>
  <Paragraphs>155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Account and Resource Management 1 File and Printer Sharing</vt:lpstr>
      <vt:lpstr>In the days before the internet…</vt:lpstr>
      <vt:lpstr>What was a LAN used for?</vt:lpstr>
      <vt:lpstr>PowerPoint Presentation</vt:lpstr>
      <vt:lpstr>PowerPoint Presentation</vt:lpstr>
      <vt:lpstr>Printer and File Sharing Protocols</vt:lpstr>
      <vt:lpstr>What about macOS?</vt:lpstr>
      <vt:lpstr>How do you share and backup files in 2024?</vt:lpstr>
      <vt:lpstr>How do you print in 2024?</vt:lpstr>
      <vt:lpstr>Security Issues – File Sharing</vt:lpstr>
      <vt:lpstr>Security Issues – Printer Sharing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Brandt Redd</dc:creator>
  <cp:lastModifiedBy>Brandt Redd</cp:lastModifiedBy>
  <cp:revision>1</cp:revision>
  <dcterms:created xsi:type="dcterms:W3CDTF">2024-09-18T15:45:19Z</dcterms:created>
  <dcterms:modified xsi:type="dcterms:W3CDTF">2024-10-02T01:04:26Z</dcterms:modified>
</cp:coreProperties>
</file>