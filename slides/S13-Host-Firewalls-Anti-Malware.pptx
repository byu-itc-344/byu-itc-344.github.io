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064CD-0C90-424B-9B08-D3B84E3D4931}" v="31" dt="2024-10-21T20:25:40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>
      <p:cViewPr varScale="1">
        <p:scale>
          <a:sx n="116" d="100"/>
          <a:sy n="116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CA2064CD-0C90-424B-9B08-D3B84E3D4931}"/>
    <pc:docChg chg="undo custSel addSld delSld modSld">
      <pc:chgData name="Brandt Redd" userId="be8ed540b98adac0" providerId="LiveId" clId="{CA2064CD-0C90-424B-9B08-D3B84E3D4931}" dt="2024-10-21T20:25:40.548" v="1593"/>
      <pc:docMkLst>
        <pc:docMk/>
      </pc:docMkLst>
      <pc:sldChg chg="modSp mod">
        <pc:chgData name="Brandt Redd" userId="be8ed540b98adac0" providerId="LiveId" clId="{CA2064CD-0C90-424B-9B08-D3B84E3D4931}" dt="2024-10-19T21:54:12.107" v="49" actId="20577"/>
        <pc:sldMkLst>
          <pc:docMk/>
          <pc:sldMk cId="3256609499" sldId="256"/>
        </pc:sldMkLst>
        <pc:spChg chg="mod">
          <ac:chgData name="Brandt Redd" userId="be8ed540b98adac0" providerId="LiveId" clId="{CA2064CD-0C90-424B-9B08-D3B84E3D4931}" dt="2024-10-19T21:53:56.006" v="30" actId="20577"/>
          <ac:spMkLst>
            <pc:docMk/>
            <pc:sldMk cId="3256609499" sldId="256"/>
            <ac:spMk id="2" creationId="{FEA0BCA5-83D3-4C1C-7070-6DFBBA797D70}"/>
          </ac:spMkLst>
        </pc:spChg>
        <pc:spChg chg="mod">
          <ac:chgData name="Brandt Redd" userId="be8ed540b98adac0" providerId="LiveId" clId="{CA2064CD-0C90-424B-9B08-D3B84E3D4931}" dt="2024-10-19T21:54:12.107" v="49" actId="20577"/>
          <ac:spMkLst>
            <pc:docMk/>
            <pc:sldMk cId="3256609499" sldId="256"/>
            <ac:spMk id="3" creationId="{77DA7EC5-51EC-F869-9FE3-B9576FA7D9CC}"/>
          </ac:spMkLst>
        </pc:spChg>
      </pc:sldChg>
      <pc:sldChg chg="modSp new mod">
        <pc:chgData name="Brandt Redd" userId="be8ed540b98adac0" providerId="LiveId" clId="{CA2064CD-0C90-424B-9B08-D3B84E3D4931}" dt="2024-10-19T22:01:22.786" v="400" actId="20577"/>
        <pc:sldMkLst>
          <pc:docMk/>
          <pc:sldMk cId="2490011672" sldId="257"/>
        </pc:sldMkLst>
        <pc:spChg chg="mod">
          <ac:chgData name="Brandt Redd" userId="be8ed540b98adac0" providerId="LiveId" clId="{CA2064CD-0C90-424B-9B08-D3B84E3D4931}" dt="2024-10-19T21:54:58.004" v="65" actId="20577"/>
          <ac:spMkLst>
            <pc:docMk/>
            <pc:sldMk cId="2490011672" sldId="257"/>
            <ac:spMk id="2" creationId="{5C5153F7-2F7F-AFBC-DD87-E34DD2C21FD6}"/>
          </ac:spMkLst>
        </pc:spChg>
        <pc:spChg chg="mod">
          <ac:chgData name="Brandt Redd" userId="be8ed540b98adac0" providerId="LiveId" clId="{CA2064CD-0C90-424B-9B08-D3B84E3D4931}" dt="2024-10-19T22:01:22.786" v="400" actId="20577"/>
          <ac:spMkLst>
            <pc:docMk/>
            <pc:sldMk cId="2490011672" sldId="257"/>
            <ac:spMk id="3" creationId="{7A15E1C2-2582-C15B-7D2E-B4EE3DA2460D}"/>
          </ac:spMkLst>
        </pc:spChg>
      </pc:sldChg>
      <pc:sldChg chg="addSp modSp new mod">
        <pc:chgData name="Brandt Redd" userId="be8ed540b98adac0" providerId="LiveId" clId="{CA2064CD-0C90-424B-9B08-D3B84E3D4931}" dt="2024-10-21T15:07:50.881" v="792" actId="1076"/>
        <pc:sldMkLst>
          <pc:docMk/>
          <pc:sldMk cId="494467146" sldId="258"/>
        </pc:sldMkLst>
        <pc:spChg chg="mod">
          <ac:chgData name="Brandt Redd" userId="be8ed540b98adac0" providerId="LiveId" clId="{CA2064CD-0C90-424B-9B08-D3B84E3D4931}" dt="2024-10-21T14:08:05.941" v="426" actId="20577"/>
          <ac:spMkLst>
            <pc:docMk/>
            <pc:sldMk cId="494467146" sldId="258"/>
            <ac:spMk id="2" creationId="{F7AE62C6-ED30-E470-6B3E-C6BF3A6E22B0}"/>
          </ac:spMkLst>
        </pc:spChg>
        <pc:spChg chg="mod">
          <ac:chgData name="Brandt Redd" userId="be8ed540b98adac0" providerId="LiveId" clId="{CA2064CD-0C90-424B-9B08-D3B84E3D4931}" dt="2024-10-21T14:52:30.630" v="790" actId="20577"/>
          <ac:spMkLst>
            <pc:docMk/>
            <pc:sldMk cId="494467146" sldId="258"/>
            <ac:spMk id="3" creationId="{C09FCB54-1D16-85DC-6D4F-5E52D038FDEC}"/>
          </ac:spMkLst>
        </pc:spChg>
        <pc:picChg chg="add mod">
          <ac:chgData name="Brandt Redd" userId="be8ed540b98adac0" providerId="LiveId" clId="{CA2064CD-0C90-424B-9B08-D3B84E3D4931}" dt="2024-10-21T15:07:50.881" v="792" actId="1076"/>
          <ac:picMkLst>
            <pc:docMk/>
            <pc:sldMk cId="494467146" sldId="258"/>
            <ac:picMk id="4" creationId="{FAA70F57-C8B6-DEB2-917B-FE126819CE37}"/>
          </ac:picMkLst>
        </pc:picChg>
      </pc:sldChg>
      <pc:sldChg chg="modSp new mod">
        <pc:chgData name="Brandt Redd" userId="be8ed540b98adac0" providerId="LiveId" clId="{CA2064CD-0C90-424B-9B08-D3B84E3D4931}" dt="2024-10-21T15:20:43.929" v="903" actId="20577"/>
        <pc:sldMkLst>
          <pc:docMk/>
          <pc:sldMk cId="302984804" sldId="259"/>
        </pc:sldMkLst>
        <pc:spChg chg="mod">
          <ac:chgData name="Brandt Redd" userId="be8ed540b98adac0" providerId="LiveId" clId="{CA2064CD-0C90-424B-9B08-D3B84E3D4931}" dt="2024-10-21T15:08:33.501" v="812" actId="20577"/>
          <ac:spMkLst>
            <pc:docMk/>
            <pc:sldMk cId="302984804" sldId="259"/>
            <ac:spMk id="2" creationId="{BAEB4DA7-E5A3-E8B2-F937-9CF011B18EFD}"/>
          </ac:spMkLst>
        </pc:spChg>
        <pc:spChg chg="mod">
          <ac:chgData name="Brandt Redd" userId="be8ed540b98adac0" providerId="LiveId" clId="{CA2064CD-0C90-424B-9B08-D3B84E3D4931}" dt="2024-10-21T15:20:43.929" v="903" actId="20577"/>
          <ac:spMkLst>
            <pc:docMk/>
            <pc:sldMk cId="302984804" sldId="259"/>
            <ac:spMk id="3" creationId="{2FD70CCB-29B0-5572-BFF9-557FCB37BCE0}"/>
          </ac:spMkLst>
        </pc:spChg>
      </pc:sldChg>
      <pc:sldChg chg="addSp delSp modSp new mod modClrScheme chgLayout modNotesTx">
        <pc:chgData name="Brandt Redd" userId="be8ed540b98adac0" providerId="LiveId" clId="{CA2064CD-0C90-424B-9B08-D3B84E3D4931}" dt="2024-10-21T20:11:56.877" v="1374" actId="20577"/>
        <pc:sldMkLst>
          <pc:docMk/>
          <pc:sldMk cId="865189142" sldId="260"/>
        </pc:sldMkLst>
        <pc:spChg chg="mod ord">
          <ac:chgData name="Brandt Redd" userId="be8ed540b98adac0" providerId="LiveId" clId="{CA2064CD-0C90-424B-9B08-D3B84E3D4931}" dt="2024-10-21T19:57:06.312" v="977" actId="700"/>
          <ac:spMkLst>
            <pc:docMk/>
            <pc:sldMk cId="865189142" sldId="260"/>
            <ac:spMk id="2" creationId="{C8CE538E-550A-BAB1-3B30-90266766B308}"/>
          </ac:spMkLst>
        </pc:spChg>
        <pc:spChg chg="del mod ord">
          <ac:chgData name="Brandt Redd" userId="be8ed540b98adac0" providerId="LiveId" clId="{CA2064CD-0C90-424B-9B08-D3B84E3D4931}" dt="2024-10-21T19:57:09.136" v="978" actId="478"/>
          <ac:spMkLst>
            <pc:docMk/>
            <pc:sldMk cId="865189142" sldId="260"/>
            <ac:spMk id="3" creationId="{4225DDA1-39A0-5F2E-E6E6-2F8247F2267D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6" creationId="{C55281F7-3FF5-5A97-ADBF-65587099CCB6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7" creationId="{13245EA1-8486-B67C-7749-FAA99F3D1948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9" creationId="{376B2024-9873-EBC4-5E30-8F33FD756DA5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10" creationId="{C9FAD649-4CB8-C93A-C893-40796B9D418E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11" creationId="{9825FE0F-AC4E-F8BB-66FA-B213029852DA}"/>
          </ac:spMkLst>
        </pc:spChg>
        <pc:spChg chg="add mod">
          <ac:chgData name="Brandt Redd" userId="be8ed540b98adac0" providerId="LiveId" clId="{CA2064CD-0C90-424B-9B08-D3B84E3D4931}" dt="2024-10-21T20:10:04.118" v="1158" actId="1076"/>
          <ac:spMkLst>
            <pc:docMk/>
            <pc:sldMk cId="865189142" sldId="260"/>
            <ac:spMk id="12" creationId="{3387DC82-22CD-110B-8946-A3A72B7B9AC0}"/>
          </ac:spMkLst>
        </pc:spChg>
        <pc:spChg chg="add mod">
          <ac:chgData name="Brandt Redd" userId="be8ed540b98adac0" providerId="LiveId" clId="{CA2064CD-0C90-424B-9B08-D3B84E3D4931}" dt="2024-10-21T20:07:41.401" v="1094" actId="1035"/>
          <ac:spMkLst>
            <pc:docMk/>
            <pc:sldMk cId="865189142" sldId="260"/>
            <ac:spMk id="14" creationId="{C3D01618-9BB7-2970-A33B-AC2B50E256D3}"/>
          </ac:spMkLst>
        </pc:spChg>
        <pc:spChg chg="add mod">
          <ac:chgData name="Brandt Redd" userId="be8ed540b98adac0" providerId="LiveId" clId="{CA2064CD-0C90-424B-9B08-D3B84E3D4931}" dt="2024-10-21T20:07:54.105" v="1096" actId="571"/>
          <ac:spMkLst>
            <pc:docMk/>
            <pc:sldMk cId="865189142" sldId="260"/>
            <ac:spMk id="15" creationId="{5172E847-0FDD-B1D1-CCBC-DF20EEF06536}"/>
          </ac:spMkLst>
        </pc:spChg>
        <pc:spChg chg="add mod">
          <ac:chgData name="Brandt Redd" userId="be8ed540b98adac0" providerId="LiveId" clId="{CA2064CD-0C90-424B-9B08-D3B84E3D4931}" dt="2024-10-21T20:10:04.118" v="1158" actId="1076"/>
          <ac:spMkLst>
            <pc:docMk/>
            <pc:sldMk cId="865189142" sldId="260"/>
            <ac:spMk id="16" creationId="{C7EC5993-A4E8-A94F-4356-D737541A0EAF}"/>
          </ac:spMkLst>
        </pc:spChg>
        <pc:spChg chg="add mod">
          <ac:chgData name="Brandt Redd" userId="be8ed540b98adac0" providerId="LiveId" clId="{CA2064CD-0C90-424B-9B08-D3B84E3D4931}" dt="2024-10-21T20:08:26.666" v="1099" actId="571"/>
          <ac:spMkLst>
            <pc:docMk/>
            <pc:sldMk cId="865189142" sldId="260"/>
            <ac:spMk id="17" creationId="{0BD50A71-9778-AE00-4879-65872919ABEA}"/>
          </ac:spMkLst>
        </pc:spChg>
        <pc:spChg chg="add mod">
          <ac:chgData name="Brandt Redd" userId="be8ed540b98adac0" providerId="LiveId" clId="{CA2064CD-0C90-424B-9B08-D3B84E3D4931}" dt="2024-10-21T20:10:04.118" v="1158" actId="1076"/>
          <ac:spMkLst>
            <pc:docMk/>
            <pc:sldMk cId="865189142" sldId="260"/>
            <ac:spMk id="19" creationId="{CBCC92C9-866F-F47D-A1F6-0BB759FAEF8A}"/>
          </ac:spMkLst>
        </pc:spChg>
        <pc:spChg chg="add mod">
          <ac:chgData name="Brandt Redd" userId="be8ed540b98adac0" providerId="LiveId" clId="{CA2064CD-0C90-424B-9B08-D3B84E3D4931}" dt="2024-10-21T20:10:04.118" v="1158" actId="1076"/>
          <ac:spMkLst>
            <pc:docMk/>
            <pc:sldMk cId="865189142" sldId="260"/>
            <ac:spMk id="22" creationId="{BEB6512B-2824-6FA6-FEA2-E96F122067E2}"/>
          </ac:spMkLst>
        </pc:spChg>
        <pc:spChg chg="add mod">
          <ac:chgData name="Brandt Redd" userId="be8ed540b98adac0" providerId="LiveId" clId="{CA2064CD-0C90-424B-9B08-D3B84E3D4931}" dt="2024-10-21T20:11:34.505" v="1333" actId="14100"/>
          <ac:spMkLst>
            <pc:docMk/>
            <pc:sldMk cId="865189142" sldId="260"/>
            <ac:spMk id="23" creationId="{BD5D1DFA-734E-2165-97B3-46FCCD8BA995}"/>
          </ac:spMkLst>
        </pc:spChg>
        <pc:picChg chg="add mod">
          <ac:chgData name="Brandt Redd" userId="be8ed540b98adac0" providerId="LiveId" clId="{CA2064CD-0C90-424B-9B08-D3B84E3D4931}" dt="2024-10-21T20:07:41.401" v="1094" actId="1035"/>
          <ac:picMkLst>
            <pc:docMk/>
            <pc:sldMk cId="865189142" sldId="260"/>
            <ac:picMk id="5" creationId="{630AB0A1-8BDA-CF22-297F-4C6ED8B5CCEF}"/>
          </ac:picMkLst>
        </pc:picChg>
        <pc:picChg chg="add mod">
          <ac:chgData name="Brandt Redd" userId="be8ed540b98adac0" providerId="LiveId" clId="{CA2064CD-0C90-424B-9B08-D3B84E3D4931}" dt="2024-10-21T20:07:41.401" v="1094" actId="1035"/>
          <ac:picMkLst>
            <pc:docMk/>
            <pc:sldMk cId="865189142" sldId="260"/>
            <ac:picMk id="8" creationId="{BD1BDCF2-FA98-503E-6EC7-A4DF5FAB49FA}"/>
          </ac:picMkLst>
        </pc:picChg>
        <pc:picChg chg="add mod">
          <ac:chgData name="Brandt Redd" userId="be8ed540b98adac0" providerId="LiveId" clId="{CA2064CD-0C90-424B-9B08-D3B84E3D4931}" dt="2024-10-21T20:10:04.118" v="1158" actId="1076"/>
          <ac:picMkLst>
            <pc:docMk/>
            <pc:sldMk cId="865189142" sldId="260"/>
            <ac:picMk id="13" creationId="{A1FFCE54-9AB4-5607-855F-49D64D110072}"/>
          </ac:picMkLst>
        </pc:picChg>
        <pc:picChg chg="add mod">
          <ac:chgData name="Brandt Redd" userId="be8ed540b98adac0" providerId="LiveId" clId="{CA2064CD-0C90-424B-9B08-D3B84E3D4931}" dt="2024-10-21T20:08:26.666" v="1099" actId="571"/>
          <ac:picMkLst>
            <pc:docMk/>
            <pc:sldMk cId="865189142" sldId="260"/>
            <ac:picMk id="18" creationId="{EE478F85-9C53-522F-CAD2-EE32FAB78BB8}"/>
          </ac:picMkLst>
        </pc:picChg>
        <pc:picChg chg="add mod">
          <ac:chgData name="Brandt Redd" userId="be8ed540b98adac0" providerId="LiveId" clId="{CA2064CD-0C90-424B-9B08-D3B84E3D4931}" dt="2024-10-21T20:10:04.118" v="1158" actId="1076"/>
          <ac:picMkLst>
            <pc:docMk/>
            <pc:sldMk cId="865189142" sldId="260"/>
            <ac:picMk id="21" creationId="{C9521D33-096E-9AB0-863F-0C6BB402DE97}"/>
          </ac:picMkLst>
        </pc:picChg>
      </pc:sldChg>
      <pc:sldChg chg="addSp delSp modSp new mod modClrScheme chgLayout">
        <pc:chgData name="Brandt Redd" userId="be8ed540b98adac0" providerId="LiveId" clId="{CA2064CD-0C90-424B-9B08-D3B84E3D4931}" dt="2024-10-21T20:22:12.628" v="1518" actId="1076"/>
        <pc:sldMkLst>
          <pc:docMk/>
          <pc:sldMk cId="367964581" sldId="261"/>
        </pc:sldMkLst>
        <pc:spChg chg="mod ord">
          <ac:chgData name="Brandt Redd" userId="be8ed540b98adac0" providerId="LiveId" clId="{CA2064CD-0C90-424B-9B08-D3B84E3D4931}" dt="2024-10-21T20:17:15.870" v="1400" actId="700"/>
          <ac:spMkLst>
            <pc:docMk/>
            <pc:sldMk cId="367964581" sldId="261"/>
            <ac:spMk id="2" creationId="{3236D8AB-9908-F6AA-4CA7-406248E0C0E9}"/>
          </ac:spMkLst>
        </pc:spChg>
        <pc:spChg chg="add del mod ord">
          <ac:chgData name="Brandt Redd" userId="be8ed540b98adac0" providerId="LiveId" clId="{CA2064CD-0C90-424B-9B08-D3B84E3D4931}" dt="2024-10-21T20:17:15.870" v="1400" actId="700"/>
          <ac:spMkLst>
            <pc:docMk/>
            <pc:sldMk cId="367964581" sldId="261"/>
            <ac:spMk id="3" creationId="{6A953C1E-8ACB-C98A-5223-71C37C2BDB76}"/>
          </ac:spMkLst>
        </pc:spChg>
        <pc:spChg chg="add mod">
          <ac:chgData name="Brandt Redd" userId="be8ed540b98adac0" providerId="LiveId" clId="{CA2064CD-0C90-424B-9B08-D3B84E3D4931}" dt="2024-10-21T20:21:17.172" v="1509" actId="403"/>
          <ac:spMkLst>
            <pc:docMk/>
            <pc:sldMk cId="367964581" sldId="261"/>
            <ac:spMk id="13" creationId="{1A093A01-6F37-A5A3-8279-E598A70CAC2F}"/>
          </ac:spMkLst>
        </pc:spChg>
        <pc:spChg chg="add mod">
          <ac:chgData name="Brandt Redd" userId="be8ed540b98adac0" providerId="LiveId" clId="{CA2064CD-0C90-424B-9B08-D3B84E3D4931}" dt="2024-10-21T20:21:55.918" v="1515" actId="208"/>
          <ac:spMkLst>
            <pc:docMk/>
            <pc:sldMk cId="367964581" sldId="261"/>
            <ac:spMk id="14" creationId="{51189227-8E96-BEF4-BE9C-C82DA1494557}"/>
          </ac:spMkLst>
        </pc:spChg>
        <pc:picChg chg="add mod">
          <ac:chgData name="Brandt Redd" userId="be8ed540b98adac0" providerId="LiveId" clId="{CA2064CD-0C90-424B-9B08-D3B84E3D4931}" dt="2024-10-21T20:20:12.507" v="1425" actId="1076"/>
          <ac:picMkLst>
            <pc:docMk/>
            <pc:sldMk cId="367964581" sldId="261"/>
            <ac:picMk id="5" creationId="{17AA9D31-5FFD-1A37-BECB-0D6E3667FB9F}"/>
          </ac:picMkLst>
        </pc:picChg>
        <pc:picChg chg="add mod">
          <ac:chgData name="Brandt Redd" userId="be8ed540b98adac0" providerId="LiveId" clId="{CA2064CD-0C90-424B-9B08-D3B84E3D4931}" dt="2024-10-21T20:18:35.820" v="1409" actId="1076"/>
          <ac:picMkLst>
            <pc:docMk/>
            <pc:sldMk cId="367964581" sldId="261"/>
            <ac:picMk id="7" creationId="{FB916764-5EF7-CC5D-1686-749417DAE473}"/>
          </ac:picMkLst>
        </pc:picChg>
        <pc:picChg chg="add mod">
          <ac:chgData name="Brandt Redd" userId="be8ed540b98adac0" providerId="LiveId" clId="{CA2064CD-0C90-424B-9B08-D3B84E3D4931}" dt="2024-10-21T20:18:38.833" v="1410" actId="571"/>
          <ac:picMkLst>
            <pc:docMk/>
            <pc:sldMk cId="367964581" sldId="261"/>
            <ac:picMk id="8" creationId="{1B844F06-E13A-B275-8B2E-795FCE1BA693}"/>
          </ac:picMkLst>
        </pc:picChg>
        <pc:picChg chg="add mod">
          <ac:chgData name="Brandt Redd" userId="be8ed540b98adac0" providerId="LiveId" clId="{CA2064CD-0C90-424B-9B08-D3B84E3D4931}" dt="2024-10-21T20:18:40.824" v="1411" actId="571"/>
          <ac:picMkLst>
            <pc:docMk/>
            <pc:sldMk cId="367964581" sldId="261"/>
            <ac:picMk id="9" creationId="{84103B70-8BF7-9EAB-10D3-348AF8EF6505}"/>
          </ac:picMkLst>
        </pc:picChg>
        <pc:picChg chg="add mod">
          <ac:chgData name="Brandt Redd" userId="be8ed540b98adac0" providerId="LiveId" clId="{CA2064CD-0C90-424B-9B08-D3B84E3D4931}" dt="2024-10-21T20:18:43.249" v="1412" actId="571"/>
          <ac:picMkLst>
            <pc:docMk/>
            <pc:sldMk cId="367964581" sldId="261"/>
            <ac:picMk id="10" creationId="{6BA49979-643B-07A9-BF55-C2BA7BB7D034}"/>
          </ac:picMkLst>
        </pc:picChg>
        <pc:picChg chg="add mod ord">
          <ac:chgData name="Brandt Redd" userId="be8ed540b98adac0" providerId="LiveId" clId="{CA2064CD-0C90-424B-9B08-D3B84E3D4931}" dt="2024-10-21T20:22:12.628" v="1518" actId="1076"/>
          <ac:picMkLst>
            <pc:docMk/>
            <pc:sldMk cId="367964581" sldId="261"/>
            <ac:picMk id="11" creationId="{8BC68DA4-8129-9143-67A5-F00FA28F4FA6}"/>
          </ac:picMkLst>
        </pc:picChg>
        <pc:picChg chg="add mod">
          <ac:chgData name="Brandt Redd" userId="be8ed540b98adac0" providerId="LiveId" clId="{CA2064CD-0C90-424B-9B08-D3B84E3D4931}" dt="2024-10-21T20:19:37.678" v="1422" actId="1076"/>
          <ac:picMkLst>
            <pc:docMk/>
            <pc:sldMk cId="367964581" sldId="261"/>
            <ac:picMk id="12" creationId="{3881E0FC-F27C-4BF3-60CB-EDBB10146B33}"/>
          </ac:picMkLst>
        </pc:picChg>
      </pc:sldChg>
      <pc:sldChg chg="new del">
        <pc:chgData name="Brandt Redd" userId="be8ed540b98adac0" providerId="LiveId" clId="{CA2064CD-0C90-424B-9B08-D3B84E3D4931}" dt="2024-10-21T20:20:19.084" v="1426" actId="47"/>
        <pc:sldMkLst>
          <pc:docMk/>
          <pc:sldMk cId="310638308" sldId="262"/>
        </pc:sldMkLst>
      </pc:sldChg>
      <pc:sldChg chg="addSp modSp new mod">
        <pc:chgData name="Brandt Redd" userId="be8ed540b98adac0" providerId="LiveId" clId="{CA2064CD-0C90-424B-9B08-D3B84E3D4931}" dt="2024-10-21T20:24:43.449" v="1575" actId="14100"/>
        <pc:sldMkLst>
          <pc:docMk/>
          <pc:sldMk cId="2376332060" sldId="262"/>
        </pc:sldMkLst>
        <pc:spChg chg="mod">
          <ac:chgData name="Brandt Redd" userId="be8ed540b98adac0" providerId="LiveId" clId="{CA2064CD-0C90-424B-9B08-D3B84E3D4931}" dt="2024-10-21T20:22:57.111" v="1551" actId="14100"/>
          <ac:spMkLst>
            <pc:docMk/>
            <pc:sldMk cId="2376332060" sldId="262"/>
            <ac:spMk id="2" creationId="{74AD9BA2-5FD3-1279-F50D-804FF93EF92E}"/>
          </ac:spMkLst>
        </pc:spChg>
        <pc:spChg chg="add mod">
          <ac:chgData name="Brandt Redd" userId="be8ed540b98adac0" providerId="LiveId" clId="{CA2064CD-0C90-424B-9B08-D3B84E3D4931}" dt="2024-10-21T20:23:18.861" v="1566" actId="1076"/>
          <ac:spMkLst>
            <pc:docMk/>
            <pc:sldMk cId="2376332060" sldId="262"/>
            <ac:spMk id="3" creationId="{19C1CFDC-E3C4-7433-D36F-DEB77685C0F2}"/>
          </ac:spMkLst>
        </pc:spChg>
        <pc:spChg chg="add mod">
          <ac:chgData name="Brandt Redd" userId="be8ed540b98adac0" providerId="LiveId" clId="{CA2064CD-0C90-424B-9B08-D3B84E3D4931}" dt="2024-10-21T20:23:42.747" v="1568" actId="164"/>
          <ac:spMkLst>
            <pc:docMk/>
            <pc:sldMk cId="2376332060" sldId="262"/>
            <ac:spMk id="9" creationId="{147A6987-C6DF-C8DE-C8E5-9AD1A99F7F93}"/>
          </ac:spMkLst>
        </pc:spChg>
        <pc:grpChg chg="add mod">
          <ac:chgData name="Brandt Redd" userId="be8ed540b98adac0" providerId="LiveId" clId="{CA2064CD-0C90-424B-9B08-D3B84E3D4931}" dt="2024-10-21T20:23:56.640" v="1571" actId="1076"/>
          <ac:grpSpMkLst>
            <pc:docMk/>
            <pc:sldMk cId="2376332060" sldId="262"/>
            <ac:grpSpMk id="11" creationId="{B0A7ADE1-299A-FCEB-6784-75035C31C6AD}"/>
          </ac:grpSpMkLst>
        </pc:grp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4" creationId="{BE8071D6-1F6B-7C0E-7ABD-69B6876EE0AD}"/>
          </ac:picMkLst>
        </pc:pic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5" creationId="{A8089E06-0CCE-C840-826E-750662B7D054}"/>
          </ac:picMkLst>
        </pc:pic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6" creationId="{9DECE1AD-0BDD-64DD-EB24-C1E73ECD7C0D}"/>
          </ac:picMkLst>
        </pc:pic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7" creationId="{7E101B73-52C6-2F6E-7113-94EFD3F36B0A}"/>
          </ac:picMkLst>
        </pc:pic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8" creationId="{A7C2E464-74E7-7E21-4ADF-F7999565CE07}"/>
          </ac:picMkLst>
        </pc:picChg>
        <pc:picChg chg="add mod">
          <ac:chgData name="Brandt Redd" userId="be8ed540b98adac0" providerId="LiveId" clId="{CA2064CD-0C90-424B-9B08-D3B84E3D4931}" dt="2024-10-21T20:23:42.747" v="1568" actId="164"/>
          <ac:picMkLst>
            <pc:docMk/>
            <pc:sldMk cId="2376332060" sldId="262"/>
            <ac:picMk id="10" creationId="{7F6BAC37-8C47-E1F8-CF96-A3227FF445C2}"/>
          </ac:picMkLst>
        </pc:picChg>
        <pc:picChg chg="mod">
          <ac:chgData name="Brandt Redd" userId="be8ed540b98adac0" providerId="LiveId" clId="{CA2064CD-0C90-424B-9B08-D3B84E3D4931}" dt="2024-10-21T20:24:43.449" v="1575" actId="14100"/>
          <ac:picMkLst>
            <pc:docMk/>
            <pc:sldMk cId="2376332060" sldId="262"/>
            <ac:picMk id="12" creationId="{841C0EC6-05FF-E19E-0DBD-5A1D0FE8CBED}"/>
          </ac:picMkLst>
        </pc:picChg>
      </pc:sldChg>
      <pc:sldChg chg="addSp modSp new mod">
        <pc:chgData name="Brandt Redd" userId="be8ed540b98adac0" providerId="LiveId" clId="{CA2064CD-0C90-424B-9B08-D3B84E3D4931}" dt="2024-10-21T20:25:40.548" v="1593"/>
        <pc:sldMkLst>
          <pc:docMk/>
          <pc:sldMk cId="3123861700" sldId="263"/>
        </pc:sldMkLst>
        <pc:spChg chg="mod">
          <ac:chgData name="Brandt Redd" userId="be8ed540b98adac0" providerId="LiveId" clId="{CA2064CD-0C90-424B-9B08-D3B84E3D4931}" dt="2024-10-21T20:25:34.568" v="1592" actId="20577"/>
          <ac:spMkLst>
            <pc:docMk/>
            <pc:sldMk cId="3123861700" sldId="263"/>
            <ac:spMk id="2" creationId="{E400FD4F-5C03-C891-A2AE-F61257533124}"/>
          </ac:spMkLst>
        </pc:spChg>
        <pc:picChg chg="add mod">
          <ac:chgData name="Brandt Redd" userId="be8ed540b98adac0" providerId="LiveId" clId="{CA2064CD-0C90-424B-9B08-D3B84E3D4931}" dt="2024-10-21T20:25:40.548" v="1593"/>
          <ac:picMkLst>
            <pc:docMk/>
            <pc:sldMk cId="3123861700" sldId="263"/>
            <ac:picMk id="3" creationId="{0C708F33-AD97-8A62-ACB3-22B6FF0DF3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9C4BB-D5DD-44CF-8DBE-229E9600AB4D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1F682-4AA4-42BD-8BE4-7B822D3D0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7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Depends on organizations that detect malware</a:t>
            </a:r>
          </a:p>
          <a:p>
            <a:r>
              <a:rPr lang="en-US" dirty="0"/>
              <a:t>Requires regular software updates</a:t>
            </a:r>
          </a:p>
          <a:p>
            <a:r>
              <a:rPr lang="en-US" dirty="0"/>
              <a:t>Ask about advantages and disadvantages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F682-4AA4-42BD-8BE4-7B822D3D05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155B-9667-258D-B3D0-C5560A3E4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FEEA8-328F-7D16-F3E0-58F1D3795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915CE-1E06-E94C-688E-ABA0A9B1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20FA5-57A4-25E4-83AA-2FBA96CB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F739A-06EA-BBBD-CC69-14AF4025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4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9F3A-C72A-D556-E3F4-6304272C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90AE-F2A6-47E1-3364-E5071B672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FC9C4-13E7-7604-39FD-867E8528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0BA76-D6BD-F817-7FAC-F2D6D786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FB7E9-3A2A-7346-9436-E9A0AA5D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6654-739E-2E6D-46E3-38AB1AA7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9AD41-A270-1037-CC27-F901483A3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95D81-C871-260C-C8A5-CF684CC1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2C45C-890A-E5C2-38BD-BB16012A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4AFF2-59CE-9A96-CA04-A48D1318D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7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8AF1-170E-F3A8-11D1-F4439A3B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A00C-6318-DC0B-EC2F-FA2419439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FFF1A-29D4-5199-A0DF-19A58AEE7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3A500-DE0E-B2D1-4214-FE122EC5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D49C5-8362-EBC0-3901-B12B4EB7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DB866-ACB8-19D8-1345-AF9F1302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3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9F30-F9E6-ED35-3743-282CC247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A412E-2B2B-6F27-75E8-15719AA74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1909E-8244-E64E-DD96-2F5C3CEF2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45199-869C-8C87-0E66-8B9F9F09E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021F6-A268-B23A-73B9-F7A39C9D7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1CAB7-8768-0574-CD45-2E13DE356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368CC-1232-63E9-E151-52B06EBC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D7F11-4A26-77EA-ED11-16805CDD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4AB5-0847-C261-E11D-7FFDE5A0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2B13B-CE7B-7F80-8D08-87BF6AAE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D2AA-3176-29AD-85A9-BFF19A40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CEF32-ADB1-DC98-1501-0C5991C5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1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5CE87-6EA9-92B8-80B9-BB18A58C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523D8-154C-059B-A3A5-C75E2E6A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625B-D373-731C-827C-D9ADCB0C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7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F799-EE1A-C95B-56F0-F4F42380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402B-085F-E4E0-8DD5-912E0CAE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06FC9-B3C8-76AF-2FCB-1898283E9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EEC7E-B429-BFED-DA39-4694C16E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5370D-A193-EEB9-7099-AA674982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E0B81-1B35-B712-D44C-6F5234C2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4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BAE6-9A7B-5D32-2F4E-8E31DADB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A652F-94DB-BE04-CDCF-37A390972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42BB9-944D-7350-278D-04E78AC5F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6FFC5-2E96-F364-745A-135962BC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FAE7-DEDE-6900-BBFA-893AD579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00A8-E029-FF58-FD49-5FDE589D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8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01D2-6A6E-4C2A-E7C1-5828D78B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C5F51-EEFE-C6BC-B0E3-F4D168846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C23EE-0615-9FAF-025C-F2C347F8F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622B-67A7-1D1C-2D94-3EACE806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5CBA2-E8EE-D725-F759-72A1F445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553206-0CAE-9500-831C-38E603F7A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0E1FF-5884-547F-D1AB-240393C4C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C368-2845-39C1-D979-23BEEE15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EF054-BE88-472D-3778-08F001DE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BD65A-7841-30FC-F913-A64F8E4B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5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BC72C7-0B8B-89B8-6420-B16987ED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88C4-BC80-9FE6-451F-D1D39753E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15B0-D286-8990-EC61-8F240D8C6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C2981-F38E-42ED-9025-99B976F549EB}" type="datetimeFigureOut">
              <a:rPr lang="en-US" smtClean="0"/>
              <a:t>2024-10-21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D885-4D02-2E9E-FADC-D933CF203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71A70-84E3-1A1E-47DF-4FC2C9032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7ACA0-7481-458D-87A9-2C1AADF8B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4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BCA5-83D3-4C1C-7070-6DFBBA797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Host Firewalls</a:t>
            </a:r>
            <a:br>
              <a:rPr lang="en-US" dirty="0"/>
            </a:br>
            <a:r>
              <a:rPr lang="en-US" dirty="0"/>
              <a:t>Anti-Malware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A7EC5-51EC-F869-9FE3-B9576FA7D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BYU IT&amp;C 344 – S13</a:t>
            </a:r>
          </a:p>
        </p:txBody>
      </p:sp>
    </p:spTree>
    <p:extLst>
      <p:ext uri="{BB962C8B-B14F-4D97-AF65-F5344CB8AC3E}">
        <p14:creationId xmlns:p14="http://schemas.microsoft.com/office/powerpoint/2010/main" val="325660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53F7-2F7F-AFBC-DD87-E34DD2C2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5E1C2-2582-C15B-7D2E-B4EE3DA2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firewall that runs on the same computer as the software and operating system it protects.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Windows: Microsoft Defender Firewall</a:t>
            </a:r>
          </a:p>
          <a:p>
            <a:pPr lvl="1"/>
            <a:r>
              <a:rPr lang="en-US" dirty="0"/>
              <a:t>Linux: </a:t>
            </a:r>
            <a:r>
              <a:rPr lang="en-US" dirty="0" err="1"/>
              <a:t>netfilter</a:t>
            </a:r>
            <a:r>
              <a:rPr lang="en-US" dirty="0"/>
              <a:t> – configured using </a:t>
            </a:r>
            <a:r>
              <a:rPr lang="en-US"/>
              <a:t>the iptables command.</a:t>
            </a:r>
            <a:endParaRPr lang="en-US" dirty="0"/>
          </a:p>
          <a:p>
            <a:pPr lvl="1"/>
            <a:r>
              <a:rPr lang="en-US" dirty="0"/>
              <a:t>Mac: Preferences &gt; Security and Privacy (off by default)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1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62C6-ED30-E470-6B3E-C6BF3A6E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Defender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FCB54-1D16-85DC-6D4F-5E52D038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Profiles – depending on the category of your network connection</a:t>
            </a:r>
          </a:p>
          <a:p>
            <a:pPr lvl="1"/>
            <a:r>
              <a:rPr lang="en-US" dirty="0"/>
              <a:t>Domain – on the network of your domain controller</a:t>
            </a:r>
          </a:p>
          <a:p>
            <a:pPr lvl="1"/>
            <a:r>
              <a:rPr lang="en-US" dirty="0"/>
              <a:t>Private – network designated as private</a:t>
            </a:r>
          </a:p>
          <a:p>
            <a:pPr lvl="1"/>
            <a:r>
              <a:rPr lang="en-US" dirty="0"/>
              <a:t>Public – network designated as public (default)</a:t>
            </a:r>
          </a:p>
          <a:p>
            <a:r>
              <a:rPr lang="en-US" dirty="0"/>
              <a:t>Application-level permissions</a:t>
            </a:r>
          </a:p>
          <a:p>
            <a:r>
              <a:rPr lang="en-US" dirty="0"/>
              <a:t>Port-level permissions</a:t>
            </a:r>
          </a:p>
          <a:p>
            <a:endParaRPr lang="en-US" dirty="0"/>
          </a:p>
        </p:txBody>
      </p:sp>
      <p:pic>
        <p:nvPicPr>
          <p:cNvPr id="4" name="Picture 3" descr="See the source image">
            <a:extLst>
              <a:ext uri="{FF2B5EF4-FFF2-40B4-BE49-F238E27FC236}">
                <a16:creationId xmlns:a16="http://schemas.microsoft.com/office/drawing/2014/main" id="{FAA70F57-C8B6-DEB2-917B-FE126819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7244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467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4DA7-E5A3-E8B2-F937-9CF011B1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0CCB-29B0-5572-BFF9-557FCB37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Signature-Based Detection</a:t>
            </a:r>
          </a:p>
          <a:p>
            <a:r>
              <a:rPr lang="en-US" dirty="0"/>
              <a:t>Anomaly-Based Detection</a:t>
            </a:r>
          </a:p>
          <a:p>
            <a:r>
              <a:rPr lang="en-US" dirty="0"/>
              <a:t>Hybrid Detection (mix of the above)</a:t>
            </a:r>
          </a:p>
        </p:txBody>
      </p:sp>
    </p:spTree>
    <p:extLst>
      <p:ext uri="{BB962C8B-B14F-4D97-AF65-F5344CB8AC3E}">
        <p14:creationId xmlns:p14="http://schemas.microsoft.com/office/powerpoint/2010/main" val="30298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538E-550A-BAB1-3B30-90266766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Signature-Based Detection</a:t>
            </a:r>
          </a:p>
        </p:txBody>
      </p:sp>
      <p:pic>
        <p:nvPicPr>
          <p:cNvPr id="5" name="Picture 4" descr="A red symbol on a black background&#10;&#10;Description automatically generated">
            <a:extLst>
              <a:ext uri="{FF2B5EF4-FFF2-40B4-BE49-F238E27FC236}">
                <a16:creationId xmlns:a16="http://schemas.microsoft.com/office/drawing/2014/main" id="{630AB0A1-8BDA-CF22-297F-4C6ED8B5C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815743"/>
            <a:ext cx="1066800" cy="1064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5281F7-3FF5-5A97-ADBF-65587099CCB6}"/>
              </a:ext>
            </a:extLst>
          </p:cNvPr>
          <p:cNvSpPr txBox="1"/>
          <p:nvPr/>
        </p:nvSpPr>
        <p:spPr>
          <a:xfrm>
            <a:off x="3276600" y="2958744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Malware</a:t>
            </a:r>
            <a:br>
              <a:rPr lang="en-US" dirty="0"/>
            </a:br>
            <a:r>
              <a:rPr lang="en-US" dirty="0"/>
              <a:t>Identified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3245EA1-8486-B67C-7749-FAA99F3D1948}"/>
              </a:ext>
            </a:extLst>
          </p:cNvPr>
          <p:cNvSpPr/>
          <p:nvPr/>
        </p:nvSpPr>
        <p:spPr>
          <a:xfrm>
            <a:off x="4556234" y="2196744"/>
            <a:ext cx="7620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red symbol on a black background&#10;&#10;Description automatically generated">
            <a:extLst>
              <a:ext uri="{FF2B5EF4-FFF2-40B4-BE49-F238E27FC236}">
                <a16:creationId xmlns:a16="http://schemas.microsoft.com/office/drawing/2014/main" id="{BD1BDCF2-FA98-503E-6EC7-A4DF5FAB4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535" y="2120543"/>
            <a:ext cx="611129" cy="609601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76B2024-9873-EBC4-5E30-8F33FD756DA5}"/>
              </a:ext>
            </a:extLst>
          </p:cNvPr>
          <p:cNvSpPr/>
          <p:nvPr/>
        </p:nvSpPr>
        <p:spPr>
          <a:xfrm>
            <a:off x="5410200" y="1676400"/>
            <a:ext cx="1447800" cy="121920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AD649-4CB8-C93A-C893-40796B9D418E}"/>
              </a:ext>
            </a:extLst>
          </p:cNvPr>
          <p:cNvSpPr txBox="1"/>
          <p:nvPr/>
        </p:nvSpPr>
        <p:spPr>
          <a:xfrm>
            <a:off x="5569876" y="3016578"/>
            <a:ext cx="1128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Signature</a:t>
            </a:r>
            <a:br>
              <a:rPr lang="en-US" dirty="0"/>
            </a:br>
            <a:r>
              <a:rPr lang="en-US" dirty="0"/>
              <a:t>Created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825FE0F-AC4E-F8BB-66FA-B213029852DA}"/>
              </a:ext>
            </a:extLst>
          </p:cNvPr>
          <p:cNvSpPr/>
          <p:nvPr/>
        </p:nvSpPr>
        <p:spPr>
          <a:xfrm>
            <a:off x="6949966" y="2196743"/>
            <a:ext cx="7620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3387DC82-22CD-110B-8946-A3A72B7B9AC0}"/>
              </a:ext>
            </a:extLst>
          </p:cNvPr>
          <p:cNvSpPr/>
          <p:nvPr/>
        </p:nvSpPr>
        <p:spPr>
          <a:xfrm>
            <a:off x="4488630" y="4075353"/>
            <a:ext cx="1066800" cy="1124634"/>
          </a:xfrm>
          <a:prstGeom prst="ca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red symbol on a black background&#10;&#10;Description automatically generated">
            <a:extLst>
              <a:ext uri="{FF2B5EF4-FFF2-40B4-BE49-F238E27FC236}">
                <a16:creationId xmlns:a16="http://schemas.microsoft.com/office/drawing/2014/main" id="{A1FFCE54-9AB4-5607-855F-49D64D110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67" y="4390662"/>
            <a:ext cx="611129" cy="609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D01618-9BB7-2970-A33B-AC2B50E256D3}"/>
              </a:ext>
            </a:extLst>
          </p:cNvPr>
          <p:cNvSpPr txBox="1"/>
          <p:nvPr/>
        </p:nvSpPr>
        <p:spPr>
          <a:xfrm>
            <a:off x="7620000" y="3016578"/>
            <a:ext cx="17565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Added to</a:t>
            </a:r>
            <a:br>
              <a:rPr lang="en-US" dirty="0"/>
            </a:br>
            <a:r>
              <a:rPr lang="en-US" dirty="0"/>
              <a:t>Known Malware</a:t>
            </a:r>
            <a:br>
              <a:rPr lang="en-US" dirty="0"/>
            </a:br>
            <a:r>
              <a:rPr lang="en-US" dirty="0"/>
              <a:t>Signature Base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7EC5993-A4E8-A94F-4356-D737541A0EAF}"/>
              </a:ext>
            </a:extLst>
          </p:cNvPr>
          <p:cNvSpPr/>
          <p:nvPr/>
        </p:nvSpPr>
        <p:spPr>
          <a:xfrm>
            <a:off x="5798267" y="4466862"/>
            <a:ext cx="7620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0BD50A71-9778-AE00-4879-65872919ABEA}"/>
              </a:ext>
            </a:extLst>
          </p:cNvPr>
          <p:cNvSpPr/>
          <p:nvPr/>
        </p:nvSpPr>
        <p:spPr>
          <a:xfrm>
            <a:off x="7901149" y="1842019"/>
            <a:ext cx="1066800" cy="1124634"/>
          </a:xfrm>
          <a:prstGeom prst="ca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red symbol on a black background&#10;&#10;Description automatically generated">
            <a:extLst>
              <a:ext uri="{FF2B5EF4-FFF2-40B4-BE49-F238E27FC236}">
                <a16:creationId xmlns:a16="http://schemas.microsoft.com/office/drawing/2014/main" id="{EE478F85-9C53-522F-CAD2-EE32FAB78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986" y="2157328"/>
            <a:ext cx="611129" cy="6096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CC92C9-866F-F47D-A1F6-0BB759FAEF8A}"/>
              </a:ext>
            </a:extLst>
          </p:cNvPr>
          <p:cNvSpPr txBox="1"/>
          <p:nvPr/>
        </p:nvSpPr>
        <p:spPr>
          <a:xfrm>
            <a:off x="4372304" y="5324611"/>
            <a:ext cx="1299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Signatures</a:t>
            </a:r>
            <a:br>
              <a:rPr lang="en-US" dirty="0"/>
            </a:br>
            <a:r>
              <a:rPr lang="en-US" dirty="0"/>
              <a:t>Distributed</a:t>
            </a:r>
          </a:p>
        </p:txBody>
      </p:sp>
      <p:pic>
        <p:nvPicPr>
          <p:cNvPr id="21" name="Graphic 20" descr="Computer outline">
            <a:extLst>
              <a:ext uri="{FF2B5EF4-FFF2-40B4-BE49-F238E27FC236}">
                <a16:creationId xmlns:a16="http://schemas.microsoft.com/office/drawing/2014/main" id="{C9521D33-096E-9AB0-863F-0C6BB402D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7967" y="4015993"/>
            <a:ext cx="1368526" cy="136852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B6512B-2824-6FA6-FEA2-E96F122067E2}"/>
              </a:ext>
            </a:extLst>
          </p:cNvPr>
          <p:cNvSpPr txBox="1"/>
          <p:nvPr/>
        </p:nvSpPr>
        <p:spPr>
          <a:xfrm>
            <a:off x="6301923" y="5319259"/>
            <a:ext cx="2020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Antimalware</a:t>
            </a:r>
            <a:br>
              <a:rPr lang="en-US" dirty="0"/>
            </a:br>
            <a:r>
              <a:rPr lang="en-US" dirty="0"/>
              <a:t>Scans for Matches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5D1DFA-734E-2165-97B3-46FCCD8BA995}"/>
              </a:ext>
            </a:extLst>
          </p:cNvPr>
          <p:cNvSpPr txBox="1"/>
          <p:nvPr/>
        </p:nvSpPr>
        <p:spPr>
          <a:xfrm>
            <a:off x="8458200" y="4343400"/>
            <a:ext cx="2020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Scans done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Browsers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 scanners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Firewalls</a:t>
            </a:r>
          </a:p>
        </p:txBody>
      </p:sp>
    </p:spTree>
    <p:extLst>
      <p:ext uri="{BB962C8B-B14F-4D97-AF65-F5344CB8AC3E}">
        <p14:creationId xmlns:p14="http://schemas.microsoft.com/office/powerpoint/2010/main" val="86518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D8AB-9908-F6AA-4CA7-406248E0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Anomaly-Based Detection</a:t>
            </a:r>
          </a:p>
        </p:txBody>
      </p:sp>
      <p:pic>
        <p:nvPicPr>
          <p:cNvPr id="5" name="Graphic 4" descr="Security camera outline">
            <a:extLst>
              <a:ext uri="{FF2B5EF4-FFF2-40B4-BE49-F238E27FC236}">
                <a16:creationId xmlns:a16="http://schemas.microsoft.com/office/drawing/2014/main" id="{17AA9D31-5FFD-1A37-BECB-0D6E3667F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1181" y="1454944"/>
            <a:ext cx="2743200" cy="2743200"/>
          </a:xfrm>
          <a:prstGeom prst="rect">
            <a:avLst/>
          </a:prstGeom>
        </p:spPr>
      </p:pic>
      <p:pic>
        <p:nvPicPr>
          <p:cNvPr id="7" name="Graphic 6" descr="Web design outline">
            <a:extLst>
              <a:ext uri="{FF2B5EF4-FFF2-40B4-BE49-F238E27FC236}">
                <a16:creationId xmlns:a16="http://schemas.microsoft.com/office/drawing/2014/main" id="{FB916764-5EF7-CC5D-1686-749417DAE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743200"/>
            <a:ext cx="914400" cy="914400"/>
          </a:xfrm>
          <a:prstGeom prst="rect">
            <a:avLst/>
          </a:prstGeom>
        </p:spPr>
      </p:pic>
      <p:pic>
        <p:nvPicPr>
          <p:cNvPr id="8" name="Graphic 7" descr="Web design outline">
            <a:extLst>
              <a:ext uri="{FF2B5EF4-FFF2-40B4-BE49-F238E27FC236}">
                <a16:creationId xmlns:a16="http://schemas.microsoft.com/office/drawing/2014/main" id="{1B844F06-E13A-B275-8B2E-795FCE1BA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3848738"/>
            <a:ext cx="914400" cy="914400"/>
          </a:xfrm>
          <a:prstGeom prst="rect">
            <a:avLst/>
          </a:prstGeom>
        </p:spPr>
      </p:pic>
      <p:pic>
        <p:nvPicPr>
          <p:cNvPr id="9" name="Graphic 8" descr="Web design outline">
            <a:extLst>
              <a:ext uri="{FF2B5EF4-FFF2-40B4-BE49-F238E27FC236}">
                <a16:creationId xmlns:a16="http://schemas.microsoft.com/office/drawing/2014/main" id="{84103B70-8BF7-9EAB-10D3-348AF8EF6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10" name="Graphic 9" descr="Web design outline">
            <a:extLst>
              <a:ext uri="{FF2B5EF4-FFF2-40B4-BE49-F238E27FC236}">
                <a16:creationId xmlns:a16="http://schemas.microsoft.com/office/drawing/2014/main" id="{6BA49979-643B-07A9-BF55-C2BA7BB7D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9624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093A01-6F37-A5A3-8279-E598A70CAC2F}"/>
              </a:ext>
            </a:extLst>
          </p:cNvPr>
          <p:cNvSpPr txBox="1"/>
          <p:nvPr/>
        </p:nvSpPr>
        <p:spPr>
          <a:xfrm>
            <a:off x="8001000" y="2910992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Observes software behavior looking for patterns that could be malicious.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189227-8E96-BEF4-BE9C-C82DA1494557}"/>
              </a:ext>
            </a:extLst>
          </p:cNvPr>
          <p:cNvSpPr/>
          <p:nvPr/>
        </p:nvSpPr>
        <p:spPr>
          <a:xfrm>
            <a:off x="5800670" y="3352799"/>
            <a:ext cx="590660" cy="308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red symbol on a black background&#10;&#10;Description automatically generated">
            <a:extLst>
              <a:ext uri="{FF2B5EF4-FFF2-40B4-BE49-F238E27FC236}">
                <a16:creationId xmlns:a16="http://schemas.microsoft.com/office/drawing/2014/main" id="{8BC68DA4-8129-9143-67A5-F00FA28F4F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60" y="3315337"/>
            <a:ext cx="343121" cy="34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9BA2-5FD3-1279-F50D-804FF93E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14800" cy="1325563"/>
          </a:xfrm>
        </p:spPr>
        <p:txBody>
          <a:bodyPr/>
          <a:lstStyle/>
          <a:p>
            <a:r>
              <a:rPr lang="en-US" dirty="0"/>
              <a:t>Advantages of</a:t>
            </a:r>
            <a:br>
              <a:rPr lang="en-US" dirty="0"/>
            </a:br>
            <a:r>
              <a:rPr lang="en-US" dirty="0"/>
              <a:t>Signature-Based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CFDC-E3C4-7433-D36F-DEB77685C0F2}"/>
              </a:ext>
            </a:extLst>
          </p:cNvPr>
          <p:cNvSpPr txBox="1">
            <a:spLocks/>
          </p:cNvSpPr>
          <p:nvPr/>
        </p:nvSpPr>
        <p:spPr>
          <a:xfrm>
            <a:off x="6781800" y="360277"/>
            <a:ext cx="4114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Advantages of</a:t>
            </a:r>
            <a:br>
              <a:rPr lang="en-US" dirty="0"/>
            </a:br>
            <a:r>
              <a:rPr lang="en-US" dirty="0"/>
              <a:t>Anomaly-Based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A7ADE1-299A-FCEB-6784-75035C31C6AD}"/>
              </a:ext>
            </a:extLst>
          </p:cNvPr>
          <p:cNvGrpSpPr/>
          <p:nvPr/>
        </p:nvGrpSpPr>
        <p:grpSpPr>
          <a:xfrm>
            <a:off x="6324600" y="2362200"/>
            <a:ext cx="4410019" cy="2583656"/>
            <a:chOff x="1381181" y="1454944"/>
            <a:chExt cx="5629219" cy="3421856"/>
          </a:xfrm>
        </p:grpSpPr>
        <p:pic>
          <p:nvPicPr>
            <p:cNvPr id="4" name="Graphic 3" descr="Security camera outline">
              <a:extLst>
                <a:ext uri="{FF2B5EF4-FFF2-40B4-BE49-F238E27FC236}">
                  <a16:creationId xmlns:a16="http://schemas.microsoft.com/office/drawing/2014/main" id="{BE8071D6-1F6B-7C0E-7ABD-69B6876EE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81181" y="1454944"/>
              <a:ext cx="2743200" cy="2743200"/>
            </a:xfrm>
            <a:prstGeom prst="rect">
              <a:avLst/>
            </a:prstGeom>
          </p:spPr>
        </p:pic>
        <p:pic>
          <p:nvPicPr>
            <p:cNvPr id="5" name="Graphic 4" descr="Web design outline">
              <a:extLst>
                <a:ext uri="{FF2B5EF4-FFF2-40B4-BE49-F238E27FC236}">
                  <a16:creationId xmlns:a16="http://schemas.microsoft.com/office/drawing/2014/main" id="{A8089E06-0CCE-C840-826E-750662B7D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72000" y="2743200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Web design outline">
              <a:extLst>
                <a:ext uri="{FF2B5EF4-FFF2-40B4-BE49-F238E27FC236}">
                  <a16:creationId xmlns:a16="http://schemas.microsoft.com/office/drawing/2014/main" id="{9DECE1AD-0BDD-64DD-EB24-C1E73ECD7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53000" y="3848738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Web design outline">
              <a:extLst>
                <a:ext uri="{FF2B5EF4-FFF2-40B4-BE49-F238E27FC236}">
                  <a16:creationId xmlns:a16="http://schemas.microsoft.com/office/drawing/2014/main" id="{7E101B73-52C6-2F6E-7113-94EFD3F36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Web design outline">
              <a:extLst>
                <a:ext uri="{FF2B5EF4-FFF2-40B4-BE49-F238E27FC236}">
                  <a16:creationId xmlns:a16="http://schemas.microsoft.com/office/drawing/2014/main" id="{A7C2E464-74E7-7E21-4ADF-F7999565C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6000" y="3962400"/>
              <a:ext cx="914400" cy="9144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7A6987-C6DF-C8DE-C8E5-9AD1A99F7F93}"/>
                </a:ext>
              </a:extLst>
            </p:cNvPr>
            <p:cNvSpPr/>
            <p:nvPr/>
          </p:nvSpPr>
          <p:spPr>
            <a:xfrm>
              <a:off x="5800670" y="3352799"/>
              <a:ext cx="590660" cy="3089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A red symbol on a black background&#10;&#10;Description automatically generated">
              <a:extLst>
                <a:ext uri="{FF2B5EF4-FFF2-40B4-BE49-F238E27FC236}">
                  <a16:creationId xmlns:a16="http://schemas.microsoft.com/office/drawing/2014/main" id="{7F6BAC37-8C47-E1F8-CF96-A3227FF44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4860" y="3315337"/>
              <a:ext cx="343121" cy="342263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41C0EC6-05FF-E19E-0DBD-5A1D0FE8C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961" y="2265258"/>
            <a:ext cx="4467219" cy="27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FD4F-5C03-C891-A2AE-F6125753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Detection</a:t>
            </a: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0C708F33-AD97-8A62-ACB3-22B6FF0DF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724400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86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186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Host Firewalls Anti-Malware</vt:lpstr>
      <vt:lpstr>Host Firewall</vt:lpstr>
      <vt:lpstr>Windows Defender Firewall</vt:lpstr>
      <vt:lpstr>Malware Detection</vt:lpstr>
      <vt:lpstr>Signature-Based Detection</vt:lpstr>
      <vt:lpstr>Anomaly-Based Detection</vt:lpstr>
      <vt:lpstr>Advantages of Signature-Based</vt:lpstr>
      <vt:lpstr>Hybrid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2024-10-19T21:52:33Z</dcterms:created>
  <dcterms:modified xsi:type="dcterms:W3CDTF">2024-10-21T20:25:47Z</dcterms:modified>
</cp:coreProperties>
</file>