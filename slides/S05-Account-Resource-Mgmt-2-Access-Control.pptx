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CD7511-3DEB-45BE-8ABE-2BFDA9B95DE4}" v="52" dt="2024-09-23T20:26:48.4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72" autoAdjust="0"/>
    <p:restoredTop sz="86404" autoAdjust="0"/>
  </p:normalViewPr>
  <p:slideViewPr>
    <p:cSldViewPr>
      <p:cViewPr varScale="1">
        <p:scale>
          <a:sx n="100" d="100"/>
          <a:sy n="100" d="100"/>
        </p:scale>
        <p:origin x="114" y="21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andt Redd" userId="be8ed540b98adac0" providerId="LiveId" clId="{50CD7511-3DEB-45BE-8ABE-2BFDA9B95DE4}"/>
    <pc:docChg chg="custSel delSld modSld">
      <pc:chgData name="Brandt Redd" userId="be8ed540b98adac0" providerId="LiveId" clId="{50CD7511-3DEB-45BE-8ABE-2BFDA9B95DE4}" dt="2024-09-23T20:31:56.582" v="400" actId="2696"/>
      <pc:docMkLst>
        <pc:docMk/>
      </pc:docMkLst>
      <pc:sldChg chg="addSp delSp modSp mod modClrScheme chgLayout">
        <pc:chgData name="Brandt Redd" userId="be8ed540b98adac0" providerId="LiveId" clId="{50CD7511-3DEB-45BE-8ABE-2BFDA9B95DE4}" dt="2024-09-23T19:44:55.692" v="240" actId="207"/>
        <pc:sldMkLst>
          <pc:docMk/>
          <pc:sldMk cId="1431594144" sldId="257"/>
        </pc:sldMkLst>
        <pc:spChg chg="mod ord">
          <ac:chgData name="Brandt Redd" userId="be8ed540b98adac0" providerId="LiveId" clId="{50CD7511-3DEB-45BE-8ABE-2BFDA9B95DE4}" dt="2024-09-23T18:01:57.319" v="131" actId="700"/>
          <ac:spMkLst>
            <pc:docMk/>
            <pc:sldMk cId="1431594144" sldId="257"/>
            <ac:spMk id="2" creationId="{479E5036-3C31-E023-CD4C-FA80ADE1178D}"/>
          </ac:spMkLst>
        </pc:spChg>
        <pc:spChg chg="del mod">
          <ac:chgData name="Brandt Redd" userId="be8ed540b98adac0" providerId="LiveId" clId="{50CD7511-3DEB-45BE-8ABE-2BFDA9B95DE4}" dt="2024-09-23T18:01:50.941" v="130" actId="478"/>
          <ac:spMkLst>
            <pc:docMk/>
            <pc:sldMk cId="1431594144" sldId="257"/>
            <ac:spMk id="3" creationId="{10C45D00-DED9-DE5A-8EF6-B9E40945D79E}"/>
          </ac:spMkLst>
        </pc:spChg>
        <pc:spChg chg="add mod">
          <ac:chgData name="Brandt Redd" userId="be8ed540b98adac0" providerId="LiveId" clId="{50CD7511-3DEB-45BE-8ABE-2BFDA9B95DE4}" dt="2024-09-23T19:43:03.715" v="231" actId="120"/>
          <ac:spMkLst>
            <pc:docMk/>
            <pc:sldMk cId="1431594144" sldId="257"/>
            <ac:spMk id="4" creationId="{5CE5B4F1-3E6E-F000-A3A2-8065B0512E27}"/>
          </ac:spMkLst>
        </pc:spChg>
        <pc:spChg chg="add mod">
          <ac:chgData name="Brandt Redd" userId="be8ed540b98adac0" providerId="LiveId" clId="{50CD7511-3DEB-45BE-8ABE-2BFDA9B95DE4}" dt="2024-09-23T19:43:07.201" v="232" actId="120"/>
          <ac:spMkLst>
            <pc:docMk/>
            <pc:sldMk cId="1431594144" sldId="257"/>
            <ac:spMk id="5" creationId="{5F45ACC9-D64A-DC5B-0225-6AC7E4BDBC44}"/>
          </ac:spMkLst>
        </pc:spChg>
        <pc:spChg chg="add mod">
          <ac:chgData name="Brandt Redd" userId="be8ed540b98adac0" providerId="LiveId" clId="{50CD7511-3DEB-45BE-8ABE-2BFDA9B95DE4}" dt="2024-09-23T19:43:13.398" v="233" actId="120"/>
          <ac:spMkLst>
            <pc:docMk/>
            <pc:sldMk cId="1431594144" sldId="257"/>
            <ac:spMk id="6" creationId="{5A6DD791-F628-D110-E166-1E880216167D}"/>
          </ac:spMkLst>
        </pc:spChg>
        <pc:spChg chg="add mod">
          <ac:chgData name="Brandt Redd" userId="be8ed540b98adac0" providerId="LiveId" clId="{50CD7511-3DEB-45BE-8ABE-2BFDA9B95DE4}" dt="2024-09-23T18:02:06.607" v="132" actId="1076"/>
          <ac:spMkLst>
            <pc:docMk/>
            <pc:sldMk cId="1431594144" sldId="257"/>
            <ac:spMk id="7" creationId="{CC69E977-31AF-A9EE-CD74-BA9F682B6D8C}"/>
          </ac:spMkLst>
        </pc:spChg>
        <pc:spChg chg="add del mod">
          <ac:chgData name="Brandt Redd" userId="be8ed540b98adac0" providerId="LiveId" clId="{50CD7511-3DEB-45BE-8ABE-2BFDA9B95DE4}" dt="2024-09-23T18:01:57.319" v="131" actId="700"/>
          <ac:spMkLst>
            <pc:docMk/>
            <pc:sldMk cId="1431594144" sldId="257"/>
            <ac:spMk id="15" creationId="{949F921F-33C9-CF29-6FC8-F663C4090E4B}"/>
          </ac:spMkLst>
        </pc:spChg>
        <pc:spChg chg="add mod">
          <ac:chgData name="Brandt Redd" userId="be8ed540b98adac0" providerId="LiveId" clId="{50CD7511-3DEB-45BE-8ABE-2BFDA9B95DE4}" dt="2024-09-23T19:42:05.473" v="224" actId="1076"/>
          <ac:spMkLst>
            <pc:docMk/>
            <pc:sldMk cId="1431594144" sldId="257"/>
            <ac:spMk id="18" creationId="{F37AE7C0-B1F2-4CC9-6565-415F204A1ECB}"/>
          </ac:spMkLst>
        </pc:spChg>
        <pc:spChg chg="add del mod">
          <ac:chgData name="Brandt Redd" userId="be8ed540b98adac0" providerId="LiveId" clId="{50CD7511-3DEB-45BE-8ABE-2BFDA9B95DE4}" dt="2024-09-23T19:37:44.093" v="154" actId="478"/>
          <ac:spMkLst>
            <pc:docMk/>
            <pc:sldMk cId="1431594144" sldId="257"/>
            <ac:spMk id="19" creationId="{F2829F8C-CD1C-4E90-DE0B-5AE03E34A65D}"/>
          </ac:spMkLst>
        </pc:spChg>
        <pc:spChg chg="add mod">
          <ac:chgData name="Brandt Redd" userId="be8ed540b98adac0" providerId="LiveId" clId="{50CD7511-3DEB-45BE-8ABE-2BFDA9B95DE4}" dt="2024-09-23T19:38:29.592" v="158" actId="1076"/>
          <ac:spMkLst>
            <pc:docMk/>
            <pc:sldMk cId="1431594144" sldId="257"/>
            <ac:spMk id="20" creationId="{9C941ED9-61F6-291F-C215-08EC2CD23AC3}"/>
          </ac:spMkLst>
        </pc:spChg>
        <pc:spChg chg="add mod">
          <ac:chgData name="Brandt Redd" userId="be8ed540b98adac0" providerId="LiveId" clId="{50CD7511-3DEB-45BE-8ABE-2BFDA9B95DE4}" dt="2024-09-23T19:42:27.760" v="226" actId="1076"/>
          <ac:spMkLst>
            <pc:docMk/>
            <pc:sldMk cId="1431594144" sldId="257"/>
            <ac:spMk id="21" creationId="{9850B02F-4AA1-AE81-136B-832300661BDC}"/>
          </ac:spMkLst>
        </pc:spChg>
        <pc:spChg chg="add mod">
          <ac:chgData name="Brandt Redd" userId="be8ed540b98adac0" providerId="LiveId" clId="{50CD7511-3DEB-45BE-8ABE-2BFDA9B95DE4}" dt="2024-09-23T19:39:48.542" v="212" actId="20577"/>
          <ac:spMkLst>
            <pc:docMk/>
            <pc:sldMk cId="1431594144" sldId="257"/>
            <ac:spMk id="27" creationId="{F02F5E78-8B3A-552C-CF5E-E5946CC8BCDF}"/>
          </ac:spMkLst>
        </pc:spChg>
        <pc:picChg chg="add mod">
          <ac:chgData name="Brandt Redd" userId="be8ed540b98adac0" providerId="LiveId" clId="{50CD7511-3DEB-45BE-8ABE-2BFDA9B95DE4}" dt="2024-09-23T19:43:18.376" v="234" actId="1076"/>
          <ac:picMkLst>
            <pc:docMk/>
            <pc:sldMk cId="1431594144" sldId="257"/>
            <ac:picMk id="28" creationId="{4E2611F5-5146-F726-2593-15E683D9A7CD}"/>
          </ac:picMkLst>
        </pc:picChg>
        <pc:picChg chg="add mod">
          <ac:chgData name="Brandt Redd" userId="be8ed540b98adac0" providerId="LiveId" clId="{50CD7511-3DEB-45BE-8ABE-2BFDA9B95DE4}" dt="2024-09-23T19:43:45.432" v="237" actId="207"/>
          <ac:picMkLst>
            <pc:docMk/>
            <pc:sldMk cId="1431594144" sldId="257"/>
            <ac:picMk id="45" creationId="{4E57E206-B358-014B-A5EB-6C8BFC4FE47F}"/>
          </ac:picMkLst>
        </pc:picChg>
        <pc:picChg chg="add mod">
          <ac:chgData name="Brandt Redd" userId="be8ed540b98adac0" providerId="LiveId" clId="{50CD7511-3DEB-45BE-8ABE-2BFDA9B95DE4}" dt="2024-09-23T19:44:55.692" v="240" actId="207"/>
          <ac:picMkLst>
            <pc:docMk/>
            <pc:sldMk cId="1431594144" sldId="257"/>
            <ac:picMk id="47" creationId="{A6DF165B-49A9-4C89-3746-F9DF75DCBF3B}"/>
          </ac:picMkLst>
        </pc:picChg>
        <pc:cxnChg chg="add mod">
          <ac:chgData name="Brandt Redd" userId="be8ed540b98adac0" providerId="LiveId" clId="{50CD7511-3DEB-45BE-8ABE-2BFDA9B95DE4}" dt="2024-09-23T19:42:23.210" v="225" actId="1582"/>
          <ac:cxnSpMkLst>
            <pc:docMk/>
            <pc:sldMk cId="1431594144" sldId="257"/>
            <ac:cxnSpMk id="9" creationId="{34C686B9-CAF1-5E5C-4EB0-B0785190EFC9}"/>
          </ac:cxnSpMkLst>
        </pc:cxnChg>
        <pc:cxnChg chg="add mod">
          <ac:chgData name="Brandt Redd" userId="be8ed540b98adac0" providerId="LiveId" clId="{50CD7511-3DEB-45BE-8ABE-2BFDA9B95DE4}" dt="2024-09-23T19:42:23.210" v="225" actId="1582"/>
          <ac:cxnSpMkLst>
            <pc:docMk/>
            <pc:sldMk cId="1431594144" sldId="257"/>
            <ac:cxnSpMk id="11" creationId="{EFFCC33C-7103-3C2D-771C-491B396617CA}"/>
          </ac:cxnSpMkLst>
        </pc:cxnChg>
        <pc:cxnChg chg="add mod">
          <ac:chgData name="Brandt Redd" userId="be8ed540b98adac0" providerId="LiveId" clId="{50CD7511-3DEB-45BE-8ABE-2BFDA9B95DE4}" dt="2024-09-23T19:42:23.210" v="225" actId="1582"/>
          <ac:cxnSpMkLst>
            <pc:docMk/>
            <pc:sldMk cId="1431594144" sldId="257"/>
            <ac:cxnSpMk id="13" creationId="{DDAE51F9-3E3E-59C7-998F-EDCFDF7D97B1}"/>
          </ac:cxnSpMkLst>
        </pc:cxnChg>
        <pc:cxnChg chg="add mod">
          <ac:chgData name="Brandt Redd" userId="be8ed540b98adac0" providerId="LiveId" clId="{50CD7511-3DEB-45BE-8ABE-2BFDA9B95DE4}" dt="2024-09-23T19:42:27.760" v="226" actId="1076"/>
          <ac:cxnSpMkLst>
            <pc:docMk/>
            <pc:sldMk cId="1431594144" sldId="257"/>
            <ac:cxnSpMk id="23" creationId="{37D1285A-6632-1E52-CEA8-798698E48421}"/>
          </ac:cxnSpMkLst>
        </pc:cxnChg>
        <pc:cxnChg chg="add mod">
          <ac:chgData name="Brandt Redd" userId="be8ed540b98adac0" providerId="LiveId" clId="{50CD7511-3DEB-45BE-8ABE-2BFDA9B95DE4}" dt="2024-09-23T19:42:05.473" v="224" actId="1076"/>
          <ac:cxnSpMkLst>
            <pc:docMk/>
            <pc:sldMk cId="1431594144" sldId="257"/>
            <ac:cxnSpMk id="25" creationId="{D2B274F2-3C94-8300-AB07-2E6DFEB6B629}"/>
          </ac:cxnSpMkLst>
        </pc:cxnChg>
      </pc:sldChg>
      <pc:sldChg chg="addSp modSp mod">
        <pc:chgData name="Brandt Redd" userId="be8ed540b98adac0" providerId="LiveId" clId="{50CD7511-3DEB-45BE-8ABE-2BFDA9B95DE4}" dt="2024-09-23T19:45:09.318" v="242" actId="14100"/>
        <pc:sldMkLst>
          <pc:docMk/>
          <pc:sldMk cId="3577877868" sldId="258"/>
        </pc:sldMkLst>
        <pc:picChg chg="add mod">
          <ac:chgData name="Brandt Redd" userId="be8ed540b98adac0" providerId="LiveId" clId="{50CD7511-3DEB-45BE-8ABE-2BFDA9B95DE4}" dt="2024-09-23T19:45:09.318" v="242" actId="14100"/>
          <ac:picMkLst>
            <pc:docMk/>
            <pc:sldMk cId="3577877868" sldId="258"/>
            <ac:picMk id="5" creationId="{8C117BA1-9D80-7F42-8E05-0BF09AED0FFB}"/>
          </ac:picMkLst>
        </pc:picChg>
      </pc:sldChg>
      <pc:sldChg chg="addSp modSp mod">
        <pc:chgData name="Brandt Redd" userId="be8ed540b98adac0" providerId="LiveId" clId="{50CD7511-3DEB-45BE-8ABE-2BFDA9B95DE4}" dt="2024-09-23T19:45:28.829" v="246" actId="14100"/>
        <pc:sldMkLst>
          <pc:docMk/>
          <pc:sldMk cId="2285096019" sldId="259"/>
        </pc:sldMkLst>
        <pc:picChg chg="add mod">
          <ac:chgData name="Brandt Redd" userId="be8ed540b98adac0" providerId="LiveId" clId="{50CD7511-3DEB-45BE-8ABE-2BFDA9B95DE4}" dt="2024-09-23T19:45:28.829" v="246" actId="14100"/>
          <ac:picMkLst>
            <pc:docMk/>
            <pc:sldMk cId="2285096019" sldId="259"/>
            <ac:picMk id="4" creationId="{C2DA365D-282C-2A1B-A08E-5D74C93A29E6}"/>
          </ac:picMkLst>
        </pc:picChg>
      </pc:sldChg>
      <pc:sldChg chg="addSp modSp mod">
        <pc:chgData name="Brandt Redd" userId="be8ed540b98adac0" providerId="LiveId" clId="{50CD7511-3DEB-45BE-8ABE-2BFDA9B95DE4}" dt="2024-09-23T19:46:27.614" v="257" actId="20577"/>
        <pc:sldMkLst>
          <pc:docMk/>
          <pc:sldMk cId="1830589839" sldId="260"/>
        </pc:sldMkLst>
        <pc:spChg chg="mod">
          <ac:chgData name="Brandt Redd" userId="be8ed540b98adac0" providerId="LiveId" clId="{50CD7511-3DEB-45BE-8ABE-2BFDA9B95DE4}" dt="2024-09-23T19:45:50.152" v="251" actId="20577"/>
          <ac:spMkLst>
            <pc:docMk/>
            <pc:sldMk cId="1830589839" sldId="260"/>
            <ac:spMk id="2" creationId="{79B92089-78CE-52D4-15C9-CF037C52D77A}"/>
          </ac:spMkLst>
        </pc:spChg>
        <pc:spChg chg="mod">
          <ac:chgData name="Brandt Redd" userId="be8ed540b98adac0" providerId="LiveId" clId="{50CD7511-3DEB-45BE-8ABE-2BFDA9B95DE4}" dt="2024-09-23T19:46:27.614" v="257" actId="20577"/>
          <ac:spMkLst>
            <pc:docMk/>
            <pc:sldMk cId="1830589839" sldId="260"/>
            <ac:spMk id="3" creationId="{D5129919-E7BF-64EB-963F-EF76F83BCA97}"/>
          </ac:spMkLst>
        </pc:spChg>
        <pc:picChg chg="add mod">
          <ac:chgData name="Brandt Redd" userId="be8ed540b98adac0" providerId="LiveId" clId="{50CD7511-3DEB-45BE-8ABE-2BFDA9B95DE4}" dt="2024-09-23T19:46:14.170" v="255" actId="1076"/>
          <ac:picMkLst>
            <pc:docMk/>
            <pc:sldMk cId="1830589839" sldId="260"/>
            <ac:picMk id="4" creationId="{9CFED2EC-30DA-DDA6-C3DE-78EDB86167E7}"/>
          </ac:picMkLst>
        </pc:picChg>
      </pc:sldChg>
      <pc:sldChg chg="addSp modSp mod">
        <pc:chgData name="Brandt Redd" userId="be8ed540b98adac0" providerId="LiveId" clId="{50CD7511-3DEB-45BE-8ABE-2BFDA9B95DE4}" dt="2024-09-23T19:53:40.544" v="264" actId="13926"/>
        <pc:sldMkLst>
          <pc:docMk/>
          <pc:sldMk cId="336849203" sldId="261"/>
        </pc:sldMkLst>
        <pc:spChg chg="mod">
          <ac:chgData name="Brandt Redd" userId="be8ed540b98adac0" providerId="LiveId" clId="{50CD7511-3DEB-45BE-8ABE-2BFDA9B95DE4}" dt="2024-09-23T19:53:13.443" v="262" actId="14100"/>
          <ac:spMkLst>
            <pc:docMk/>
            <pc:sldMk cId="336849203" sldId="261"/>
            <ac:spMk id="2" creationId="{098508BD-ECF6-D66C-D7CF-DEF72B51999D}"/>
          </ac:spMkLst>
        </pc:spChg>
        <pc:spChg chg="mod">
          <ac:chgData name="Brandt Redd" userId="be8ed540b98adac0" providerId="LiveId" clId="{50CD7511-3DEB-45BE-8ABE-2BFDA9B95DE4}" dt="2024-09-23T19:53:40.544" v="264" actId="13926"/>
          <ac:spMkLst>
            <pc:docMk/>
            <pc:sldMk cId="336849203" sldId="261"/>
            <ac:spMk id="3" creationId="{3A2C192F-0176-B6BB-84B2-EFC58C0E714A}"/>
          </ac:spMkLst>
        </pc:spChg>
        <pc:picChg chg="add mod">
          <ac:chgData name="Brandt Redd" userId="be8ed540b98adac0" providerId="LiveId" clId="{50CD7511-3DEB-45BE-8ABE-2BFDA9B95DE4}" dt="2024-09-23T19:53:17.464" v="263" actId="1076"/>
          <ac:picMkLst>
            <pc:docMk/>
            <pc:sldMk cId="336849203" sldId="261"/>
            <ac:picMk id="5" creationId="{01A170A1-501F-2FA4-C56B-70CBA87CCD49}"/>
          </ac:picMkLst>
        </pc:picChg>
      </pc:sldChg>
      <pc:sldChg chg="addSp modSp mod">
        <pc:chgData name="Brandt Redd" userId="be8ed540b98adac0" providerId="LiveId" clId="{50CD7511-3DEB-45BE-8ABE-2BFDA9B95DE4}" dt="2024-09-23T19:56:24.417" v="271" actId="14100"/>
        <pc:sldMkLst>
          <pc:docMk/>
          <pc:sldMk cId="1097376274" sldId="262"/>
        </pc:sldMkLst>
        <pc:spChg chg="mod">
          <ac:chgData name="Brandt Redd" userId="be8ed540b98adac0" providerId="LiveId" clId="{50CD7511-3DEB-45BE-8ABE-2BFDA9B95DE4}" dt="2024-09-23T19:56:24.417" v="271" actId="14100"/>
          <ac:spMkLst>
            <pc:docMk/>
            <pc:sldMk cId="1097376274" sldId="262"/>
            <ac:spMk id="2" creationId="{8BA7CA9B-01C4-E9A0-1C5A-0DEBF906CB01}"/>
          </ac:spMkLst>
        </pc:spChg>
        <pc:picChg chg="add mod">
          <ac:chgData name="Brandt Redd" userId="be8ed540b98adac0" providerId="LiveId" clId="{50CD7511-3DEB-45BE-8ABE-2BFDA9B95DE4}" dt="2024-09-23T19:56:21.308" v="270" actId="1076"/>
          <ac:picMkLst>
            <pc:docMk/>
            <pc:sldMk cId="1097376274" sldId="262"/>
            <ac:picMk id="5" creationId="{B4C4129F-99EC-1845-834B-65B77C33F903}"/>
          </ac:picMkLst>
        </pc:picChg>
      </pc:sldChg>
      <pc:sldChg chg="addSp modSp mod">
        <pc:chgData name="Brandt Redd" userId="be8ed540b98adac0" providerId="LiveId" clId="{50CD7511-3DEB-45BE-8ABE-2BFDA9B95DE4}" dt="2024-09-23T19:56:37.634" v="273" actId="14100"/>
        <pc:sldMkLst>
          <pc:docMk/>
          <pc:sldMk cId="215034969" sldId="263"/>
        </pc:sldMkLst>
        <pc:spChg chg="mod">
          <ac:chgData name="Brandt Redd" userId="be8ed540b98adac0" providerId="LiveId" clId="{50CD7511-3DEB-45BE-8ABE-2BFDA9B95DE4}" dt="2024-09-23T19:56:37.634" v="273" actId="14100"/>
          <ac:spMkLst>
            <pc:docMk/>
            <pc:sldMk cId="215034969" sldId="263"/>
            <ac:spMk id="2" creationId="{F2E23AC4-CE05-16B3-F63A-F9D46B8DD5AD}"/>
          </ac:spMkLst>
        </pc:spChg>
        <pc:picChg chg="add mod">
          <ac:chgData name="Brandt Redd" userId="be8ed540b98adac0" providerId="LiveId" clId="{50CD7511-3DEB-45BE-8ABE-2BFDA9B95DE4}" dt="2024-09-23T19:56:30.302" v="272"/>
          <ac:picMkLst>
            <pc:docMk/>
            <pc:sldMk cId="215034969" sldId="263"/>
            <ac:picMk id="4" creationId="{25BA99DD-6683-D7E0-13E8-0B2C7C753C2E}"/>
          </ac:picMkLst>
        </pc:picChg>
      </pc:sldChg>
      <pc:sldChg chg="addSp modSp mod">
        <pc:chgData name="Brandt Redd" userId="be8ed540b98adac0" providerId="LiveId" clId="{50CD7511-3DEB-45BE-8ABE-2BFDA9B95DE4}" dt="2024-09-23T20:27:07.191" v="399" actId="20577"/>
        <pc:sldMkLst>
          <pc:docMk/>
          <pc:sldMk cId="3142373281" sldId="264"/>
        </pc:sldMkLst>
        <pc:spChg chg="mod">
          <ac:chgData name="Brandt Redd" userId="be8ed540b98adac0" providerId="LiveId" clId="{50CD7511-3DEB-45BE-8ABE-2BFDA9B95DE4}" dt="2024-09-23T20:00:12.528" v="277" actId="14100"/>
          <ac:spMkLst>
            <pc:docMk/>
            <pc:sldMk cId="3142373281" sldId="264"/>
            <ac:spMk id="2" creationId="{248FF7A4-4509-0C3E-AC01-B5B82A1F2515}"/>
          </ac:spMkLst>
        </pc:spChg>
        <pc:spChg chg="mod">
          <ac:chgData name="Brandt Redd" userId="be8ed540b98adac0" providerId="LiveId" clId="{50CD7511-3DEB-45BE-8ABE-2BFDA9B95DE4}" dt="2024-09-23T20:27:07.191" v="399" actId="20577"/>
          <ac:spMkLst>
            <pc:docMk/>
            <pc:sldMk cId="3142373281" sldId="264"/>
            <ac:spMk id="3" creationId="{4641CEB3-B032-A2BC-21D2-4C8D92A21864}"/>
          </ac:spMkLst>
        </pc:spChg>
        <pc:spChg chg="add mod">
          <ac:chgData name="Brandt Redd" userId="be8ed540b98adac0" providerId="LiveId" clId="{50CD7511-3DEB-45BE-8ABE-2BFDA9B95DE4}" dt="2024-09-23T20:26:44.917" v="382" actId="1038"/>
          <ac:spMkLst>
            <pc:docMk/>
            <pc:sldMk cId="3142373281" sldId="264"/>
            <ac:spMk id="6" creationId="{8E60DCCE-8950-6784-D694-42B03F9E6F6D}"/>
          </ac:spMkLst>
        </pc:spChg>
        <pc:picChg chg="add mod">
          <ac:chgData name="Brandt Redd" userId="be8ed540b98adac0" providerId="LiveId" clId="{50CD7511-3DEB-45BE-8ABE-2BFDA9B95DE4}" dt="2024-09-23T20:05:42.654" v="313" actId="1076"/>
          <ac:picMkLst>
            <pc:docMk/>
            <pc:sldMk cId="3142373281" sldId="264"/>
            <ac:picMk id="5" creationId="{BBCEB189-E652-3C58-415B-228813555268}"/>
          </ac:picMkLst>
        </pc:picChg>
        <pc:picChg chg="add mod">
          <ac:chgData name="Brandt Redd" userId="be8ed540b98adac0" providerId="LiveId" clId="{50CD7511-3DEB-45BE-8ABE-2BFDA9B95DE4}" dt="2024-09-23T20:26:44.917" v="382" actId="1038"/>
          <ac:picMkLst>
            <pc:docMk/>
            <pc:sldMk cId="3142373281" sldId="264"/>
            <ac:picMk id="1026" creationId="{1EDE5E1B-78A5-AB05-C97F-CE804C7B43F7}"/>
          </ac:picMkLst>
        </pc:picChg>
        <pc:picChg chg="add mod">
          <ac:chgData name="Brandt Redd" userId="be8ed540b98adac0" providerId="LiveId" clId="{50CD7511-3DEB-45BE-8ABE-2BFDA9B95DE4}" dt="2024-09-23T20:26:44.917" v="382" actId="1038"/>
          <ac:picMkLst>
            <pc:docMk/>
            <pc:sldMk cId="3142373281" sldId="264"/>
            <ac:picMk id="1028" creationId="{02591908-6123-2E9F-2C15-E9A506376C4B}"/>
          </ac:picMkLst>
        </pc:picChg>
        <pc:picChg chg="add mod">
          <ac:chgData name="Brandt Redd" userId="be8ed540b98adac0" providerId="LiveId" clId="{50CD7511-3DEB-45BE-8ABE-2BFDA9B95DE4}" dt="2024-09-23T20:26:44.917" v="382" actId="1038"/>
          <ac:picMkLst>
            <pc:docMk/>
            <pc:sldMk cId="3142373281" sldId="264"/>
            <ac:picMk id="1030" creationId="{DCBE40D0-C369-785B-606A-A09630A4B663}"/>
          </ac:picMkLst>
        </pc:picChg>
        <pc:picChg chg="add">
          <ac:chgData name="Brandt Redd" userId="be8ed540b98adac0" providerId="LiveId" clId="{50CD7511-3DEB-45BE-8ABE-2BFDA9B95DE4}" dt="2024-09-23T20:24:18.990" v="355"/>
          <ac:picMkLst>
            <pc:docMk/>
            <pc:sldMk cId="3142373281" sldId="264"/>
            <ac:picMk id="1032" creationId="{E029B03A-AEEF-BC92-10CA-321DEDF38378}"/>
          </ac:picMkLst>
        </pc:picChg>
        <pc:picChg chg="add mod">
          <ac:chgData name="Brandt Redd" userId="be8ed540b98adac0" providerId="LiveId" clId="{50CD7511-3DEB-45BE-8ABE-2BFDA9B95DE4}" dt="2024-09-23T20:26:48.490" v="383" actId="1037"/>
          <ac:picMkLst>
            <pc:docMk/>
            <pc:sldMk cId="3142373281" sldId="264"/>
            <ac:picMk id="1034" creationId="{DE0E4204-4DFC-13F5-61D9-9EDA86C5C76C}"/>
          </ac:picMkLst>
        </pc:picChg>
        <pc:cxnChg chg="add mod">
          <ac:chgData name="Brandt Redd" userId="be8ed540b98adac0" providerId="LiveId" clId="{50CD7511-3DEB-45BE-8ABE-2BFDA9B95DE4}" dt="2024-09-23T20:26:44.917" v="382" actId="1038"/>
          <ac:cxnSpMkLst>
            <pc:docMk/>
            <pc:sldMk cId="3142373281" sldId="264"/>
            <ac:cxnSpMk id="8" creationId="{42748247-EAD7-2810-9F68-D02557D00256}"/>
          </ac:cxnSpMkLst>
        </pc:cxnChg>
        <pc:cxnChg chg="add mod">
          <ac:chgData name="Brandt Redd" userId="be8ed540b98adac0" providerId="LiveId" clId="{50CD7511-3DEB-45BE-8ABE-2BFDA9B95DE4}" dt="2024-09-23T20:26:44.917" v="382" actId="1038"/>
          <ac:cxnSpMkLst>
            <pc:docMk/>
            <pc:sldMk cId="3142373281" sldId="264"/>
            <ac:cxnSpMk id="10" creationId="{52B94E8E-D056-4B36-F666-B360A4FB30E0}"/>
          </ac:cxnSpMkLst>
        </pc:cxnChg>
        <pc:cxnChg chg="add mod">
          <ac:chgData name="Brandt Redd" userId="be8ed540b98adac0" providerId="LiveId" clId="{50CD7511-3DEB-45BE-8ABE-2BFDA9B95DE4}" dt="2024-09-23T20:26:44.917" v="382" actId="1038"/>
          <ac:cxnSpMkLst>
            <pc:docMk/>
            <pc:sldMk cId="3142373281" sldId="264"/>
            <ac:cxnSpMk id="14" creationId="{CA62A53D-5720-725F-140B-59F44747841B}"/>
          </ac:cxnSpMkLst>
        </pc:cxnChg>
        <pc:cxnChg chg="add mod">
          <ac:chgData name="Brandt Redd" userId="be8ed540b98adac0" providerId="LiveId" clId="{50CD7511-3DEB-45BE-8ABE-2BFDA9B95DE4}" dt="2024-09-23T20:26:48.490" v="383" actId="1037"/>
          <ac:cxnSpMkLst>
            <pc:docMk/>
            <pc:sldMk cId="3142373281" sldId="264"/>
            <ac:cxnSpMk id="16" creationId="{550408A3-3B1A-5827-3667-C4AAB9B52D4D}"/>
          </ac:cxnSpMkLst>
        </pc:cxnChg>
      </pc:sldChg>
      <pc:sldChg chg="addSp modSp mod">
        <pc:chgData name="Brandt Redd" userId="be8ed540b98adac0" providerId="LiveId" clId="{50CD7511-3DEB-45BE-8ABE-2BFDA9B95DE4}" dt="2024-09-23T20:04:56.813" v="311" actId="20577"/>
        <pc:sldMkLst>
          <pc:docMk/>
          <pc:sldMk cId="3417654754" sldId="265"/>
        </pc:sldMkLst>
        <pc:spChg chg="mod">
          <ac:chgData name="Brandt Redd" userId="be8ed540b98adac0" providerId="LiveId" clId="{50CD7511-3DEB-45BE-8ABE-2BFDA9B95DE4}" dt="2024-09-23T20:04:56.813" v="311" actId="20577"/>
          <ac:spMkLst>
            <pc:docMk/>
            <pc:sldMk cId="3417654754" sldId="265"/>
            <ac:spMk id="2" creationId="{48579445-2C58-A5E7-12D7-F10F77762527}"/>
          </ac:spMkLst>
        </pc:spChg>
        <pc:picChg chg="add mod">
          <ac:chgData name="Brandt Redd" userId="be8ed540b98adac0" providerId="LiveId" clId="{50CD7511-3DEB-45BE-8ABE-2BFDA9B95DE4}" dt="2024-09-23T20:04:35.958" v="304" actId="1076"/>
          <ac:picMkLst>
            <pc:docMk/>
            <pc:sldMk cId="3417654754" sldId="265"/>
            <ac:picMk id="5" creationId="{06ED5E51-3014-BA63-BA3E-01B75EC0AC6F}"/>
          </ac:picMkLst>
        </pc:picChg>
        <pc:picChg chg="add mod">
          <ac:chgData name="Brandt Redd" userId="be8ed540b98adac0" providerId="LiveId" clId="{50CD7511-3DEB-45BE-8ABE-2BFDA9B95DE4}" dt="2024-09-23T20:04:49.762" v="305" actId="1076"/>
          <ac:picMkLst>
            <pc:docMk/>
            <pc:sldMk cId="3417654754" sldId="265"/>
            <ac:picMk id="7" creationId="{4D4CE671-0207-83AA-7AE1-93D432B2A490}"/>
          </ac:picMkLst>
        </pc:picChg>
      </pc:sldChg>
      <pc:sldChg chg="del">
        <pc:chgData name="Brandt Redd" userId="be8ed540b98adac0" providerId="LiveId" clId="{50CD7511-3DEB-45BE-8ABE-2BFDA9B95DE4}" dt="2024-09-23T20:31:56.582" v="400" actId="2696"/>
        <pc:sldMkLst>
          <pc:docMk/>
          <pc:sldMk cId="4057131461" sldId="266"/>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1AED1-27AB-7BB3-811D-C09047733F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0B61B3B-73D1-B1C5-DFC8-BD674E575B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346B5BF-9E8E-F89D-C26F-4F80443F0A07}"/>
              </a:ext>
            </a:extLst>
          </p:cNvPr>
          <p:cNvSpPr>
            <a:spLocks noGrp="1"/>
          </p:cNvSpPr>
          <p:nvPr>
            <p:ph type="dt" sz="half" idx="10"/>
          </p:nvPr>
        </p:nvSpPr>
        <p:spPr/>
        <p:txBody>
          <a:bodyPr/>
          <a:lstStyle/>
          <a:p>
            <a:fld id="{442DCA32-820D-4551-8D4F-01D53F5D7B5A}" type="datetimeFigureOut">
              <a:rPr lang="en-US" smtClean="0"/>
              <a:t>2024-09-23</a:t>
            </a:fld>
            <a:endParaRPr lang="en-US"/>
          </a:p>
        </p:txBody>
      </p:sp>
      <p:sp>
        <p:nvSpPr>
          <p:cNvPr id="5" name="Footer Placeholder 4">
            <a:extLst>
              <a:ext uri="{FF2B5EF4-FFF2-40B4-BE49-F238E27FC236}">
                <a16:creationId xmlns:a16="http://schemas.microsoft.com/office/drawing/2014/main" id="{7A1A8FDD-6711-402A-122A-29E7C01721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1F9184-E28F-3274-1D03-C5D625564E36}"/>
              </a:ext>
            </a:extLst>
          </p:cNvPr>
          <p:cNvSpPr>
            <a:spLocks noGrp="1"/>
          </p:cNvSpPr>
          <p:nvPr>
            <p:ph type="sldNum" sz="quarter" idx="12"/>
          </p:nvPr>
        </p:nvSpPr>
        <p:spPr/>
        <p:txBody>
          <a:bodyPr/>
          <a:lstStyle/>
          <a:p>
            <a:fld id="{30212134-C64C-457D-ADDE-106576DFDA3E}" type="slidenum">
              <a:rPr lang="en-US" smtClean="0"/>
              <a:t>‹#›</a:t>
            </a:fld>
            <a:endParaRPr lang="en-US"/>
          </a:p>
        </p:txBody>
      </p:sp>
    </p:spTree>
    <p:extLst>
      <p:ext uri="{BB962C8B-B14F-4D97-AF65-F5344CB8AC3E}">
        <p14:creationId xmlns:p14="http://schemas.microsoft.com/office/powerpoint/2010/main" val="2100415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17665-BB5C-646A-1B97-15C1C3A6D4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E39958-5C8D-69B0-3840-9D44D74588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9D5350-9224-FB3A-4200-8CC48AB9E554}"/>
              </a:ext>
            </a:extLst>
          </p:cNvPr>
          <p:cNvSpPr>
            <a:spLocks noGrp="1"/>
          </p:cNvSpPr>
          <p:nvPr>
            <p:ph type="dt" sz="half" idx="10"/>
          </p:nvPr>
        </p:nvSpPr>
        <p:spPr/>
        <p:txBody>
          <a:bodyPr/>
          <a:lstStyle/>
          <a:p>
            <a:fld id="{442DCA32-820D-4551-8D4F-01D53F5D7B5A}" type="datetimeFigureOut">
              <a:rPr lang="en-US" smtClean="0"/>
              <a:t>2024-09-23</a:t>
            </a:fld>
            <a:endParaRPr lang="en-US"/>
          </a:p>
        </p:txBody>
      </p:sp>
      <p:sp>
        <p:nvSpPr>
          <p:cNvPr id="5" name="Footer Placeholder 4">
            <a:extLst>
              <a:ext uri="{FF2B5EF4-FFF2-40B4-BE49-F238E27FC236}">
                <a16:creationId xmlns:a16="http://schemas.microsoft.com/office/drawing/2014/main" id="{F0F8EB5D-997A-BAFD-5DF4-31D90797EF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FC4715-C6B8-AE03-901A-5B40250278E1}"/>
              </a:ext>
            </a:extLst>
          </p:cNvPr>
          <p:cNvSpPr>
            <a:spLocks noGrp="1"/>
          </p:cNvSpPr>
          <p:nvPr>
            <p:ph type="sldNum" sz="quarter" idx="12"/>
          </p:nvPr>
        </p:nvSpPr>
        <p:spPr/>
        <p:txBody>
          <a:bodyPr/>
          <a:lstStyle/>
          <a:p>
            <a:fld id="{30212134-C64C-457D-ADDE-106576DFDA3E}" type="slidenum">
              <a:rPr lang="en-US" smtClean="0"/>
              <a:t>‹#›</a:t>
            </a:fld>
            <a:endParaRPr lang="en-US"/>
          </a:p>
        </p:txBody>
      </p:sp>
    </p:spTree>
    <p:extLst>
      <p:ext uri="{BB962C8B-B14F-4D97-AF65-F5344CB8AC3E}">
        <p14:creationId xmlns:p14="http://schemas.microsoft.com/office/powerpoint/2010/main" val="466128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63300-F7D2-EBB1-5512-CE26EA2254B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B322DE2-3BF2-A4EF-13A2-98B3E89C45F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CAFDCB-5F27-F7BE-4523-E8D31B4D8339}"/>
              </a:ext>
            </a:extLst>
          </p:cNvPr>
          <p:cNvSpPr>
            <a:spLocks noGrp="1"/>
          </p:cNvSpPr>
          <p:nvPr>
            <p:ph type="dt" sz="half" idx="10"/>
          </p:nvPr>
        </p:nvSpPr>
        <p:spPr/>
        <p:txBody>
          <a:bodyPr/>
          <a:lstStyle/>
          <a:p>
            <a:fld id="{442DCA32-820D-4551-8D4F-01D53F5D7B5A}" type="datetimeFigureOut">
              <a:rPr lang="en-US" smtClean="0"/>
              <a:t>2024-09-23</a:t>
            </a:fld>
            <a:endParaRPr lang="en-US"/>
          </a:p>
        </p:txBody>
      </p:sp>
      <p:sp>
        <p:nvSpPr>
          <p:cNvPr id="5" name="Footer Placeholder 4">
            <a:extLst>
              <a:ext uri="{FF2B5EF4-FFF2-40B4-BE49-F238E27FC236}">
                <a16:creationId xmlns:a16="http://schemas.microsoft.com/office/drawing/2014/main" id="{A494672F-6B1A-5EBC-9299-188F9DAC3D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235BBF-8D33-145F-C2E5-9F849573C198}"/>
              </a:ext>
            </a:extLst>
          </p:cNvPr>
          <p:cNvSpPr>
            <a:spLocks noGrp="1"/>
          </p:cNvSpPr>
          <p:nvPr>
            <p:ph type="sldNum" sz="quarter" idx="12"/>
          </p:nvPr>
        </p:nvSpPr>
        <p:spPr/>
        <p:txBody>
          <a:bodyPr/>
          <a:lstStyle/>
          <a:p>
            <a:fld id="{30212134-C64C-457D-ADDE-106576DFDA3E}" type="slidenum">
              <a:rPr lang="en-US" smtClean="0"/>
              <a:t>‹#›</a:t>
            </a:fld>
            <a:endParaRPr lang="en-US"/>
          </a:p>
        </p:txBody>
      </p:sp>
    </p:spTree>
    <p:extLst>
      <p:ext uri="{BB962C8B-B14F-4D97-AF65-F5344CB8AC3E}">
        <p14:creationId xmlns:p14="http://schemas.microsoft.com/office/powerpoint/2010/main" val="2181852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81F2E-23DA-0346-08C6-3E192D8EFD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AF3172-7865-AE27-1AF1-13E1A95F12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E0884BE-6BAD-0344-B26C-7308ABA3D0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AF2D965-37FF-6A30-5F14-0A206DEA2A69}"/>
              </a:ext>
            </a:extLst>
          </p:cNvPr>
          <p:cNvSpPr>
            <a:spLocks noGrp="1"/>
          </p:cNvSpPr>
          <p:nvPr>
            <p:ph type="dt" sz="half" idx="10"/>
          </p:nvPr>
        </p:nvSpPr>
        <p:spPr/>
        <p:txBody>
          <a:bodyPr/>
          <a:lstStyle/>
          <a:p>
            <a:fld id="{442DCA32-820D-4551-8D4F-01D53F5D7B5A}" type="datetimeFigureOut">
              <a:rPr lang="en-US" smtClean="0"/>
              <a:t>2024-09-23</a:t>
            </a:fld>
            <a:endParaRPr lang="en-US"/>
          </a:p>
        </p:txBody>
      </p:sp>
      <p:sp>
        <p:nvSpPr>
          <p:cNvPr id="6" name="Footer Placeholder 5">
            <a:extLst>
              <a:ext uri="{FF2B5EF4-FFF2-40B4-BE49-F238E27FC236}">
                <a16:creationId xmlns:a16="http://schemas.microsoft.com/office/drawing/2014/main" id="{5C8E388B-E21A-9B66-0E9E-2329A99B26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9C1E6F-2685-F134-3242-4412DC6F0A32}"/>
              </a:ext>
            </a:extLst>
          </p:cNvPr>
          <p:cNvSpPr>
            <a:spLocks noGrp="1"/>
          </p:cNvSpPr>
          <p:nvPr>
            <p:ph type="sldNum" sz="quarter" idx="12"/>
          </p:nvPr>
        </p:nvSpPr>
        <p:spPr/>
        <p:txBody>
          <a:bodyPr/>
          <a:lstStyle/>
          <a:p>
            <a:fld id="{30212134-C64C-457D-ADDE-106576DFDA3E}" type="slidenum">
              <a:rPr lang="en-US" smtClean="0"/>
              <a:t>‹#›</a:t>
            </a:fld>
            <a:endParaRPr lang="en-US"/>
          </a:p>
        </p:txBody>
      </p:sp>
    </p:spTree>
    <p:extLst>
      <p:ext uri="{BB962C8B-B14F-4D97-AF65-F5344CB8AC3E}">
        <p14:creationId xmlns:p14="http://schemas.microsoft.com/office/powerpoint/2010/main" val="436655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77089-E5C1-A49B-FD52-45E48E5BB3D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AB35DA7-8ACB-3F72-4917-99DC61B7F0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A17E1F-C199-F317-559D-DE9C1B6C7E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9D79E00-112C-24A0-66A4-C2C3ED29CA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E95B564-A780-D05B-0DA7-ECBF5596E4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BC32792-E659-C080-3447-49860E251B1D}"/>
              </a:ext>
            </a:extLst>
          </p:cNvPr>
          <p:cNvSpPr>
            <a:spLocks noGrp="1"/>
          </p:cNvSpPr>
          <p:nvPr>
            <p:ph type="dt" sz="half" idx="10"/>
          </p:nvPr>
        </p:nvSpPr>
        <p:spPr/>
        <p:txBody>
          <a:bodyPr/>
          <a:lstStyle/>
          <a:p>
            <a:fld id="{442DCA32-820D-4551-8D4F-01D53F5D7B5A}" type="datetimeFigureOut">
              <a:rPr lang="en-US" smtClean="0"/>
              <a:t>2024-09-23</a:t>
            </a:fld>
            <a:endParaRPr lang="en-US"/>
          </a:p>
        </p:txBody>
      </p:sp>
      <p:sp>
        <p:nvSpPr>
          <p:cNvPr id="8" name="Footer Placeholder 7">
            <a:extLst>
              <a:ext uri="{FF2B5EF4-FFF2-40B4-BE49-F238E27FC236}">
                <a16:creationId xmlns:a16="http://schemas.microsoft.com/office/drawing/2014/main" id="{D58E9027-C894-D773-71E6-50F4FC30C2F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F2F739F-47DD-949F-CDC4-4E8EE124E38A}"/>
              </a:ext>
            </a:extLst>
          </p:cNvPr>
          <p:cNvSpPr>
            <a:spLocks noGrp="1"/>
          </p:cNvSpPr>
          <p:nvPr>
            <p:ph type="sldNum" sz="quarter" idx="12"/>
          </p:nvPr>
        </p:nvSpPr>
        <p:spPr/>
        <p:txBody>
          <a:bodyPr/>
          <a:lstStyle/>
          <a:p>
            <a:fld id="{30212134-C64C-457D-ADDE-106576DFDA3E}" type="slidenum">
              <a:rPr lang="en-US" smtClean="0"/>
              <a:t>‹#›</a:t>
            </a:fld>
            <a:endParaRPr lang="en-US"/>
          </a:p>
        </p:txBody>
      </p:sp>
    </p:spTree>
    <p:extLst>
      <p:ext uri="{BB962C8B-B14F-4D97-AF65-F5344CB8AC3E}">
        <p14:creationId xmlns:p14="http://schemas.microsoft.com/office/powerpoint/2010/main" val="22663941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35829-53A7-3315-7197-881BE8C4C2B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A271F6F-2070-6ADD-96D5-17C127B3D596}"/>
              </a:ext>
            </a:extLst>
          </p:cNvPr>
          <p:cNvSpPr>
            <a:spLocks noGrp="1"/>
          </p:cNvSpPr>
          <p:nvPr>
            <p:ph type="dt" sz="half" idx="10"/>
          </p:nvPr>
        </p:nvSpPr>
        <p:spPr/>
        <p:txBody>
          <a:bodyPr/>
          <a:lstStyle/>
          <a:p>
            <a:fld id="{442DCA32-820D-4551-8D4F-01D53F5D7B5A}" type="datetimeFigureOut">
              <a:rPr lang="en-US" smtClean="0"/>
              <a:t>2024-09-23</a:t>
            </a:fld>
            <a:endParaRPr lang="en-US"/>
          </a:p>
        </p:txBody>
      </p:sp>
      <p:sp>
        <p:nvSpPr>
          <p:cNvPr id="4" name="Footer Placeholder 3">
            <a:extLst>
              <a:ext uri="{FF2B5EF4-FFF2-40B4-BE49-F238E27FC236}">
                <a16:creationId xmlns:a16="http://schemas.microsoft.com/office/drawing/2014/main" id="{3BB70AE9-5C87-9691-A5E4-4667C68D854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93A21E5-F152-DA15-F6AB-AF60397B4BDE}"/>
              </a:ext>
            </a:extLst>
          </p:cNvPr>
          <p:cNvSpPr>
            <a:spLocks noGrp="1"/>
          </p:cNvSpPr>
          <p:nvPr>
            <p:ph type="sldNum" sz="quarter" idx="12"/>
          </p:nvPr>
        </p:nvSpPr>
        <p:spPr/>
        <p:txBody>
          <a:bodyPr/>
          <a:lstStyle/>
          <a:p>
            <a:fld id="{30212134-C64C-457D-ADDE-106576DFDA3E}" type="slidenum">
              <a:rPr lang="en-US" smtClean="0"/>
              <a:t>‹#›</a:t>
            </a:fld>
            <a:endParaRPr lang="en-US"/>
          </a:p>
        </p:txBody>
      </p:sp>
    </p:spTree>
    <p:extLst>
      <p:ext uri="{BB962C8B-B14F-4D97-AF65-F5344CB8AC3E}">
        <p14:creationId xmlns:p14="http://schemas.microsoft.com/office/powerpoint/2010/main" val="2922855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19794F-181C-A28F-F678-F663FA4846D9}"/>
              </a:ext>
            </a:extLst>
          </p:cNvPr>
          <p:cNvSpPr>
            <a:spLocks noGrp="1"/>
          </p:cNvSpPr>
          <p:nvPr>
            <p:ph type="dt" sz="half" idx="10"/>
          </p:nvPr>
        </p:nvSpPr>
        <p:spPr/>
        <p:txBody>
          <a:bodyPr/>
          <a:lstStyle/>
          <a:p>
            <a:fld id="{442DCA32-820D-4551-8D4F-01D53F5D7B5A}" type="datetimeFigureOut">
              <a:rPr lang="en-US" smtClean="0"/>
              <a:t>2024-09-23</a:t>
            </a:fld>
            <a:endParaRPr lang="en-US"/>
          </a:p>
        </p:txBody>
      </p:sp>
      <p:sp>
        <p:nvSpPr>
          <p:cNvPr id="3" name="Footer Placeholder 2">
            <a:extLst>
              <a:ext uri="{FF2B5EF4-FFF2-40B4-BE49-F238E27FC236}">
                <a16:creationId xmlns:a16="http://schemas.microsoft.com/office/drawing/2014/main" id="{9D99A752-FD53-C459-ED44-111D639046D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AD2605E-E2A4-F2DF-6B55-E3D961F64562}"/>
              </a:ext>
            </a:extLst>
          </p:cNvPr>
          <p:cNvSpPr>
            <a:spLocks noGrp="1"/>
          </p:cNvSpPr>
          <p:nvPr>
            <p:ph type="sldNum" sz="quarter" idx="12"/>
          </p:nvPr>
        </p:nvSpPr>
        <p:spPr/>
        <p:txBody>
          <a:bodyPr/>
          <a:lstStyle/>
          <a:p>
            <a:fld id="{30212134-C64C-457D-ADDE-106576DFDA3E}" type="slidenum">
              <a:rPr lang="en-US" smtClean="0"/>
              <a:t>‹#›</a:t>
            </a:fld>
            <a:endParaRPr lang="en-US"/>
          </a:p>
        </p:txBody>
      </p:sp>
    </p:spTree>
    <p:extLst>
      <p:ext uri="{BB962C8B-B14F-4D97-AF65-F5344CB8AC3E}">
        <p14:creationId xmlns:p14="http://schemas.microsoft.com/office/powerpoint/2010/main" val="1934087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3077D-861B-124F-AB12-436C3D19DC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C863DB4-1D42-60D8-5FED-98B927D928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542AB1-71D0-3572-B4E9-72E340243B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D0BFF5-DD64-5C6A-148E-EB6ECDC327A9}"/>
              </a:ext>
            </a:extLst>
          </p:cNvPr>
          <p:cNvSpPr>
            <a:spLocks noGrp="1"/>
          </p:cNvSpPr>
          <p:nvPr>
            <p:ph type="dt" sz="half" idx="10"/>
          </p:nvPr>
        </p:nvSpPr>
        <p:spPr/>
        <p:txBody>
          <a:bodyPr/>
          <a:lstStyle/>
          <a:p>
            <a:fld id="{442DCA32-820D-4551-8D4F-01D53F5D7B5A}" type="datetimeFigureOut">
              <a:rPr lang="en-US" smtClean="0"/>
              <a:t>2024-09-23</a:t>
            </a:fld>
            <a:endParaRPr lang="en-US"/>
          </a:p>
        </p:txBody>
      </p:sp>
      <p:sp>
        <p:nvSpPr>
          <p:cNvPr id="6" name="Footer Placeholder 5">
            <a:extLst>
              <a:ext uri="{FF2B5EF4-FFF2-40B4-BE49-F238E27FC236}">
                <a16:creationId xmlns:a16="http://schemas.microsoft.com/office/drawing/2014/main" id="{BB8B1B07-7273-815C-92BA-FF5C73F668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EEE31B-46B4-C18E-2651-87075D8545CA}"/>
              </a:ext>
            </a:extLst>
          </p:cNvPr>
          <p:cNvSpPr>
            <a:spLocks noGrp="1"/>
          </p:cNvSpPr>
          <p:nvPr>
            <p:ph type="sldNum" sz="quarter" idx="12"/>
          </p:nvPr>
        </p:nvSpPr>
        <p:spPr/>
        <p:txBody>
          <a:bodyPr/>
          <a:lstStyle/>
          <a:p>
            <a:fld id="{30212134-C64C-457D-ADDE-106576DFDA3E}" type="slidenum">
              <a:rPr lang="en-US" smtClean="0"/>
              <a:t>‹#›</a:t>
            </a:fld>
            <a:endParaRPr lang="en-US"/>
          </a:p>
        </p:txBody>
      </p:sp>
    </p:spTree>
    <p:extLst>
      <p:ext uri="{BB962C8B-B14F-4D97-AF65-F5344CB8AC3E}">
        <p14:creationId xmlns:p14="http://schemas.microsoft.com/office/powerpoint/2010/main" val="3737875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ED011-42DA-7220-E638-AF9C903A43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BDF18BD-DE95-E85E-87D5-6F744D2DBF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D247D1B-C538-1434-B406-5FC1706B39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ED605D-1BA0-A9EF-C0A0-D98732E8760F}"/>
              </a:ext>
            </a:extLst>
          </p:cNvPr>
          <p:cNvSpPr>
            <a:spLocks noGrp="1"/>
          </p:cNvSpPr>
          <p:nvPr>
            <p:ph type="dt" sz="half" idx="10"/>
          </p:nvPr>
        </p:nvSpPr>
        <p:spPr/>
        <p:txBody>
          <a:bodyPr/>
          <a:lstStyle/>
          <a:p>
            <a:fld id="{442DCA32-820D-4551-8D4F-01D53F5D7B5A}" type="datetimeFigureOut">
              <a:rPr lang="en-US" smtClean="0"/>
              <a:t>2024-09-23</a:t>
            </a:fld>
            <a:endParaRPr lang="en-US"/>
          </a:p>
        </p:txBody>
      </p:sp>
      <p:sp>
        <p:nvSpPr>
          <p:cNvPr id="6" name="Footer Placeholder 5">
            <a:extLst>
              <a:ext uri="{FF2B5EF4-FFF2-40B4-BE49-F238E27FC236}">
                <a16:creationId xmlns:a16="http://schemas.microsoft.com/office/drawing/2014/main" id="{EA47D671-39DF-DE46-BFDD-BAC400093A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71110F-EA6E-8F9F-798F-26A34E2B9315}"/>
              </a:ext>
            </a:extLst>
          </p:cNvPr>
          <p:cNvSpPr>
            <a:spLocks noGrp="1"/>
          </p:cNvSpPr>
          <p:nvPr>
            <p:ph type="sldNum" sz="quarter" idx="12"/>
          </p:nvPr>
        </p:nvSpPr>
        <p:spPr/>
        <p:txBody>
          <a:bodyPr/>
          <a:lstStyle/>
          <a:p>
            <a:fld id="{30212134-C64C-457D-ADDE-106576DFDA3E}" type="slidenum">
              <a:rPr lang="en-US" smtClean="0"/>
              <a:t>‹#›</a:t>
            </a:fld>
            <a:endParaRPr lang="en-US"/>
          </a:p>
        </p:txBody>
      </p:sp>
    </p:spTree>
    <p:extLst>
      <p:ext uri="{BB962C8B-B14F-4D97-AF65-F5344CB8AC3E}">
        <p14:creationId xmlns:p14="http://schemas.microsoft.com/office/powerpoint/2010/main" val="3962770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21003-DF76-FBD6-26C5-B35F6F5EC20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356AB67-3451-7D65-56C8-BCCD76A03C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A879D3-F4E7-1B7D-86AB-49BF8322FC39}"/>
              </a:ext>
            </a:extLst>
          </p:cNvPr>
          <p:cNvSpPr>
            <a:spLocks noGrp="1"/>
          </p:cNvSpPr>
          <p:nvPr>
            <p:ph type="dt" sz="half" idx="10"/>
          </p:nvPr>
        </p:nvSpPr>
        <p:spPr/>
        <p:txBody>
          <a:bodyPr/>
          <a:lstStyle/>
          <a:p>
            <a:fld id="{442DCA32-820D-4551-8D4F-01D53F5D7B5A}" type="datetimeFigureOut">
              <a:rPr lang="en-US" smtClean="0"/>
              <a:t>2024-09-23</a:t>
            </a:fld>
            <a:endParaRPr lang="en-US"/>
          </a:p>
        </p:txBody>
      </p:sp>
      <p:sp>
        <p:nvSpPr>
          <p:cNvPr id="5" name="Footer Placeholder 4">
            <a:extLst>
              <a:ext uri="{FF2B5EF4-FFF2-40B4-BE49-F238E27FC236}">
                <a16:creationId xmlns:a16="http://schemas.microsoft.com/office/drawing/2014/main" id="{4ABAD7D0-77D0-058B-26E6-D462F0B2AE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E261E6-F371-56F9-CF21-17D8C92E5BC0}"/>
              </a:ext>
            </a:extLst>
          </p:cNvPr>
          <p:cNvSpPr>
            <a:spLocks noGrp="1"/>
          </p:cNvSpPr>
          <p:nvPr>
            <p:ph type="sldNum" sz="quarter" idx="12"/>
          </p:nvPr>
        </p:nvSpPr>
        <p:spPr/>
        <p:txBody>
          <a:bodyPr/>
          <a:lstStyle/>
          <a:p>
            <a:fld id="{30212134-C64C-457D-ADDE-106576DFDA3E}" type="slidenum">
              <a:rPr lang="en-US" smtClean="0"/>
              <a:t>‹#›</a:t>
            </a:fld>
            <a:endParaRPr lang="en-US"/>
          </a:p>
        </p:txBody>
      </p:sp>
    </p:spTree>
    <p:extLst>
      <p:ext uri="{BB962C8B-B14F-4D97-AF65-F5344CB8AC3E}">
        <p14:creationId xmlns:p14="http://schemas.microsoft.com/office/powerpoint/2010/main" val="1209725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12401B-79F2-F7CB-F820-54B9A8BB623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0076237-2228-2F6B-D457-B44B0619CE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3E4AC7-66DD-40CF-0700-6068DF479D43}"/>
              </a:ext>
            </a:extLst>
          </p:cNvPr>
          <p:cNvSpPr>
            <a:spLocks noGrp="1"/>
          </p:cNvSpPr>
          <p:nvPr>
            <p:ph type="dt" sz="half" idx="10"/>
          </p:nvPr>
        </p:nvSpPr>
        <p:spPr/>
        <p:txBody>
          <a:bodyPr/>
          <a:lstStyle/>
          <a:p>
            <a:fld id="{442DCA32-820D-4551-8D4F-01D53F5D7B5A}" type="datetimeFigureOut">
              <a:rPr lang="en-US" smtClean="0"/>
              <a:t>2024-09-23</a:t>
            </a:fld>
            <a:endParaRPr lang="en-US"/>
          </a:p>
        </p:txBody>
      </p:sp>
      <p:sp>
        <p:nvSpPr>
          <p:cNvPr id="5" name="Footer Placeholder 4">
            <a:extLst>
              <a:ext uri="{FF2B5EF4-FFF2-40B4-BE49-F238E27FC236}">
                <a16:creationId xmlns:a16="http://schemas.microsoft.com/office/drawing/2014/main" id="{7655842B-D982-78AA-6D0C-22C70B6A51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A07D45-F311-992F-74DA-73CE3A44DC31}"/>
              </a:ext>
            </a:extLst>
          </p:cNvPr>
          <p:cNvSpPr>
            <a:spLocks noGrp="1"/>
          </p:cNvSpPr>
          <p:nvPr>
            <p:ph type="sldNum" sz="quarter" idx="12"/>
          </p:nvPr>
        </p:nvSpPr>
        <p:spPr/>
        <p:txBody>
          <a:bodyPr/>
          <a:lstStyle/>
          <a:p>
            <a:fld id="{30212134-C64C-457D-ADDE-106576DFDA3E}" type="slidenum">
              <a:rPr lang="en-US" smtClean="0"/>
              <a:t>‹#›</a:t>
            </a:fld>
            <a:endParaRPr lang="en-US"/>
          </a:p>
        </p:txBody>
      </p:sp>
    </p:spTree>
    <p:extLst>
      <p:ext uri="{BB962C8B-B14F-4D97-AF65-F5344CB8AC3E}">
        <p14:creationId xmlns:p14="http://schemas.microsoft.com/office/powerpoint/2010/main" val="2081691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8DB3B5-1EFA-0245-849B-6C8BAC8FB3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FC48E25-8E04-0224-9F0E-BB129C4E51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3043CE-5280-DDC1-08EF-2D8BBFD342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42DCA32-820D-4551-8D4F-01D53F5D7B5A}" type="datetimeFigureOut">
              <a:rPr lang="en-US" smtClean="0"/>
              <a:t>2024-09-23</a:t>
            </a:fld>
            <a:endParaRPr lang="en-US"/>
          </a:p>
        </p:txBody>
      </p:sp>
      <p:sp>
        <p:nvSpPr>
          <p:cNvPr id="5" name="Footer Placeholder 4">
            <a:extLst>
              <a:ext uri="{FF2B5EF4-FFF2-40B4-BE49-F238E27FC236}">
                <a16:creationId xmlns:a16="http://schemas.microsoft.com/office/drawing/2014/main" id="{179A184E-F954-8ED0-541F-C1BF73CE93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B8F5364-5195-69B8-99E0-E02729AD76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0212134-C64C-457D-ADDE-106576DFDA3E}" type="slidenum">
              <a:rPr lang="en-US" smtClean="0"/>
              <a:t>‹#›</a:t>
            </a:fld>
            <a:endParaRPr lang="en-US"/>
          </a:p>
        </p:txBody>
      </p:sp>
    </p:spTree>
    <p:extLst>
      <p:ext uri="{BB962C8B-B14F-4D97-AF65-F5344CB8AC3E}">
        <p14:creationId xmlns:p14="http://schemas.microsoft.com/office/powerpoint/2010/main" val="36367035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jpe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17821-6ACD-97DD-BD37-931771902412}"/>
              </a:ext>
            </a:extLst>
          </p:cNvPr>
          <p:cNvSpPr>
            <a:spLocks noGrp="1"/>
          </p:cNvSpPr>
          <p:nvPr>
            <p:ph type="ctrTitle"/>
          </p:nvPr>
        </p:nvSpPr>
        <p:spPr/>
        <p:txBody>
          <a:bodyPr>
            <a:normAutofit/>
          </a:bodyPr>
          <a:lstStyle/>
          <a:p>
            <a:r>
              <a:rPr lang="en-US" sz="4400" dirty="0"/>
              <a:t>Account and Resource Management 2</a:t>
            </a:r>
            <a:br>
              <a:rPr lang="en-US" dirty="0"/>
            </a:br>
            <a:r>
              <a:rPr lang="en-US" dirty="0"/>
              <a:t>Access Control</a:t>
            </a:r>
          </a:p>
        </p:txBody>
      </p:sp>
      <p:sp>
        <p:nvSpPr>
          <p:cNvPr id="3" name="Subtitle 2">
            <a:extLst>
              <a:ext uri="{FF2B5EF4-FFF2-40B4-BE49-F238E27FC236}">
                <a16:creationId xmlns:a16="http://schemas.microsoft.com/office/drawing/2014/main" id="{057CE07F-4C2B-1736-31C4-043E569CD716}"/>
              </a:ext>
            </a:extLst>
          </p:cNvPr>
          <p:cNvSpPr>
            <a:spLocks noGrp="1"/>
          </p:cNvSpPr>
          <p:nvPr>
            <p:ph type="subTitle" idx="1"/>
          </p:nvPr>
        </p:nvSpPr>
        <p:spPr/>
        <p:txBody>
          <a:bodyPr/>
          <a:lstStyle/>
          <a:p>
            <a:r>
              <a:rPr lang="en-US" dirty="0"/>
              <a:t>IT&amp;C 344 – S05 </a:t>
            </a:r>
          </a:p>
        </p:txBody>
      </p:sp>
    </p:spTree>
    <p:extLst>
      <p:ext uri="{BB962C8B-B14F-4D97-AF65-F5344CB8AC3E}">
        <p14:creationId xmlns:p14="http://schemas.microsoft.com/office/powerpoint/2010/main" val="1973310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E5036-3C31-E023-CD4C-FA80ADE1178D}"/>
              </a:ext>
            </a:extLst>
          </p:cNvPr>
          <p:cNvSpPr>
            <a:spLocks noGrp="1"/>
          </p:cNvSpPr>
          <p:nvPr>
            <p:ph type="title"/>
          </p:nvPr>
        </p:nvSpPr>
        <p:spPr/>
        <p:txBody>
          <a:bodyPr/>
          <a:lstStyle/>
          <a:p>
            <a:r>
              <a:rPr lang="en-US" dirty="0"/>
              <a:t>Access</a:t>
            </a:r>
            <a:r>
              <a:rPr lang="en-US" baseline="0" dirty="0"/>
              <a:t> Control Elements</a:t>
            </a:r>
            <a:endParaRPr lang="en-US" dirty="0"/>
          </a:p>
        </p:txBody>
      </p:sp>
      <p:sp>
        <p:nvSpPr>
          <p:cNvPr id="4" name="Rectangle: Rounded Corners 3">
            <a:extLst>
              <a:ext uri="{FF2B5EF4-FFF2-40B4-BE49-F238E27FC236}">
                <a16:creationId xmlns:a16="http://schemas.microsoft.com/office/drawing/2014/main" id="{5CE5B4F1-3E6E-F000-A3A2-8065B0512E27}"/>
              </a:ext>
            </a:extLst>
          </p:cNvPr>
          <p:cNvSpPr/>
          <p:nvPr/>
        </p:nvSpPr>
        <p:spPr>
          <a:xfrm>
            <a:off x="1447800" y="2400302"/>
            <a:ext cx="2057400" cy="116204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t>Users</a:t>
            </a:r>
          </a:p>
        </p:txBody>
      </p:sp>
      <p:sp>
        <p:nvSpPr>
          <p:cNvPr id="5" name="Rectangle: Rounded Corners 4">
            <a:extLst>
              <a:ext uri="{FF2B5EF4-FFF2-40B4-BE49-F238E27FC236}">
                <a16:creationId xmlns:a16="http://schemas.microsoft.com/office/drawing/2014/main" id="{5F45ACC9-D64A-DC5B-0225-6AC7E4BDBC44}"/>
              </a:ext>
            </a:extLst>
          </p:cNvPr>
          <p:cNvSpPr/>
          <p:nvPr/>
        </p:nvSpPr>
        <p:spPr>
          <a:xfrm>
            <a:off x="4876800" y="3733799"/>
            <a:ext cx="2057400" cy="116204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t>Groups</a:t>
            </a:r>
          </a:p>
        </p:txBody>
      </p:sp>
      <p:sp>
        <p:nvSpPr>
          <p:cNvPr id="6" name="Rectangle: Rounded Corners 5">
            <a:extLst>
              <a:ext uri="{FF2B5EF4-FFF2-40B4-BE49-F238E27FC236}">
                <a16:creationId xmlns:a16="http://schemas.microsoft.com/office/drawing/2014/main" id="{5A6DD791-F628-D110-E166-1E880216167D}"/>
              </a:ext>
            </a:extLst>
          </p:cNvPr>
          <p:cNvSpPr/>
          <p:nvPr/>
        </p:nvSpPr>
        <p:spPr>
          <a:xfrm>
            <a:off x="8191500" y="2395538"/>
            <a:ext cx="2057400" cy="116681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t>Assets</a:t>
            </a:r>
          </a:p>
        </p:txBody>
      </p:sp>
      <p:sp>
        <p:nvSpPr>
          <p:cNvPr id="7" name="TextBox 6">
            <a:extLst>
              <a:ext uri="{FF2B5EF4-FFF2-40B4-BE49-F238E27FC236}">
                <a16:creationId xmlns:a16="http://schemas.microsoft.com/office/drawing/2014/main" id="{CC69E977-31AF-A9EE-CD74-BA9F682B6D8C}"/>
              </a:ext>
            </a:extLst>
          </p:cNvPr>
          <p:cNvSpPr txBox="1"/>
          <p:nvPr/>
        </p:nvSpPr>
        <p:spPr>
          <a:xfrm>
            <a:off x="8343900" y="3562351"/>
            <a:ext cx="2209800" cy="830997"/>
          </a:xfrm>
          <a:prstGeom prst="rect">
            <a:avLst/>
          </a:prstGeom>
          <a:noFill/>
        </p:spPr>
        <p:txBody>
          <a:bodyPr wrap="square" rtlCol="0">
            <a:spAutoFit/>
          </a:bodyPr>
          <a:lstStyle/>
          <a:p>
            <a:r>
              <a:rPr lang="en-US" sz="1600" dirty="0"/>
              <a:t>Files, Folders, Computers, Devices, Database Tables, etc.</a:t>
            </a:r>
          </a:p>
        </p:txBody>
      </p:sp>
      <p:cxnSp>
        <p:nvCxnSpPr>
          <p:cNvPr id="9" name="Straight Arrow Connector 8">
            <a:extLst>
              <a:ext uri="{FF2B5EF4-FFF2-40B4-BE49-F238E27FC236}">
                <a16:creationId xmlns:a16="http://schemas.microsoft.com/office/drawing/2014/main" id="{34C686B9-CAF1-5E5C-4EB0-B0785190EFC9}"/>
              </a:ext>
            </a:extLst>
          </p:cNvPr>
          <p:cNvCxnSpPr>
            <a:cxnSpLocks/>
            <a:stCxn id="4" idx="3"/>
            <a:endCxn id="6" idx="1"/>
          </p:cNvCxnSpPr>
          <p:nvPr/>
        </p:nvCxnSpPr>
        <p:spPr>
          <a:xfrm flipV="1">
            <a:off x="3505200" y="2978945"/>
            <a:ext cx="4686300" cy="2382"/>
          </a:xfrm>
          <a:prstGeom prst="straightConnector1">
            <a:avLst/>
          </a:prstGeom>
          <a:ln w="57150">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EFFCC33C-7103-3C2D-771C-491B396617CA}"/>
              </a:ext>
            </a:extLst>
          </p:cNvPr>
          <p:cNvCxnSpPr>
            <a:cxnSpLocks/>
            <a:stCxn id="4" idx="3"/>
            <a:endCxn id="5" idx="1"/>
          </p:cNvCxnSpPr>
          <p:nvPr/>
        </p:nvCxnSpPr>
        <p:spPr>
          <a:xfrm>
            <a:off x="3505200" y="2981327"/>
            <a:ext cx="1371600" cy="1333497"/>
          </a:xfrm>
          <a:prstGeom prst="straightConnector1">
            <a:avLst/>
          </a:prstGeom>
          <a:ln w="57150">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DDAE51F9-3E3E-59C7-998F-EDCFDF7D97B1}"/>
              </a:ext>
            </a:extLst>
          </p:cNvPr>
          <p:cNvCxnSpPr>
            <a:cxnSpLocks/>
            <a:stCxn id="5" idx="3"/>
            <a:endCxn id="6" idx="1"/>
          </p:cNvCxnSpPr>
          <p:nvPr/>
        </p:nvCxnSpPr>
        <p:spPr>
          <a:xfrm flipV="1">
            <a:off x="6934200" y="2978945"/>
            <a:ext cx="1257300" cy="1335879"/>
          </a:xfrm>
          <a:prstGeom prst="straightConnector1">
            <a:avLst/>
          </a:prstGeom>
          <a:ln w="57150">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F37AE7C0-B1F2-4CC9-6565-415F204A1ECB}"/>
              </a:ext>
            </a:extLst>
          </p:cNvPr>
          <p:cNvSpPr txBox="1"/>
          <p:nvPr/>
        </p:nvSpPr>
        <p:spPr>
          <a:xfrm>
            <a:off x="6524625" y="2198175"/>
            <a:ext cx="1509709" cy="369332"/>
          </a:xfrm>
          <a:prstGeom prst="rect">
            <a:avLst/>
          </a:prstGeom>
          <a:noFill/>
        </p:spPr>
        <p:txBody>
          <a:bodyPr wrap="none" rtlCol="0">
            <a:spAutoFit/>
          </a:bodyPr>
          <a:lstStyle/>
          <a:p>
            <a:r>
              <a:rPr lang="en-US" dirty="0"/>
              <a:t>Permissions*</a:t>
            </a:r>
          </a:p>
        </p:txBody>
      </p:sp>
      <p:sp>
        <p:nvSpPr>
          <p:cNvPr id="20" name="Oval 19">
            <a:extLst>
              <a:ext uri="{FF2B5EF4-FFF2-40B4-BE49-F238E27FC236}">
                <a16:creationId xmlns:a16="http://schemas.microsoft.com/office/drawing/2014/main" id="{9C941ED9-61F6-291F-C215-08EC2CD23AC3}"/>
              </a:ext>
            </a:extLst>
          </p:cNvPr>
          <p:cNvSpPr/>
          <p:nvPr/>
        </p:nvSpPr>
        <p:spPr>
          <a:xfrm>
            <a:off x="7467600" y="3562351"/>
            <a:ext cx="190500" cy="190500"/>
          </a:xfrm>
          <a:prstGeom prst="ellips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9850B02F-4AA1-AE81-136B-832300661BDC}"/>
              </a:ext>
            </a:extLst>
          </p:cNvPr>
          <p:cNvSpPr/>
          <p:nvPr/>
        </p:nvSpPr>
        <p:spPr>
          <a:xfrm>
            <a:off x="6544437" y="2884494"/>
            <a:ext cx="190500" cy="190500"/>
          </a:xfrm>
          <a:prstGeom prst="ellips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37D1285A-6632-1E52-CEA8-798698E48421}"/>
              </a:ext>
            </a:extLst>
          </p:cNvPr>
          <p:cNvCxnSpPr>
            <a:stCxn id="18" idx="2"/>
            <a:endCxn id="21" idx="7"/>
          </p:cNvCxnSpPr>
          <p:nvPr/>
        </p:nvCxnSpPr>
        <p:spPr>
          <a:xfrm flipH="1">
            <a:off x="6707039" y="2567507"/>
            <a:ext cx="572441" cy="344885"/>
          </a:xfrm>
          <a:prstGeom prst="straightConnector1">
            <a:avLst/>
          </a:prstGeom>
          <a:ln>
            <a:tailEnd type="non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D2B274F2-3C94-8300-AB07-2E6DFEB6B629}"/>
              </a:ext>
            </a:extLst>
          </p:cNvPr>
          <p:cNvCxnSpPr>
            <a:cxnSpLocks/>
            <a:stCxn id="18" idx="2"/>
            <a:endCxn id="20" idx="0"/>
          </p:cNvCxnSpPr>
          <p:nvPr/>
        </p:nvCxnSpPr>
        <p:spPr>
          <a:xfrm>
            <a:off x="7279480" y="2567507"/>
            <a:ext cx="283370" cy="994844"/>
          </a:xfrm>
          <a:prstGeom prst="straightConnector1">
            <a:avLst/>
          </a:prstGeom>
          <a:ln>
            <a:tailEnd type="none"/>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F02F5E78-8B3A-552C-CF5E-E5946CC8BCDF}"/>
              </a:ext>
            </a:extLst>
          </p:cNvPr>
          <p:cNvSpPr txBox="1"/>
          <p:nvPr/>
        </p:nvSpPr>
        <p:spPr>
          <a:xfrm>
            <a:off x="7348876" y="5715000"/>
            <a:ext cx="3904210" cy="369332"/>
          </a:xfrm>
          <a:prstGeom prst="rect">
            <a:avLst/>
          </a:prstGeom>
          <a:noFill/>
        </p:spPr>
        <p:txBody>
          <a:bodyPr wrap="none" rtlCol="0">
            <a:spAutoFit/>
          </a:bodyPr>
          <a:lstStyle/>
          <a:p>
            <a:r>
              <a:rPr lang="en-US" dirty="0"/>
              <a:t>*A Role is a named set of permissions</a:t>
            </a:r>
          </a:p>
        </p:txBody>
      </p:sp>
      <p:pic>
        <p:nvPicPr>
          <p:cNvPr id="28" name="Graphic 27" descr="User with solid fill">
            <a:extLst>
              <a:ext uri="{FF2B5EF4-FFF2-40B4-BE49-F238E27FC236}">
                <a16:creationId xmlns:a16="http://schemas.microsoft.com/office/drawing/2014/main" id="{4E2611F5-5146-F726-2593-15E683D9A7C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584133" y="2656285"/>
            <a:ext cx="645319" cy="645319"/>
          </a:xfrm>
          <a:prstGeom prst="rect">
            <a:avLst/>
          </a:prstGeom>
        </p:spPr>
      </p:pic>
      <p:pic>
        <p:nvPicPr>
          <p:cNvPr id="45" name="Graphic 44" descr="Users with solid fill">
            <a:extLst>
              <a:ext uri="{FF2B5EF4-FFF2-40B4-BE49-F238E27FC236}">
                <a16:creationId xmlns:a16="http://schemas.microsoft.com/office/drawing/2014/main" id="{4E57E206-B358-014B-A5EB-6C8BFC4FE47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19800" y="3875109"/>
            <a:ext cx="914400" cy="914400"/>
          </a:xfrm>
          <a:prstGeom prst="rect">
            <a:avLst/>
          </a:prstGeom>
        </p:spPr>
      </p:pic>
      <p:pic>
        <p:nvPicPr>
          <p:cNvPr id="47" name="Graphic 46" descr="Filing Box Archive with solid fill">
            <a:extLst>
              <a:ext uri="{FF2B5EF4-FFF2-40B4-BE49-F238E27FC236}">
                <a16:creationId xmlns:a16="http://schemas.microsoft.com/office/drawing/2014/main" id="{A6DF165B-49A9-4C89-3746-F9DF75DCBF3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294504" y="2548338"/>
            <a:ext cx="914400" cy="914400"/>
          </a:xfrm>
          <a:prstGeom prst="rect">
            <a:avLst/>
          </a:prstGeom>
        </p:spPr>
      </p:pic>
    </p:spTree>
    <p:extLst>
      <p:ext uri="{BB962C8B-B14F-4D97-AF65-F5344CB8AC3E}">
        <p14:creationId xmlns:p14="http://schemas.microsoft.com/office/powerpoint/2010/main" val="1431594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551B2-C98D-C04F-C049-FC2224358A19}"/>
              </a:ext>
            </a:extLst>
          </p:cNvPr>
          <p:cNvSpPr>
            <a:spLocks noGrp="1"/>
          </p:cNvSpPr>
          <p:nvPr>
            <p:ph type="title"/>
          </p:nvPr>
        </p:nvSpPr>
        <p:spPr/>
        <p:txBody>
          <a:bodyPr/>
          <a:lstStyle/>
          <a:p>
            <a:r>
              <a:rPr lang="en-US" dirty="0"/>
              <a:t>User or Account</a:t>
            </a:r>
          </a:p>
        </p:txBody>
      </p:sp>
      <p:sp>
        <p:nvSpPr>
          <p:cNvPr id="3" name="Content Placeholder 2">
            <a:extLst>
              <a:ext uri="{FF2B5EF4-FFF2-40B4-BE49-F238E27FC236}">
                <a16:creationId xmlns:a16="http://schemas.microsoft.com/office/drawing/2014/main" id="{FDDF3D09-2D5D-8125-7258-78409B6A61AE}"/>
              </a:ext>
            </a:extLst>
          </p:cNvPr>
          <p:cNvSpPr>
            <a:spLocks noGrp="1"/>
          </p:cNvSpPr>
          <p:nvPr>
            <p:ph idx="1"/>
          </p:nvPr>
        </p:nvSpPr>
        <p:spPr/>
        <p:txBody>
          <a:bodyPr/>
          <a:lstStyle/>
          <a:p>
            <a:r>
              <a:rPr lang="en-US" dirty="0"/>
              <a:t>An entity that can log into the system with a credential.</a:t>
            </a:r>
          </a:p>
          <a:p>
            <a:r>
              <a:rPr lang="en-US" dirty="0"/>
              <a:t>Typically, a person but can be an agent such as another</a:t>
            </a:r>
            <a:r>
              <a:rPr lang="en-US" baseline="0" dirty="0"/>
              <a:t> computer or a software package.</a:t>
            </a:r>
          </a:p>
        </p:txBody>
      </p:sp>
      <p:pic>
        <p:nvPicPr>
          <p:cNvPr id="5" name="Graphic 4" descr="User with solid fill">
            <a:extLst>
              <a:ext uri="{FF2B5EF4-FFF2-40B4-BE49-F238E27FC236}">
                <a16:creationId xmlns:a16="http://schemas.microsoft.com/office/drawing/2014/main" id="{8C117BA1-9D80-7F42-8E05-0BF09AED0FF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750044" y="239332"/>
            <a:ext cx="1451356" cy="1451356"/>
          </a:xfrm>
          <a:prstGeom prst="rect">
            <a:avLst/>
          </a:prstGeom>
        </p:spPr>
      </p:pic>
    </p:spTree>
    <p:extLst>
      <p:ext uri="{BB962C8B-B14F-4D97-AF65-F5344CB8AC3E}">
        <p14:creationId xmlns:p14="http://schemas.microsoft.com/office/powerpoint/2010/main" val="3577877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39D14-478F-2832-DF57-185C5582536F}"/>
              </a:ext>
            </a:extLst>
          </p:cNvPr>
          <p:cNvSpPr>
            <a:spLocks noGrp="1"/>
          </p:cNvSpPr>
          <p:nvPr>
            <p:ph type="title"/>
          </p:nvPr>
        </p:nvSpPr>
        <p:spPr/>
        <p:txBody>
          <a:bodyPr/>
          <a:lstStyle/>
          <a:p>
            <a:r>
              <a:rPr lang="en-US" dirty="0"/>
              <a:t>Group</a:t>
            </a:r>
          </a:p>
        </p:txBody>
      </p:sp>
      <p:sp>
        <p:nvSpPr>
          <p:cNvPr id="3" name="Content Placeholder 2">
            <a:extLst>
              <a:ext uri="{FF2B5EF4-FFF2-40B4-BE49-F238E27FC236}">
                <a16:creationId xmlns:a16="http://schemas.microsoft.com/office/drawing/2014/main" id="{D5A584FC-02D8-961D-2E48-60268FBFE769}"/>
              </a:ext>
            </a:extLst>
          </p:cNvPr>
          <p:cNvSpPr>
            <a:spLocks noGrp="1"/>
          </p:cNvSpPr>
          <p:nvPr>
            <p:ph idx="1"/>
          </p:nvPr>
        </p:nvSpPr>
        <p:spPr/>
        <p:txBody>
          <a:bodyPr/>
          <a:lstStyle/>
          <a:p>
            <a:r>
              <a:rPr lang="en-US" dirty="0"/>
              <a:t>A named</a:t>
            </a:r>
            <a:r>
              <a:rPr lang="en-US" baseline="0" dirty="0"/>
              <a:t> set of users</a:t>
            </a:r>
          </a:p>
        </p:txBody>
      </p:sp>
      <p:pic>
        <p:nvPicPr>
          <p:cNvPr id="4" name="Graphic 3" descr="Users with solid fill">
            <a:extLst>
              <a:ext uri="{FF2B5EF4-FFF2-40B4-BE49-F238E27FC236}">
                <a16:creationId xmlns:a16="http://schemas.microsoft.com/office/drawing/2014/main" id="{C2DA365D-282C-2A1B-A08E-5D74C93A29E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20000" y="1300957"/>
            <a:ext cx="2590800" cy="2590800"/>
          </a:xfrm>
          <a:prstGeom prst="rect">
            <a:avLst/>
          </a:prstGeom>
        </p:spPr>
      </p:pic>
    </p:spTree>
    <p:extLst>
      <p:ext uri="{BB962C8B-B14F-4D97-AF65-F5344CB8AC3E}">
        <p14:creationId xmlns:p14="http://schemas.microsoft.com/office/powerpoint/2010/main" val="2285096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92089-78CE-52D4-15C9-CF037C52D77A}"/>
              </a:ext>
            </a:extLst>
          </p:cNvPr>
          <p:cNvSpPr>
            <a:spLocks noGrp="1"/>
          </p:cNvSpPr>
          <p:nvPr>
            <p:ph type="title"/>
          </p:nvPr>
        </p:nvSpPr>
        <p:spPr/>
        <p:txBody>
          <a:bodyPr/>
          <a:lstStyle/>
          <a:p>
            <a:r>
              <a:rPr lang="en-US" dirty="0"/>
              <a:t>Asset and Privilege</a:t>
            </a:r>
          </a:p>
        </p:txBody>
      </p:sp>
      <p:sp>
        <p:nvSpPr>
          <p:cNvPr id="3" name="Content Placeholder 2">
            <a:extLst>
              <a:ext uri="{FF2B5EF4-FFF2-40B4-BE49-F238E27FC236}">
                <a16:creationId xmlns:a16="http://schemas.microsoft.com/office/drawing/2014/main" id="{D5129919-E7BF-64EB-963F-EF76F83BCA97}"/>
              </a:ext>
            </a:extLst>
          </p:cNvPr>
          <p:cNvSpPr>
            <a:spLocks noGrp="1"/>
          </p:cNvSpPr>
          <p:nvPr>
            <p:ph idx="1"/>
          </p:nvPr>
        </p:nvSpPr>
        <p:spPr/>
        <p:txBody>
          <a:bodyPr/>
          <a:lstStyle/>
          <a:p>
            <a:r>
              <a:rPr lang="en-US" dirty="0"/>
              <a:t>A user or group can be granted privileges on an entity.</a:t>
            </a:r>
          </a:p>
          <a:p>
            <a:r>
              <a:rPr lang="en-US" dirty="0"/>
              <a:t>Privileges may depend on the type of entity.</a:t>
            </a:r>
          </a:p>
          <a:p>
            <a:pPr lvl="1"/>
            <a:r>
              <a:rPr lang="en-US" dirty="0"/>
              <a:t>E.g.</a:t>
            </a:r>
            <a:r>
              <a:rPr lang="en-US" baseline="0" dirty="0"/>
              <a:t> Files have read, write, and execute privileges</a:t>
            </a:r>
          </a:p>
          <a:p>
            <a:pPr lvl="1"/>
            <a:r>
              <a:rPr lang="en-US" baseline="0" dirty="0"/>
              <a:t>Groups may have read and update privileges</a:t>
            </a:r>
          </a:p>
          <a:p>
            <a:pPr lvl="1"/>
            <a:r>
              <a:rPr lang="en-US" baseline="0" dirty="0"/>
              <a:t>A set of privileges composes a role</a:t>
            </a:r>
          </a:p>
        </p:txBody>
      </p:sp>
      <p:pic>
        <p:nvPicPr>
          <p:cNvPr id="4" name="Graphic 3" descr="Filing Box Archive with solid fill">
            <a:extLst>
              <a:ext uri="{FF2B5EF4-FFF2-40B4-BE49-F238E27FC236}">
                <a16:creationId xmlns:a16="http://schemas.microsoft.com/office/drawing/2014/main" id="{9CFED2EC-30DA-DDA6-C3DE-78EDB86167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677400" y="152400"/>
            <a:ext cx="2023662" cy="2023662"/>
          </a:xfrm>
          <a:prstGeom prst="rect">
            <a:avLst/>
          </a:prstGeom>
        </p:spPr>
      </p:pic>
    </p:spTree>
    <p:extLst>
      <p:ext uri="{BB962C8B-B14F-4D97-AF65-F5344CB8AC3E}">
        <p14:creationId xmlns:p14="http://schemas.microsoft.com/office/powerpoint/2010/main" val="18305898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508BD-ECF6-D66C-D7CF-DEF72B51999D}"/>
              </a:ext>
            </a:extLst>
          </p:cNvPr>
          <p:cNvSpPr>
            <a:spLocks noGrp="1"/>
          </p:cNvSpPr>
          <p:nvPr>
            <p:ph type="title"/>
          </p:nvPr>
        </p:nvSpPr>
        <p:spPr>
          <a:xfrm>
            <a:off x="2667000" y="365125"/>
            <a:ext cx="8686800" cy="1325563"/>
          </a:xfrm>
        </p:spPr>
        <p:txBody>
          <a:bodyPr/>
          <a:lstStyle/>
          <a:p>
            <a:r>
              <a:rPr lang="en-US" dirty="0"/>
              <a:t>Windows</a:t>
            </a:r>
          </a:p>
        </p:txBody>
      </p:sp>
      <p:sp>
        <p:nvSpPr>
          <p:cNvPr id="3" name="Content Placeholder 2">
            <a:extLst>
              <a:ext uri="{FF2B5EF4-FFF2-40B4-BE49-F238E27FC236}">
                <a16:creationId xmlns:a16="http://schemas.microsoft.com/office/drawing/2014/main" id="{3A2C192F-0176-B6BB-84B2-EFC58C0E714A}"/>
              </a:ext>
            </a:extLst>
          </p:cNvPr>
          <p:cNvSpPr>
            <a:spLocks noGrp="1"/>
          </p:cNvSpPr>
          <p:nvPr>
            <p:ph idx="1"/>
          </p:nvPr>
        </p:nvSpPr>
        <p:spPr>
          <a:xfrm>
            <a:off x="838200" y="1524000"/>
            <a:ext cx="10515600" cy="4652963"/>
          </a:xfrm>
        </p:spPr>
        <p:txBody>
          <a:bodyPr/>
          <a:lstStyle/>
          <a:p>
            <a:r>
              <a:rPr lang="en-US" dirty="0"/>
              <a:t>A user may belong to zero or many groups</a:t>
            </a:r>
          </a:p>
          <a:p>
            <a:r>
              <a:rPr lang="en-US" dirty="0"/>
              <a:t>A user must be in the </a:t>
            </a:r>
            <a:r>
              <a:rPr lang="en-US" dirty="0">
                <a:highlight>
                  <a:srgbClr val="C0C0C0"/>
                </a:highlight>
              </a:rPr>
              <a:t>administrators</a:t>
            </a:r>
            <a:r>
              <a:rPr lang="en-US" dirty="0"/>
              <a:t> group to be able to manage groups, privileges, and other users among other things</a:t>
            </a:r>
          </a:p>
          <a:p>
            <a:r>
              <a:rPr lang="en-US" dirty="0"/>
              <a:t>Files and directories have an owner which may be a user or group. The owner can change other privileges</a:t>
            </a:r>
          </a:p>
          <a:p>
            <a:r>
              <a:rPr lang="en-US" dirty="0"/>
              <a:t>Users and groups can be granted specific sets of privileges to files and folders.</a:t>
            </a:r>
          </a:p>
          <a:p>
            <a:r>
              <a:rPr lang="en-US" dirty="0"/>
              <a:t>By default, a file or folder inherits the permissions of its parent directory.</a:t>
            </a:r>
          </a:p>
        </p:txBody>
      </p:sp>
      <p:pic>
        <p:nvPicPr>
          <p:cNvPr id="5" name="Graphic 4">
            <a:extLst>
              <a:ext uri="{FF2B5EF4-FFF2-40B4-BE49-F238E27FC236}">
                <a16:creationId xmlns:a16="http://schemas.microsoft.com/office/drawing/2014/main" id="{01A170A1-501F-2FA4-C56B-70CBA87CCD4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8200" y="228600"/>
            <a:ext cx="1295400" cy="1295400"/>
          </a:xfrm>
          <a:prstGeom prst="rect">
            <a:avLst/>
          </a:prstGeom>
        </p:spPr>
      </p:pic>
    </p:spTree>
    <p:extLst>
      <p:ext uri="{BB962C8B-B14F-4D97-AF65-F5344CB8AC3E}">
        <p14:creationId xmlns:p14="http://schemas.microsoft.com/office/powerpoint/2010/main" val="3368492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7CA9B-01C4-E9A0-1C5A-0DEBF906CB01}"/>
              </a:ext>
            </a:extLst>
          </p:cNvPr>
          <p:cNvSpPr>
            <a:spLocks noGrp="1"/>
          </p:cNvSpPr>
          <p:nvPr>
            <p:ph type="title"/>
          </p:nvPr>
        </p:nvSpPr>
        <p:spPr>
          <a:xfrm>
            <a:off x="1981200" y="365125"/>
            <a:ext cx="9372600" cy="1325563"/>
          </a:xfrm>
        </p:spPr>
        <p:txBody>
          <a:bodyPr/>
          <a:lstStyle/>
          <a:p>
            <a:r>
              <a:rPr lang="en-US" dirty="0"/>
              <a:t>Linux (and most other Unix variants)</a:t>
            </a:r>
          </a:p>
        </p:txBody>
      </p:sp>
      <p:sp>
        <p:nvSpPr>
          <p:cNvPr id="3" name="Content Placeholder 2">
            <a:extLst>
              <a:ext uri="{FF2B5EF4-FFF2-40B4-BE49-F238E27FC236}">
                <a16:creationId xmlns:a16="http://schemas.microsoft.com/office/drawing/2014/main" id="{3AD40321-5AC9-443D-33E8-510CA8B10A40}"/>
              </a:ext>
            </a:extLst>
          </p:cNvPr>
          <p:cNvSpPr>
            <a:spLocks noGrp="1"/>
          </p:cNvSpPr>
          <p:nvPr>
            <p:ph idx="1"/>
          </p:nvPr>
        </p:nvSpPr>
        <p:spPr/>
        <p:txBody>
          <a:bodyPr/>
          <a:lstStyle/>
          <a:p>
            <a:r>
              <a:rPr lang="en-US" dirty="0"/>
              <a:t>Every user must belong to at least one “default” group.</a:t>
            </a:r>
          </a:p>
          <a:p>
            <a:r>
              <a:rPr lang="en-US" dirty="0"/>
              <a:t>Users may belong to other groups.</a:t>
            </a:r>
          </a:p>
          <a:p>
            <a:r>
              <a:rPr lang="en-US" dirty="0"/>
              <a:t>There is a default user called “root” that has global administrative privileges.</a:t>
            </a:r>
          </a:p>
          <a:p>
            <a:r>
              <a:rPr lang="en-US" dirty="0"/>
              <a:t>By default</a:t>
            </a:r>
            <a:r>
              <a:rPr lang="en-US" baseline="0" dirty="0"/>
              <a:t> all other users operate with limited privileges.</a:t>
            </a:r>
          </a:p>
          <a:p>
            <a:r>
              <a:rPr lang="en-US" baseline="0" dirty="0"/>
              <a:t>The “</a:t>
            </a:r>
            <a:r>
              <a:rPr lang="en-US" baseline="0" dirty="0" err="1"/>
              <a:t>sudo</a:t>
            </a:r>
            <a:r>
              <a:rPr lang="en-US" baseline="0" dirty="0"/>
              <a:t>” command can elevate a command to be run with elevated privileges. A user</a:t>
            </a:r>
            <a:r>
              <a:rPr lang="en-US" dirty="0"/>
              <a:t> or a group they belong to must be listed in the “</a:t>
            </a:r>
            <a:r>
              <a:rPr lang="en-US" dirty="0" err="1"/>
              <a:t>sudoers</a:t>
            </a:r>
            <a:r>
              <a:rPr lang="en-US" dirty="0"/>
              <a:t>” configuration file to be able to use “</a:t>
            </a:r>
            <a:r>
              <a:rPr lang="en-US" dirty="0" err="1"/>
              <a:t>sudo</a:t>
            </a:r>
            <a:r>
              <a:rPr lang="en-US" dirty="0"/>
              <a:t>”.</a:t>
            </a:r>
          </a:p>
        </p:txBody>
      </p:sp>
      <p:pic>
        <p:nvPicPr>
          <p:cNvPr id="5" name="Graphic 4">
            <a:extLst>
              <a:ext uri="{FF2B5EF4-FFF2-40B4-BE49-F238E27FC236}">
                <a16:creationId xmlns:a16="http://schemas.microsoft.com/office/drawing/2014/main" id="{B4C4129F-99EC-1845-834B-65B77C33F90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7200" y="152400"/>
            <a:ext cx="1297931" cy="1538288"/>
          </a:xfrm>
          <a:prstGeom prst="rect">
            <a:avLst/>
          </a:prstGeom>
        </p:spPr>
      </p:pic>
    </p:spTree>
    <p:extLst>
      <p:ext uri="{BB962C8B-B14F-4D97-AF65-F5344CB8AC3E}">
        <p14:creationId xmlns:p14="http://schemas.microsoft.com/office/powerpoint/2010/main" val="1097376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23AC4-CE05-16B3-F63A-F9D46B8DD5AD}"/>
              </a:ext>
            </a:extLst>
          </p:cNvPr>
          <p:cNvSpPr>
            <a:spLocks noGrp="1"/>
          </p:cNvSpPr>
          <p:nvPr>
            <p:ph type="title"/>
          </p:nvPr>
        </p:nvSpPr>
        <p:spPr>
          <a:xfrm>
            <a:off x="1981200" y="365125"/>
            <a:ext cx="9372600" cy="1325563"/>
          </a:xfrm>
        </p:spPr>
        <p:txBody>
          <a:bodyPr/>
          <a:lstStyle/>
          <a:p>
            <a:r>
              <a:rPr lang="en-US" dirty="0"/>
              <a:t>Linux</a:t>
            </a:r>
            <a:r>
              <a:rPr lang="en-US" baseline="0" dirty="0"/>
              <a:t> file privileges</a:t>
            </a:r>
            <a:endParaRPr lang="en-US" dirty="0"/>
          </a:p>
        </p:txBody>
      </p:sp>
      <p:sp>
        <p:nvSpPr>
          <p:cNvPr id="3" name="Content Placeholder 2">
            <a:extLst>
              <a:ext uri="{FF2B5EF4-FFF2-40B4-BE49-F238E27FC236}">
                <a16:creationId xmlns:a16="http://schemas.microsoft.com/office/drawing/2014/main" id="{44ADA125-4F4E-0F13-40EE-27CC5FDCBD15}"/>
              </a:ext>
            </a:extLst>
          </p:cNvPr>
          <p:cNvSpPr>
            <a:spLocks noGrp="1"/>
          </p:cNvSpPr>
          <p:nvPr>
            <p:ph idx="1"/>
          </p:nvPr>
        </p:nvSpPr>
        <p:spPr/>
        <p:txBody>
          <a:bodyPr/>
          <a:lstStyle/>
          <a:p>
            <a:r>
              <a:rPr lang="en-US" dirty="0"/>
              <a:t>Each file and</a:t>
            </a:r>
            <a:r>
              <a:rPr lang="en-US" baseline="0" dirty="0"/>
              <a:t> directory has an owner and a group.</a:t>
            </a:r>
          </a:p>
          <a:p>
            <a:r>
              <a:rPr lang="en-US" baseline="0" dirty="0"/>
              <a:t>The group is the default group of the owner.</a:t>
            </a:r>
          </a:p>
          <a:p>
            <a:r>
              <a:rPr lang="en-US" baseline="0" dirty="0"/>
              <a:t>You can grant read, write, and execute privileges to the owner, to the group, or to everyone.</a:t>
            </a:r>
          </a:p>
          <a:p>
            <a:r>
              <a:rPr lang="en-US" baseline="0" dirty="0"/>
              <a:t>You can enable access control lists (ACLs) which allows specific privileges to be assigned to individual users and groups as with Windows. But ACLs are more difficult to administer than the default model.</a:t>
            </a:r>
          </a:p>
        </p:txBody>
      </p:sp>
      <p:pic>
        <p:nvPicPr>
          <p:cNvPr id="4" name="Graphic 3">
            <a:extLst>
              <a:ext uri="{FF2B5EF4-FFF2-40B4-BE49-F238E27FC236}">
                <a16:creationId xmlns:a16="http://schemas.microsoft.com/office/drawing/2014/main" id="{25BA99DD-6683-D7E0-13E8-0B2C7C753C2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7200" y="152400"/>
            <a:ext cx="1297931" cy="1538288"/>
          </a:xfrm>
          <a:prstGeom prst="rect">
            <a:avLst/>
          </a:prstGeom>
        </p:spPr>
      </p:pic>
    </p:spTree>
    <p:extLst>
      <p:ext uri="{BB962C8B-B14F-4D97-AF65-F5344CB8AC3E}">
        <p14:creationId xmlns:p14="http://schemas.microsoft.com/office/powerpoint/2010/main" val="215034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FF7A4-4509-0C3E-AC01-B5B82A1F2515}"/>
              </a:ext>
            </a:extLst>
          </p:cNvPr>
          <p:cNvSpPr>
            <a:spLocks noGrp="1"/>
          </p:cNvSpPr>
          <p:nvPr>
            <p:ph type="title"/>
          </p:nvPr>
        </p:nvSpPr>
        <p:spPr>
          <a:xfrm>
            <a:off x="2590800" y="365125"/>
            <a:ext cx="8763000" cy="1325563"/>
          </a:xfrm>
        </p:spPr>
        <p:txBody>
          <a:bodyPr/>
          <a:lstStyle/>
          <a:p>
            <a:r>
              <a:rPr lang="en-US" dirty="0"/>
              <a:t>What about MacOS?</a:t>
            </a:r>
          </a:p>
        </p:txBody>
      </p:sp>
      <p:sp>
        <p:nvSpPr>
          <p:cNvPr id="3" name="Content Placeholder 2">
            <a:extLst>
              <a:ext uri="{FF2B5EF4-FFF2-40B4-BE49-F238E27FC236}">
                <a16:creationId xmlns:a16="http://schemas.microsoft.com/office/drawing/2014/main" id="{4641CEB3-B032-A2BC-21D2-4C8D92A21864}"/>
              </a:ext>
            </a:extLst>
          </p:cNvPr>
          <p:cNvSpPr>
            <a:spLocks noGrp="1"/>
          </p:cNvSpPr>
          <p:nvPr>
            <p:ph idx="1"/>
          </p:nvPr>
        </p:nvSpPr>
        <p:spPr>
          <a:xfrm>
            <a:off x="838200" y="2895599"/>
            <a:ext cx="10515600" cy="1600201"/>
          </a:xfrm>
        </p:spPr>
        <p:txBody>
          <a:bodyPr/>
          <a:lstStyle/>
          <a:p>
            <a:r>
              <a:rPr lang="en-US" dirty="0"/>
              <a:t>In</a:t>
            </a:r>
            <a:r>
              <a:rPr lang="en-US" baseline="0" dirty="0"/>
              <a:t> essence, it works just like Linux because OS X is a Unix derivative.</a:t>
            </a:r>
          </a:p>
          <a:p>
            <a:r>
              <a:rPr lang="en-US" baseline="0" dirty="0"/>
              <a:t>GUI tools to make access controls more friendly.</a:t>
            </a:r>
          </a:p>
        </p:txBody>
      </p:sp>
      <p:pic>
        <p:nvPicPr>
          <p:cNvPr id="5" name="Graphic 4">
            <a:extLst>
              <a:ext uri="{FF2B5EF4-FFF2-40B4-BE49-F238E27FC236}">
                <a16:creationId xmlns:a16="http://schemas.microsoft.com/office/drawing/2014/main" id="{BBCEB189-E652-3C58-415B-22881355526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7200" y="365125"/>
            <a:ext cx="1447800" cy="1778624"/>
          </a:xfrm>
          <a:prstGeom prst="rect">
            <a:avLst/>
          </a:prstGeom>
        </p:spPr>
      </p:pic>
      <p:pic>
        <p:nvPicPr>
          <p:cNvPr id="1026" name="Picture 2" descr="undefined">
            <a:extLst>
              <a:ext uri="{FF2B5EF4-FFF2-40B4-BE49-F238E27FC236}">
                <a16:creationId xmlns:a16="http://schemas.microsoft.com/office/drawing/2014/main" id="{1EDE5E1B-78A5-AB05-C97F-CE804C7B43F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7631"/>
          <a:stretch/>
        </p:blipFill>
        <p:spPr bwMode="auto">
          <a:xfrm>
            <a:off x="1269676" y="4659789"/>
            <a:ext cx="1074701" cy="46648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E60DCCE-8950-6784-D694-42B03F9E6F6D}"/>
              </a:ext>
            </a:extLst>
          </p:cNvPr>
          <p:cNvSpPr txBox="1"/>
          <p:nvPr/>
        </p:nvSpPr>
        <p:spPr>
          <a:xfrm>
            <a:off x="1153752" y="5462826"/>
            <a:ext cx="1190625" cy="861774"/>
          </a:xfrm>
          <a:prstGeom prst="rect">
            <a:avLst/>
          </a:prstGeom>
          <a:noFill/>
        </p:spPr>
        <p:txBody>
          <a:bodyPr wrap="square" rtlCol="0">
            <a:spAutoFit/>
          </a:bodyPr>
          <a:lstStyle/>
          <a:p>
            <a:pPr algn="ctr"/>
            <a:r>
              <a:rPr lang="en-US" sz="3200" dirty="0"/>
              <a:t>Mach</a:t>
            </a:r>
            <a:br>
              <a:rPr lang="en-US" dirty="0"/>
            </a:br>
            <a:r>
              <a:rPr lang="en-US" dirty="0"/>
              <a:t>kernel</a:t>
            </a:r>
          </a:p>
        </p:txBody>
      </p:sp>
      <p:pic>
        <p:nvPicPr>
          <p:cNvPr id="1028" name="Picture 4" descr="undefined">
            <a:extLst>
              <a:ext uri="{FF2B5EF4-FFF2-40B4-BE49-F238E27FC236}">
                <a16:creationId xmlns:a16="http://schemas.microsoft.com/office/drawing/2014/main" id="{02591908-6123-2E9F-2C15-E9A506376C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63577" y="4667250"/>
            <a:ext cx="1522773" cy="126095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y Portfolio – Bharath – UI/UX Designer">
            <a:extLst>
              <a:ext uri="{FF2B5EF4-FFF2-40B4-BE49-F238E27FC236}">
                <a16:creationId xmlns:a16="http://schemas.microsoft.com/office/drawing/2014/main" id="{DCBE40D0-C369-785B-606A-A09630A4B663}"/>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4754" r="14756"/>
          <a:stretch/>
        </p:blipFill>
        <p:spPr bwMode="auto">
          <a:xfrm>
            <a:off x="6305549" y="4718374"/>
            <a:ext cx="1450255" cy="115457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ใบงานที่ 2">
            <a:extLst>
              <a:ext uri="{FF2B5EF4-FFF2-40B4-BE49-F238E27FC236}">
                <a16:creationId xmlns:a16="http://schemas.microsoft.com/office/drawing/2014/main" id="{DE0E4204-4DFC-13F5-61D9-9EDA86C5C76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67800" y="4659672"/>
            <a:ext cx="1675172" cy="1256378"/>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42748247-EAD7-2810-9F68-D02557D00256}"/>
              </a:ext>
            </a:extLst>
          </p:cNvPr>
          <p:cNvCxnSpPr>
            <a:stCxn id="1026" idx="3"/>
            <a:endCxn id="1028" idx="1"/>
          </p:cNvCxnSpPr>
          <p:nvPr/>
        </p:nvCxnSpPr>
        <p:spPr>
          <a:xfrm>
            <a:off x="2344377" y="4893033"/>
            <a:ext cx="1219200" cy="40469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52B94E8E-D056-4B36-F666-B360A4FB30E0}"/>
              </a:ext>
            </a:extLst>
          </p:cNvPr>
          <p:cNvCxnSpPr>
            <a:cxnSpLocks/>
            <a:stCxn id="6" idx="3"/>
            <a:endCxn id="1028" idx="1"/>
          </p:cNvCxnSpPr>
          <p:nvPr/>
        </p:nvCxnSpPr>
        <p:spPr>
          <a:xfrm flipV="1">
            <a:off x="2344377" y="5297726"/>
            <a:ext cx="1219200" cy="59598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CA62A53D-5720-725F-140B-59F44747841B}"/>
              </a:ext>
            </a:extLst>
          </p:cNvPr>
          <p:cNvCxnSpPr>
            <a:cxnSpLocks/>
            <a:stCxn id="1028" idx="3"/>
            <a:endCxn id="1030" idx="1"/>
          </p:cNvCxnSpPr>
          <p:nvPr/>
        </p:nvCxnSpPr>
        <p:spPr>
          <a:xfrm flipV="1">
            <a:off x="5086350" y="5295662"/>
            <a:ext cx="1219199" cy="20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550408A3-3B1A-5827-3667-C4AAB9B52D4D}"/>
              </a:ext>
            </a:extLst>
          </p:cNvPr>
          <p:cNvCxnSpPr>
            <a:cxnSpLocks/>
            <a:stCxn id="1030" idx="3"/>
            <a:endCxn id="1034" idx="1"/>
          </p:cNvCxnSpPr>
          <p:nvPr/>
        </p:nvCxnSpPr>
        <p:spPr>
          <a:xfrm flipV="1">
            <a:off x="7755804" y="5287861"/>
            <a:ext cx="1311996" cy="780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42373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79445-2C58-A5E7-12D7-F10F77762527}"/>
              </a:ext>
            </a:extLst>
          </p:cNvPr>
          <p:cNvSpPr>
            <a:spLocks noGrp="1"/>
          </p:cNvSpPr>
          <p:nvPr>
            <p:ph type="title"/>
          </p:nvPr>
        </p:nvSpPr>
        <p:spPr/>
        <p:txBody>
          <a:bodyPr/>
          <a:lstStyle/>
          <a:p>
            <a:r>
              <a:rPr lang="en-US" dirty="0"/>
              <a:t>Flash </a:t>
            </a:r>
            <a:r>
              <a:rPr lang="en-US" baseline="0" dirty="0"/>
              <a:t>drives and thumb drives</a:t>
            </a:r>
            <a:r>
              <a:rPr lang="en-US" dirty="0"/>
              <a:t>?</a:t>
            </a:r>
          </a:p>
        </p:txBody>
      </p:sp>
      <p:sp>
        <p:nvSpPr>
          <p:cNvPr id="3" name="Content Placeholder 2">
            <a:extLst>
              <a:ext uri="{FF2B5EF4-FFF2-40B4-BE49-F238E27FC236}">
                <a16:creationId xmlns:a16="http://schemas.microsoft.com/office/drawing/2014/main" id="{F46E5FA8-EDBD-3EED-BE71-7E506C6077CC}"/>
              </a:ext>
            </a:extLst>
          </p:cNvPr>
          <p:cNvSpPr>
            <a:spLocks noGrp="1"/>
          </p:cNvSpPr>
          <p:nvPr>
            <p:ph idx="1"/>
          </p:nvPr>
        </p:nvSpPr>
        <p:spPr/>
        <p:txBody>
          <a:bodyPr/>
          <a:lstStyle/>
          <a:p>
            <a:r>
              <a:rPr lang="en-US" dirty="0"/>
              <a:t>Typically</a:t>
            </a:r>
            <a:r>
              <a:rPr lang="en-US" baseline="0" dirty="0"/>
              <a:t>, thumb drives are formatted with a FAT file system (FAT, FAT32, EXFAT). These file systems do not store privileges and so all files are accessible to all users.</a:t>
            </a:r>
          </a:p>
          <a:p>
            <a:r>
              <a:rPr lang="en-US" baseline="0" dirty="0"/>
              <a:t>You can format flash drives with other file systems. More on this when we get to the unit on file systems.</a:t>
            </a:r>
          </a:p>
        </p:txBody>
      </p:sp>
      <p:pic>
        <p:nvPicPr>
          <p:cNvPr id="5" name="Picture 4" descr="A usb stick with a usb stick on it&#10;&#10;Description automatically generated with medium confidence">
            <a:extLst>
              <a:ext uri="{FF2B5EF4-FFF2-40B4-BE49-F238E27FC236}">
                <a16:creationId xmlns:a16="http://schemas.microsoft.com/office/drawing/2014/main" id="{06ED5E51-3014-BA63-BA3E-01B75EC0AC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0374" y="4038890"/>
            <a:ext cx="3200400" cy="2453985"/>
          </a:xfrm>
          <a:prstGeom prst="rect">
            <a:avLst/>
          </a:prstGeom>
        </p:spPr>
      </p:pic>
      <p:pic>
        <p:nvPicPr>
          <p:cNvPr id="7" name="Graphic 6">
            <a:extLst>
              <a:ext uri="{FF2B5EF4-FFF2-40B4-BE49-F238E27FC236}">
                <a16:creationId xmlns:a16="http://schemas.microsoft.com/office/drawing/2014/main" id="{4D4CE671-0207-83AA-7AE1-93D432B2A49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9762" y="4503882"/>
            <a:ext cx="1146372" cy="1524000"/>
          </a:xfrm>
          <a:prstGeom prst="rect">
            <a:avLst/>
          </a:prstGeom>
        </p:spPr>
      </p:pic>
    </p:spTree>
    <p:extLst>
      <p:ext uri="{BB962C8B-B14F-4D97-AF65-F5344CB8AC3E}">
        <p14:creationId xmlns:p14="http://schemas.microsoft.com/office/powerpoint/2010/main" val="34176547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236</TotalTime>
  <Words>491</Words>
  <Application>Microsoft Office PowerPoint</Application>
  <PresentationFormat>Widescreen</PresentationFormat>
  <Paragraphs>44</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Account and Resource Management 2 Access Control</vt:lpstr>
      <vt:lpstr>Access Control Elements</vt:lpstr>
      <vt:lpstr>User or Account</vt:lpstr>
      <vt:lpstr>Group</vt:lpstr>
      <vt:lpstr>Asset and Privilege</vt:lpstr>
      <vt:lpstr>Windows</vt:lpstr>
      <vt:lpstr>Linux (and most other Unix variants)</vt:lpstr>
      <vt:lpstr>Linux file privileges</vt:lpstr>
      <vt:lpstr>What about MacOS?</vt:lpstr>
      <vt:lpstr>Flash drives and thumb drives?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Brandt Redd</dc:creator>
  <cp:lastModifiedBy>Brandt Redd</cp:lastModifiedBy>
  <cp:revision>1</cp:revision>
  <dcterms:created xsi:type="dcterms:W3CDTF">2024-09-22T03:53:16Z</dcterms:created>
  <dcterms:modified xsi:type="dcterms:W3CDTF">2024-09-23T20:32:07Z</dcterms:modified>
</cp:coreProperties>
</file>