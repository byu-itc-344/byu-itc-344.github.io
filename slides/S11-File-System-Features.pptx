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60" r:id="rId4"/>
    <p:sldId id="267" r:id="rId5"/>
    <p:sldId id="257" r:id="rId6"/>
    <p:sldId id="262" r:id="rId7"/>
    <p:sldId id="258" r:id="rId8"/>
    <p:sldId id="264" r:id="rId9"/>
    <p:sldId id="265" r:id="rId10"/>
    <p:sldId id="266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D6B99C-F4DE-45BD-87FF-F26D2B4C6D1C}" v="25" dt="2024-10-14T17:41:39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>
      <p:cViewPr varScale="1">
        <p:scale>
          <a:sx n="99" d="100"/>
          <a:sy n="99" d="100"/>
        </p:scale>
        <p:origin x="9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31D6B99C-F4DE-45BD-87FF-F26D2B4C6D1C}"/>
    <pc:docChg chg="undo custSel addSld delSld modSld">
      <pc:chgData name="Brandt Redd" userId="be8ed540b98adac0" providerId="LiveId" clId="{31D6B99C-F4DE-45BD-87FF-F26D2B4C6D1C}" dt="2024-10-14T17:45:40.865" v="4971" actId="20577"/>
      <pc:docMkLst>
        <pc:docMk/>
      </pc:docMkLst>
      <pc:sldChg chg="modSp mod">
        <pc:chgData name="Brandt Redd" userId="be8ed540b98adac0" providerId="LiveId" clId="{31D6B99C-F4DE-45BD-87FF-F26D2B4C6D1C}" dt="2024-10-14T13:54:38.285" v="7" actId="20577"/>
        <pc:sldMkLst>
          <pc:docMk/>
          <pc:sldMk cId="2855125783" sldId="256"/>
        </pc:sldMkLst>
        <pc:spChg chg="mod">
          <ac:chgData name="Brandt Redd" userId="be8ed540b98adac0" providerId="LiveId" clId="{31D6B99C-F4DE-45BD-87FF-F26D2B4C6D1C}" dt="2024-10-14T13:54:38.285" v="7" actId="20577"/>
          <ac:spMkLst>
            <pc:docMk/>
            <pc:sldMk cId="2855125783" sldId="256"/>
            <ac:spMk id="2" creationId="{3D9FABCB-DB8F-FFE7-2D62-16D24D41F99C}"/>
          </ac:spMkLst>
        </pc:spChg>
      </pc:sldChg>
      <pc:sldChg chg="addSp delSp modSp mod modClrScheme chgLayout modNotesTx">
        <pc:chgData name="Brandt Redd" userId="be8ed540b98adac0" providerId="LiveId" clId="{31D6B99C-F4DE-45BD-87FF-F26D2B4C6D1C}" dt="2024-10-14T15:57:32.733" v="1861" actId="21"/>
        <pc:sldMkLst>
          <pc:docMk/>
          <pc:sldMk cId="2814508650" sldId="257"/>
        </pc:sldMkLst>
        <pc:spChg chg="mod ord">
          <ac:chgData name="Brandt Redd" userId="be8ed540b98adac0" providerId="LiveId" clId="{31D6B99C-F4DE-45BD-87FF-F26D2B4C6D1C}" dt="2024-10-14T15:41:09.925" v="956" actId="700"/>
          <ac:spMkLst>
            <pc:docMk/>
            <pc:sldMk cId="2814508650" sldId="257"/>
            <ac:spMk id="2" creationId="{31ACE169-E788-734C-5339-2740CA9AA2C1}"/>
          </ac:spMkLst>
        </pc:spChg>
        <pc:spChg chg="mod ord">
          <ac:chgData name="Brandt Redd" userId="be8ed540b98adac0" providerId="LiveId" clId="{31D6B99C-F4DE-45BD-87FF-F26D2B4C6D1C}" dt="2024-10-14T15:44:50.883" v="1313" actId="20577"/>
          <ac:spMkLst>
            <pc:docMk/>
            <pc:sldMk cId="2814508650" sldId="257"/>
            <ac:spMk id="3" creationId="{289CDB2E-2E98-D8FD-B7A8-7C9CF1088127}"/>
          </ac:spMkLst>
        </pc:spChg>
        <pc:spChg chg="add mod ord">
          <ac:chgData name="Brandt Redd" userId="be8ed540b98adac0" providerId="LiveId" clId="{31D6B99C-F4DE-45BD-87FF-F26D2B4C6D1C}" dt="2024-10-14T15:41:19.876" v="971" actId="20577"/>
          <ac:spMkLst>
            <pc:docMk/>
            <pc:sldMk cId="2814508650" sldId="257"/>
            <ac:spMk id="4" creationId="{12B2531E-C28F-E0A7-9157-FE6B6D1E46A6}"/>
          </ac:spMkLst>
        </pc:spChg>
        <pc:spChg chg="add mod ord">
          <ac:chgData name="Brandt Redd" userId="be8ed540b98adac0" providerId="LiveId" clId="{31D6B99C-F4DE-45BD-87FF-F26D2B4C6D1C}" dt="2024-10-14T15:41:25.293" v="984" actId="20577"/>
          <ac:spMkLst>
            <pc:docMk/>
            <pc:sldMk cId="2814508650" sldId="257"/>
            <ac:spMk id="5" creationId="{E4ADC06F-2AC9-EAE3-35F4-041A30F5C712}"/>
          </ac:spMkLst>
        </pc:spChg>
        <pc:spChg chg="add mod ord">
          <ac:chgData name="Brandt Redd" userId="be8ed540b98adac0" providerId="LiveId" clId="{31D6B99C-F4DE-45BD-87FF-F26D2B4C6D1C}" dt="2024-10-14T15:47:43.306" v="1471" actId="20577"/>
          <ac:spMkLst>
            <pc:docMk/>
            <pc:sldMk cId="2814508650" sldId="257"/>
            <ac:spMk id="6" creationId="{11289FB1-4123-FA5B-C8A1-83AA4EECB94C}"/>
          </ac:spMkLst>
        </pc:spChg>
        <pc:spChg chg="add del mod">
          <ac:chgData name="Brandt Redd" userId="be8ed540b98adac0" providerId="LiveId" clId="{31D6B99C-F4DE-45BD-87FF-F26D2B4C6D1C}" dt="2024-10-14T15:57:32.733" v="1861" actId="21"/>
          <ac:spMkLst>
            <pc:docMk/>
            <pc:sldMk cId="2814508650" sldId="257"/>
            <ac:spMk id="7" creationId="{5913D9DF-E1BE-1AEB-8268-236B2FCB13DA}"/>
          </ac:spMkLst>
        </pc:spChg>
        <pc:picChg chg="add mod">
          <ac:chgData name="Brandt Redd" userId="be8ed540b98adac0" providerId="LiveId" clId="{31D6B99C-F4DE-45BD-87FF-F26D2B4C6D1C}" dt="2024-10-14T15:42:27.265" v="989" actId="1076"/>
          <ac:picMkLst>
            <pc:docMk/>
            <pc:sldMk cId="2814508650" sldId="257"/>
            <ac:picMk id="1026" creationId="{599DDD5D-8B8A-6082-C34B-E1D64FD39B14}"/>
          </ac:picMkLst>
        </pc:picChg>
      </pc:sldChg>
      <pc:sldChg chg="addSp modSp mod">
        <pc:chgData name="Brandt Redd" userId="be8ed540b98adac0" providerId="LiveId" clId="{31D6B99C-F4DE-45BD-87FF-F26D2B4C6D1C}" dt="2024-10-14T16:28:57.478" v="2657" actId="1076"/>
        <pc:sldMkLst>
          <pc:docMk/>
          <pc:sldMk cId="1310448189" sldId="258"/>
        </pc:sldMkLst>
        <pc:spChg chg="mod">
          <ac:chgData name="Brandt Redd" userId="be8ed540b98adac0" providerId="LiveId" clId="{31D6B99C-F4DE-45BD-87FF-F26D2B4C6D1C}" dt="2024-10-14T13:58:50.644" v="405" actId="20577"/>
          <ac:spMkLst>
            <pc:docMk/>
            <pc:sldMk cId="1310448189" sldId="258"/>
            <ac:spMk id="3" creationId="{445EDC86-69C6-81DF-4DA1-E3AEB259951E}"/>
          </ac:spMkLst>
        </pc:spChg>
        <pc:spChg chg="add mod">
          <ac:chgData name="Brandt Redd" userId="be8ed540b98adac0" providerId="LiveId" clId="{31D6B99C-F4DE-45BD-87FF-F26D2B4C6D1C}" dt="2024-10-14T16:28:57.478" v="2657" actId="1076"/>
          <ac:spMkLst>
            <pc:docMk/>
            <pc:sldMk cId="1310448189" sldId="258"/>
            <ac:spMk id="4" creationId="{073EEC1E-1F5C-5A32-953B-F969BB3F5FE7}"/>
          </ac:spMkLst>
        </pc:spChg>
      </pc:sldChg>
      <pc:sldChg chg="modSp del mod">
        <pc:chgData name="Brandt Redd" userId="be8ed540b98adac0" providerId="LiveId" clId="{31D6B99C-F4DE-45BD-87FF-F26D2B4C6D1C}" dt="2024-10-14T16:44:50.674" v="3628" actId="47"/>
        <pc:sldMkLst>
          <pc:docMk/>
          <pc:sldMk cId="1823664678" sldId="259"/>
        </pc:sldMkLst>
        <pc:spChg chg="mod">
          <ac:chgData name="Brandt Redd" userId="be8ed540b98adac0" providerId="LiveId" clId="{31D6B99C-F4DE-45BD-87FF-F26D2B4C6D1C}" dt="2024-10-14T13:55:07.758" v="44" actId="20577"/>
          <ac:spMkLst>
            <pc:docMk/>
            <pc:sldMk cId="1823664678" sldId="259"/>
            <ac:spMk id="2" creationId="{25C42843-773A-757D-2D38-5060AAA9D101}"/>
          </ac:spMkLst>
        </pc:spChg>
        <pc:spChg chg="mod">
          <ac:chgData name="Brandt Redd" userId="be8ed540b98adac0" providerId="LiveId" clId="{31D6B99C-F4DE-45BD-87FF-F26D2B4C6D1C}" dt="2024-10-14T13:56:39.876" v="165" actId="20577"/>
          <ac:spMkLst>
            <pc:docMk/>
            <pc:sldMk cId="1823664678" sldId="259"/>
            <ac:spMk id="3" creationId="{4AB88D68-7B97-9DCB-7C5A-61EE5D818B0E}"/>
          </ac:spMkLst>
        </pc:spChg>
      </pc:sldChg>
      <pc:sldChg chg="addSp modSp mod">
        <pc:chgData name="Brandt Redd" userId="be8ed540b98adac0" providerId="LiveId" clId="{31D6B99C-F4DE-45BD-87FF-F26D2B4C6D1C}" dt="2024-10-14T16:23:59.030" v="2603" actId="368"/>
        <pc:sldMkLst>
          <pc:docMk/>
          <pc:sldMk cId="2031963893" sldId="260"/>
        </pc:sldMkLst>
        <pc:spChg chg="mod">
          <ac:chgData name="Brandt Redd" userId="be8ed540b98adac0" providerId="LiveId" clId="{31D6B99C-F4DE-45BD-87FF-F26D2B4C6D1C}" dt="2024-10-14T15:28:52.920" v="499" actId="14100"/>
          <ac:spMkLst>
            <pc:docMk/>
            <pc:sldMk cId="2031963893" sldId="260"/>
            <ac:spMk id="2" creationId="{1E7E5A0D-C871-EED6-4AF8-52629BC81A0C}"/>
          </ac:spMkLst>
        </pc:spChg>
        <pc:spChg chg="mod">
          <ac:chgData name="Brandt Redd" userId="be8ed540b98adac0" providerId="LiveId" clId="{31D6B99C-F4DE-45BD-87FF-F26D2B4C6D1C}" dt="2024-10-14T16:23:59.030" v="2603" actId="368"/>
          <ac:spMkLst>
            <pc:docMk/>
            <pc:sldMk cId="2031963893" sldId="260"/>
            <ac:spMk id="3" creationId="{499BFEBC-407F-B6DB-251D-565E157CA3EF}"/>
          </ac:spMkLst>
        </pc:spChg>
        <pc:spChg chg="add mod">
          <ac:chgData name="Brandt Redd" userId="be8ed540b98adac0" providerId="LiveId" clId="{31D6B99C-F4DE-45BD-87FF-F26D2B4C6D1C}" dt="2024-10-14T15:37:59.632" v="931" actId="1076"/>
          <ac:spMkLst>
            <pc:docMk/>
            <pc:sldMk cId="2031963893" sldId="260"/>
            <ac:spMk id="4" creationId="{521C17F7-96C8-4E8C-F072-FA8E930F8DEA}"/>
          </ac:spMkLst>
        </pc:spChg>
        <pc:spChg chg="add mod">
          <ac:chgData name="Brandt Redd" userId="be8ed540b98adac0" providerId="LiveId" clId="{31D6B99C-F4DE-45BD-87FF-F26D2B4C6D1C}" dt="2024-10-14T16:23:26.360" v="2549" actId="1076"/>
          <ac:spMkLst>
            <pc:docMk/>
            <pc:sldMk cId="2031963893" sldId="260"/>
            <ac:spMk id="5" creationId="{AF7ABFDC-E13A-B50B-2A9A-417C84E43219}"/>
          </ac:spMkLst>
        </pc:spChg>
        <pc:spChg chg="add mod">
          <ac:chgData name="Brandt Redd" userId="be8ed540b98adac0" providerId="LiveId" clId="{31D6B99C-F4DE-45BD-87FF-F26D2B4C6D1C}" dt="2024-10-14T15:38:26.743" v="952" actId="1076"/>
          <ac:spMkLst>
            <pc:docMk/>
            <pc:sldMk cId="2031963893" sldId="260"/>
            <ac:spMk id="6" creationId="{B686847E-A66B-9B8A-8DB4-11A06EBEAB60}"/>
          </ac:spMkLst>
        </pc:spChg>
        <pc:spChg chg="add mod">
          <ac:chgData name="Brandt Redd" userId="be8ed540b98adac0" providerId="LiveId" clId="{31D6B99C-F4DE-45BD-87FF-F26D2B4C6D1C}" dt="2024-10-14T15:38:42.324" v="955" actId="1076"/>
          <ac:spMkLst>
            <pc:docMk/>
            <pc:sldMk cId="2031963893" sldId="260"/>
            <ac:spMk id="7" creationId="{D6955C4B-91C1-817C-E27B-429A3A6CA613}"/>
          </ac:spMkLst>
        </pc:spChg>
      </pc:sldChg>
      <pc:sldChg chg="addSp modSp new mod">
        <pc:chgData name="Brandt Redd" userId="be8ed540b98adac0" providerId="LiveId" clId="{31D6B99C-F4DE-45BD-87FF-F26D2B4C6D1C}" dt="2024-10-14T17:45:40.865" v="4971" actId="20577"/>
        <pc:sldMkLst>
          <pc:docMk/>
          <pc:sldMk cId="2458071083" sldId="261"/>
        </pc:sldMkLst>
        <pc:spChg chg="mod">
          <ac:chgData name="Brandt Redd" userId="be8ed540b98adac0" providerId="LiveId" clId="{31D6B99C-F4DE-45BD-87FF-F26D2B4C6D1C}" dt="2024-10-14T17:36:11.885" v="4625" actId="27636"/>
          <ac:spMkLst>
            <pc:docMk/>
            <pc:sldMk cId="2458071083" sldId="261"/>
            <ac:spMk id="2" creationId="{F6C0B7D6-48A0-3441-459E-D856C5914A5B}"/>
          </ac:spMkLst>
        </pc:spChg>
        <pc:spChg chg="mod">
          <ac:chgData name="Brandt Redd" userId="be8ed540b98adac0" providerId="LiveId" clId="{31D6B99C-F4DE-45BD-87FF-F26D2B4C6D1C}" dt="2024-10-14T17:45:40.865" v="4971" actId="20577"/>
          <ac:spMkLst>
            <pc:docMk/>
            <pc:sldMk cId="2458071083" sldId="261"/>
            <ac:spMk id="3" creationId="{2D9F44B6-1316-CCDF-5FAB-0A71580EF760}"/>
          </ac:spMkLst>
        </pc:spChg>
        <pc:picChg chg="add mod">
          <ac:chgData name="Brandt Redd" userId="be8ed540b98adac0" providerId="LiveId" clId="{31D6B99C-F4DE-45BD-87FF-F26D2B4C6D1C}" dt="2024-10-14T17:41:52.043" v="4877" actId="14100"/>
          <ac:picMkLst>
            <pc:docMk/>
            <pc:sldMk cId="2458071083" sldId="261"/>
            <ac:picMk id="5" creationId="{134904C9-ACC5-C040-D612-67387EC17F54}"/>
          </ac:picMkLst>
        </pc:picChg>
      </pc:sldChg>
      <pc:sldChg chg="addSp delSp modSp new mod modClrScheme chgLayout">
        <pc:chgData name="Brandt Redd" userId="be8ed540b98adac0" providerId="LiveId" clId="{31D6B99C-F4DE-45BD-87FF-F26D2B4C6D1C}" dt="2024-10-14T16:26:10.554" v="2615" actId="1076"/>
        <pc:sldMkLst>
          <pc:docMk/>
          <pc:sldMk cId="2225952254" sldId="262"/>
        </pc:sldMkLst>
        <pc:spChg chg="del mod ord">
          <ac:chgData name="Brandt Redd" userId="be8ed540b98adac0" providerId="LiveId" clId="{31D6B99C-F4DE-45BD-87FF-F26D2B4C6D1C}" dt="2024-10-14T15:57:43.390" v="1863" actId="700"/>
          <ac:spMkLst>
            <pc:docMk/>
            <pc:sldMk cId="2225952254" sldId="262"/>
            <ac:spMk id="2" creationId="{F3548654-0E17-D1CF-2E54-A311DD0C6C73}"/>
          </ac:spMkLst>
        </pc:spChg>
        <pc:spChg chg="del">
          <ac:chgData name="Brandt Redd" userId="be8ed540b98adac0" providerId="LiveId" clId="{31D6B99C-F4DE-45BD-87FF-F26D2B4C6D1C}" dt="2024-10-14T15:57:43.390" v="1863" actId="700"/>
          <ac:spMkLst>
            <pc:docMk/>
            <pc:sldMk cId="2225952254" sldId="262"/>
            <ac:spMk id="3" creationId="{68C7274D-3874-39E0-3647-43874C5C1991}"/>
          </ac:spMkLst>
        </pc:spChg>
        <pc:spChg chg="del mod ord">
          <ac:chgData name="Brandt Redd" userId="be8ed540b98adac0" providerId="LiveId" clId="{31D6B99C-F4DE-45BD-87FF-F26D2B4C6D1C}" dt="2024-10-14T15:57:43.390" v="1863" actId="700"/>
          <ac:spMkLst>
            <pc:docMk/>
            <pc:sldMk cId="2225952254" sldId="262"/>
            <ac:spMk id="4" creationId="{F33E5155-F060-7903-BB2D-515F201E2CBE}"/>
          </ac:spMkLst>
        </pc:spChg>
        <pc:spChg chg="del">
          <ac:chgData name="Brandt Redd" userId="be8ed540b98adac0" providerId="LiveId" clId="{31D6B99C-F4DE-45BD-87FF-F26D2B4C6D1C}" dt="2024-10-14T15:57:43.390" v="1863" actId="700"/>
          <ac:spMkLst>
            <pc:docMk/>
            <pc:sldMk cId="2225952254" sldId="262"/>
            <ac:spMk id="5" creationId="{68690CF4-60EE-0EBF-AC03-A531542E0CDD}"/>
          </ac:spMkLst>
        </pc:spChg>
        <pc:spChg chg="del">
          <ac:chgData name="Brandt Redd" userId="be8ed540b98adac0" providerId="LiveId" clId="{31D6B99C-F4DE-45BD-87FF-F26D2B4C6D1C}" dt="2024-10-14T15:57:43.390" v="1863" actId="700"/>
          <ac:spMkLst>
            <pc:docMk/>
            <pc:sldMk cId="2225952254" sldId="262"/>
            <ac:spMk id="6" creationId="{4F85DEE0-BB0B-B385-1861-91581419DA0E}"/>
          </ac:spMkLst>
        </pc:spChg>
        <pc:spChg chg="add mod ord">
          <ac:chgData name="Brandt Redd" userId="be8ed540b98adac0" providerId="LiveId" clId="{31D6B99C-F4DE-45BD-87FF-F26D2B4C6D1C}" dt="2024-10-14T15:57:51.586" v="1897" actId="20577"/>
          <ac:spMkLst>
            <pc:docMk/>
            <pc:sldMk cId="2225952254" sldId="262"/>
            <ac:spMk id="7" creationId="{B0035C68-17D8-4FC4-560E-508AE9FE4649}"/>
          </ac:spMkLst>
        </pc:spChg>
        <pc:spChg chg="add mod ord">
          <ac:chgData name="Brandt Redd" userId="be8ed540b98adac0" providerId="LiveId" clId="{31D6B99C-F4DE-45BD-87FF-F26D2B4C6D1C}" dt="2024-10-14T16:26:00.699" v="2614" actId="207"/>
          <ac:spMkLst>
            <pc:docMk/>
            <pc:sldMk cId="2225952254" sldId="262"/>
            <ac:spMk id="8" creationId="{235DE7CE-14ED-A2B3-F776-A80D6367B2BF}"/>
          </ac:spMkLst>
        </pc:spChg>
        <pc:picChg chg="add mod">
          <ac:chgData name="Brandt Redd" userId="be8ed540b98adac0" providerId="LiveId" clId="{31D6B99C-F4DE-45BD-87FF-F26D2B4C6D1C}" dt="2024-10-14T16:26:10.554" v="2615" actId="1076"/>
          <ac:picMkLst>
            <pc:docMk/>
            <pc:sldMk cId="2225952254" sldId="262"/>
            <ac:picMk id="10" creationId="{4455DBC5-7D09-2E73-C35F-C0416A1A78F5}"/>
          </ac:picMkLst>
        </pc:picChg>
      </pc:sldChg>
      <pc:sldChg chg="addSp modSp new mod">
        <pc:chgData name="Brandt Redd" userId="be8ed540b98adac0" providerId="LiveId" clId="{31D6B99C-F4DE-45BD-87FF-F26D2B4C6D1C}" dt="2024-10-14T16:23:16.338" v="2548" actId="1076"/>
        <pc:sldMkLst>
          <pc:docMk/>
          <pc:sldMk cId="2525285271" sldId="263"/>
        </pc:sldMkLst>
        <pc:spChg chg="mod">
          <ac:chgData name="Brandt Redd" userId="be8ed540b98adac0" providerId="LiveId" clId="{31D6B99C-F4DE-45BD-87FF-F26D2B4C6D1C}" dt="2024-10-14T16:18:12.734" v="2241" actId="20577"/>
          <ac:spMkLst>
            <pc:docMk/>
            <pc:sldMk cId="2525285271" sldId="263"/>
            <ac:spMk id="2" creationId="{2EB79F04-35A2-A8EA-B311-11FF5B9C0F5E}"/>
          </ac:spMkLst>
        </pc:spChg>
        <pc:spChg chg="mod">
          <ac:chgData name="Brandt Redd" userId="be8ed540b98adac0" providerId="LiveId" clId="{31D6B99C-F4DE-45BD-87FF-F26D2B4C6D1C}" dt="2024-10-14T16:19:58.599" v="2343" actId="14100"/>
          <ac:spMkLst>
            <pc:docMk/>
            <pc:sldMk cId="2525285271" sldId="263"/>
            <ac:spMk id="3" creationId="{027C2DE7-F6C4-D513-F44C-4C693C658CAE}"/>
          </ac:spMkLst>
        </pc:spChg>
        <pc:spChg chg="add mod">
          <ac:chgData name="Brandt Redd" userId="be8ed540b98adac0" providerId="LiveId" clId="{31D6B99C-F4DE-45BD-87FF-F26D2B4C6D1C}" dt="2024-10-14T16:23:16.338" v="2548" actId="1076"/>
          <ac:spMkLst>
            <pc:docMk/>
            <pc:sldMk cId="2525285271" sldId="263"/>
            <ac:spMk id="4" creationId="{F8F5F692-4ADF-99D1-153F-CC28A2B137C3}"/>
          </ac:spMkLst>
        </pc:spChg>
        <pc:picChg chg="add mod">
          <ac:chgData name="Brandt Redd" userId="be8ed540b98adac0" providerId="LiveId" clId="{31D6B99C-F4DE-45BD-87FF-F26D2B4C6D1C}" dt="2024-10-14T16:23:13.699" v="2547" actId="1076"/>
          <ac:picMkLst>
            <pc:docMk/>
            <pc:sldMk cId="2525285271" sldId="263"/>
            <ac:picMk id="6" creationId="{04B7E66F-2D5C-A3E6-E994-3B2AFCD75773}"/>
          </ac:picMkLst>
        </pc:picChg>
      </pc:sldChg>
      <pc:sldChg chg="addSp modSp add mod">
        <pc:chgData name="Brandt Redd" userId="be8ed540b98adac0" providerId="LiveId" clId="{31D6B99C-F4DE-45BD-87FF-F26D2B4C6D1C}" dt="2024-10-14T16:35:41.331" v="2760" actId="1076"/>
        <pc:sldMkLst>
          <pc:docMk/>
          <pc:sldMk cId="652081323" sldId="264"/>
        </pc:sldMkLst>
        <pc:spChg chg="mod">
          <ac:chgData name="Brandt Redd" userId="be8ed540b98adac0" providerId="LiveId" clId="{31D6B99C-F4DE-45BD-87FF-F26D2B4C6D1C}" dt="2024-10-14T16:32:21.454" v="2677" actId="20577"/>
          <ac:spMkLst>
            <pc:docMk/>
            <pc:sldMk cId="652081323" sldId="264"/>
            <ac:spMk id="2" creationId="{4A0E927A-0381-E65D-863C-9022609B2BB1}"/>
          </ac:spMkLst>
        </pc:spChg>
        <pc:spChg chg="mod">
          <ac:chgData name="Brandt Redd" userId="be8ed540b98adac0" providerId="LiveId" clId="{31D6B99C-F4DE-45BD-87FF-F26D2B4C6D1C}" dt="2024-10-14T16:34:02.685" v="2685" actId="1076"/>
          <ac:spMkLst>
            <pc:docMk/>
            <pc:sldMk cId="652081323" sldId="264"/>
            <ac:spMk id="14" creationId="{DCF50D32-A9DB-146E-5548-E5C5F50DDA4D}"/>
          </ac:spMkLst>
        </pc:spChg>
        <pc:spChg chg="mod">
          <ac:chgData name="Brandt Redd" userId="be8ed540b98adac0" providerId="LiveId" clId="{31D6B99C-F4DE-45BD-87FF-F26D2B4C6D1C}" dt="2024-10-14T16:34:02.685" v="2685" actId="1076"/>
          <ac:spMkLst>
            <pc:docMk/>
            <pc:sldMk cId="652081323" sldId="264"/>
            <ac:spMk id="17" creationId="{36B2A4CF-4141-54FA-1533-7948147B21F3}"/>
          </ac:spMkLst>
        </pc:spChg>
        <pc:spChg chg="mod">
          <ac:chgData name="Brandt Redd" userId="be8ed540b98adac0" providerId="LiveId" clId="{31D6B99C-F4DE-45BD-87FF-F26D2B4C6D1C}" dt="2024-10-14T16:34:02.685" v="2685" actId="1076"/>
          <ac:spMkLst>
            <pc:docMk/>
            <pc:sldMk cId="652081323" sldId="264"/>
            <ac:spMk id="18" creationId="{75480E2D-B990-98C0-E7D4-982D4A42E023}"/>
          </ac:spMkLst>
        </pc:spChg>
        <pc:spChg chg="add mod">
          <ac:chgData name="Brandt Redd" userId="be8ed540b98adac0" providerId="LiveId" clId="{31D6B99C-F4DE-45BD-87FF-F26D2B4C6D1C}" dt="2024-10-14T16:35:41.331" v="2760" actId="1076"/>
          <ac:spMkLst>
            <pc:docMk/>
            <pc:sldMk cId="652081323" sldId="264"/>
            <ac:spMk id="26" creationId="{DC057B86-0987-3F8E-3436-FC76FB80F340}"/>
          </ac:spMkLst>
        </pc:spChg>
        <pc:cxnChg chg="add mod">
          <ac:chgData name="Brandt Redd" userId="be8ed540b98adac0" providerId="LiveId" clId="{31D6B99C-F4DE-45BD-87FF-F26D2B4C6D1C}" dt="2024-10-14T16:33:16.452" v="2681" actId="1582"/>
          <ac:cxnSpMkLst>
            <pc:docMk/>
            <pc:sldMk cId="652081323" sldId="264"/>
            <ac:cxnSpMk id="6" creationId="{545F6805-3FF2-6973-25C4-6BCDE05F7BBB}"/>
          </ac:cxnSpMkLst>
        </pc:cxnChg>
        <pc:cxnChg chg="add mod">
          <ac:chgData name="Brandt Redd" userId="be8ed540b98adac0" providerId="LiveId" clId="{31D6B99C-F4DE-45BD-87FF-F26D2B4C6D1C}" dt="2024-10-14T16:34:06.656" v="2686" actId="14100"/>
          <ac:cxnSpMkLst>
            <pc:docMk/>
            <pc:sldMk cId="652081323" sldId="264"/>
            <ac:cxnSpMk id="9" creationId="{3BB772E8-E412-0661-B054-1DE50E28347F}"/>
          </ac:cxnSpMkLst>
        </pc:cxnChg>
        <pc:cxnChg chg="mod">
          <ac:chgData name="Brandt Redd" userId="be8ed540b98adac0" providerId="LiveId" clId="{31D6B99C-F4DE-45BD-87FF-F26D2B4C6D1C}" dt="2024-10-14T16:33:01.927" v="2678" actId="1582"/>
          <ac:cxnSpMkLst>
            <pc:docMk/>
            <pc:sldMk cId="652081323" sldId="264"/>
            <ac:cxnSpMk id="20" creationId="{4506FDDE-7972-ED11-6C99-2F2A398B6809}"/>
          </ac:cxnSpMkLst>
        </pc:cxnChg>
        <pc:cxnChg chg="mod">
          <ac:chgData name="Brandt Redd" userId="be8ed540b98adac0" providerId="LiveId" clId="{31D6B99C-F4DE-45BD-87FF-F26D2B4C6D1C}" dt="2024-10-14T16:33:01.927" v="2678" actId="1582"/>
          <ac:cxnSpMkLst>
            <pc:docMk/>
            <pc:sldMk cId="652081323" sldId="264"/>
            <ac:cxnSpMk id="23" creationId="{44B34DEC-C65C-CC39-F791-AFDD387F72D8}"/>
          </ac:cxnSpMkLst>
        </pc:cxnChg>
        <pc:cxnChg chg="mod">
          <ac:chgData name="Brandt Redd" userId="be8ed540b98adac0" providerId="LiveId" clId="{31D6B99C-F4DE-45BD-87FF-F26D2B4C6D1C}" dt="2024-10-14T16:33:01.927" v="2678" actId="1582"/>
          <ac:cxnSpMkLst>
            <pc:docMk/>
            <pc:sldMk cId="652081323" sldId="264"/>
            <ac:cxnSpMk id="25" creationId="{883F31E3-EE4E-1246-E210-FB93C06A0386}"/>
          </ac:cxnSpMkLst>
        </pc:cxnChg>
        <pc:cxnChg chg="mod">
          <ac:chgData name="Brandt Redd" userId="be8ed540b98adac0" providerId="LiveId" clId="{31D6B99C-F4DE-45BD-87FF-F26D2B4C6D1C}" dt="2024-10-14T16:33:01.927" v="2678" actId="1582"/>
          <ac:cxnSpMkLst>
            <pc:docMk/>
            <pc:sldMk cId="652081323" sldId="264"/>
            <ac:cxnSpMk id="27" creationId="{1A8A16FE-0C62-0DFD-C8BA-9453BA73066F}"/>
          </ac:cxnSpMkLst>
        </pc:cxnChg>
        <pc:cxnChg chg="mod">
          <ac:chgData name="Brandt Redd" userId="be8ed540b98adac0" providerId="LiveId" clId="{31D6B99C-F4DE-45BD-87FF-F26D2B4C6D1C}" dt="2024-10-14T16:33:01.927" v="2678" actId="1582"/>
          <ac:cxnSpMkLst>
            <pc:docMk/>
            <pc:sldMk cId="652081323" sldId="264"/>
            <ac:cxnSpMk id="29" creationId="{7EC3EF24-C212-7200-FB37-2DDB6960941C}"/>
          </ac:cxnSpMkLst>
        </pc:cxnChg>
        <pc:cxnChg chg="mod">
          <ac:chgData name="Brandt Redd" userId="be8ed540b98adac0" providerId="LiveId" clId="{31D6B99C-F4DE-45BD-87FF-F26D2B4C6D1C}" dt="2024-10-14T16:33:01.927" v="2678" actId="1582"/>
          <ac:cxnSpMkLst>
            <pc:docMk/>
            <pc:sldMk cId="652081323" sldId="264"/>
            <ac:cxnSpMk id="31" creationId="{2B8D7C5D-E138-27AD-CC2C-4CE3E33C7714}"/>
          </ac:cxnSpMkLst>
        </pc:cxnChg>
        <pc:cxnChg chg="mod">
          <ac:chgData name="Brandt Redd" userId="be8ed540b98adac0" providerId="LiveId" clId="{31D6B99C-F4DE-45BD-87FF-F26D2B4C6D1C}" dt="2024-10-14T16:33:01.927" v="2678" actId="1582"/>
          <ac:cxnSpMkLst>
            <pc:docMk/>
            <pc:sldMk cId="652081323" sldId="264"/>
            <ac:cxnSpMk id="33" creationId="{607662C9-9EBC-E3EB-2E82-3CFB5539BBAD}"/>
          </ac:cxnSpMkLst>
        </pc:cxnChg>
        <pc:cxnChg chg="mod">
          <ac:chgData name="Brandt Redd" userId="be8ed540b98adac0" providerId="LiveId" clId="{31D6B99C-F4DE-45BD-87FF-F26D2B4C6D1C}" dt="2024-10-14T16:33:01.927" v="2678" actId="1582"/>
          <ac:cxnSpMkLst>
            <pc:docMk/>
            <pc:sldMk cId="652081323" sldId="264"/>
            <ac:cxnSpMk id="35" creationId="{24D700EB-E56B-4614-601C-59BEBE930BCA}"/>
          </ac:cxnSpMkLst>
        </pc:cxnChg>
        <pc:cxnChg chg="mod">
          <ac:chgData name="Brandt Redd" userId="be8ed540b98adac0" providerId="LiveId" clId="{31D6B99C-F4DE-45BD-87FF-F26D2B4C6D1C}" dt="2024-10-14T16:34:02.685" v="2685" actId="1076"/>
          <ac:cxnSpMkLst>
            <pc:docMk/>
            <pc:sldMk cId="652081323" sldId="264"/>
            <ac:cxnSpMk id="37" creationId="{B975902A-5E6D-2BD5-8207-7BE4B9D51ECC}"/>
          </ac:cxnSpMkLst>
        </pc:cxnChg>
        <pc:cxnChg chg="mod">
          <ac:chgData name="Brandt Redd" userId="be8ed540b98adac0" providerId="LiveId" clId="{31D6B99C-F4DE-45BD-87FF-F26D2B4C6D1C}" dt="2024-10-14T16:34:02.685" v="2685" actId="1076"/>
          <ac:cxnSpMkLst>
            <pc:docMk/>
            <pc:sldMk cId="652081323" sldId="264"/>
            <ac:cxnSpMk id="39" creationId="{06CC9CBC-F7E8-F899-50FC-4CAE1E236841}"/>
          </ac:cxnSpMkLst>
        </pc:cxnChg>
        <pc:cxnChg chg="mod">
          <ac:chgData name="Brandt Redd" userId="be8ed540b98adac0" providerId="LiveId" clId="{31D6B99C-F4DE-45BD-87FF-F26D2B4C6D1C}" dt="2024-10-14T16:34:02.685" v="2685" actId="1076"/>
          <ac:cxnSpMkLst>
            <pc:docMk/>
            <pc:sldMk cId="652081323" sldId="264"/>
            <ac:cxnSpMk id="41" creationId="{41B8120D-2751-DBA5-E815-CB9C5B0361DE}"/>
          </ac:cxnSpMkLst>
        </pc:cxnChg>
        <pc:cxnChg chg="mod">
          <ac:chgData name="Brandt Redd" userId="be8ed540b98adac0" providerId="LiveId" clId="{31D6B99C-F4DE-45BD-87FF-F26D2B4C6D1C}" dt="2024-10-14T16:33:01.927" v="2678" actId="1582"/>
          <ac:cxnSpMkLst>
            <pc:docMk/>
            <pc:sldMk cId="652081323" sldId="264"/>
            <ac:cxnSpMk id="43" creationId="{A1243551-9367-7134-1097-BA10751A3CC1}"/>
          </ac:cxnSpMkLst>
        </pc:cxnChg>
        <pc:cxnChg chg="mod">
          <ac:chgData name="Brandt Redd" userId="be8ed540b98adac0" providerId="LiveId" clId="{31D6B99C-F4DE-45BD-87FF-F26D2B4C6D1C}" dt="2024-10-14T16:33:01.927" v="2678" actId="1582"/>
          <ac:cxnSpMkLst>
            <pc:docMk/>
            <pc:sldMk cId="652081323" sldId="264"/>
            <ac:cxnSpMk id="47" creationId="{591CA7B9-B6F3-CC68-5A6A-2513CD2095D1}"/>
          </ac:cxnSpMkLst>
        </pc:cxnChg>
      </pc:sldChg>
      <pc:sldChg chg="addSp delSp modSp new mod modClrScheme chgLayout">
        <pc:chgData name="Brandt Redd" userId="be8ed540b98adac0" providerId="LiveId" clId="{31D6B99C-F4DE-45BD-87FF-F26D2B4C6D1C}" dt="2024-10-14T16:44:22.017" v="3627" actId="1076"/>
        <pc:sldMkLst>
          <pc:docMk/>
          <pc:sldMk cId="4110157246" sldId="265"/>
        </pc:sldMkLst>
        <pc:spChg chg="del mod ord">
          <ac:chgData name="Brandt Redd" userId="be8ed540b98adac0" providerId="LiveId" clId="{31D6B99C-F4DE-45BD-87FF-F26D2B4C6D1C}" dt="2024-10-14T16:35:51.604" v="2762" actId="700"/>
          <ac:spMkLst>
            <pc:docMk/>
            <pc:sldMk cId="4110157246" sldId="265"/>
            <ac:spMk id="2" creationId="{79558C1C-214E-1E7F-99FC-77D100521717}"/>
          </ac:spMkLst>
        </pc:spChg>
        <pc:spChg chg="add del mod ord">
          <ac:chgData name="Brandt Redd" userId="be8ed540b98adac0" providerId="LiveId" clId="{31D6B99C-F4DE-45BD-87FF-F26D2B4C6D1C}" dt="2024-10-14T16:35:56.775" v="2763" actId="478"/>
          <ac:spMkLst>
            <pc:docMk/>
            <pc:sldMk cId="4110157246" sldId="265"/>
            <ac:spMk id="3" creationId="{B0CF500E-8F00-45EF-87FE-6495DE2BCA69}"/>
          </ac:spMkLst>
        </pc:spChg>
        <pc:spChg chg="add mod ord">
          <ac:chgData name="Brandt Redd" userId="be8ed540b98adac0" providerId="LiveId" clId="{31D6B99C-F4DE-45BD-87FF-F26D2B4C6D1C}" dt="2024-10-14T16:43:19.835" v="3622" actId="207"/>
          <ac:spMkLst>
            <pc:docMk/>
            <pc:sldMk cId="4110157246" sldId="265"/>
            <ac:spMk id="4" creationId="{BCEB668C-21F8-0918-45F4-0A8090E0698F}"/>
          </ac:spMkLst>
        </pc:spChg>
        <pc:spChg chg="add mod ord">
          <ac:chgData name="Brandt Redd" userId="be8ed540b98adac0" providerId="LiveId" clId="{31D6B99C-F4DE-45BD-87FF-F26D2B4C6D1C}" dt="2024-10-14T16:40:43.754" v="3200" actId="20577"/>
          <ac:spMkLst>
            <pc:docMk/>
            <pc:sldMk cId="4110157246" sldId="265"/>
            <ac:spMk id="5" creationId="{7CEDFFAC-4225-36D6-F786-DD1C6DB2EB10}"/>
          </ac:spMkLst>
        </pc:spChg>
        <pc:spChg chg="add mod ord">
          <ac:chgData name="Brandt Redd" userId="be8ed540b98adac0" providerId="LiveId" clId="{31D6B99C-F4DE-45BD-87FF-F26D2B4C6D1C}" dt="2024-10-14T16:43:19.835" v="3622" actId="207"/>
          <ac:spMkLst>
            <pc:docMk/>
            <pc:sldMk cId="4110157246" sldId="265"/>
            <ac:spMk id="6" creationId="{9B3B2C50-5C7B-A374-A44D-A31EFA5B893B}"/>
          </ac:spMkLst>
        </pc:spChg>
        <pc:spChg chg="add mod ord">
          <ac:chgData name="Brandt Redd" userId="be8ed540b98adac0" providerId="LiveId" clId="{31D6B99C-F4DE-45BD-87FF-F26D2B4C6D1C}" dt="2024-10-14T16:41:24.216" v="3309" actId="20577"/>
          <ac:spMkLst>
            <pc:docMk/>
            <pc:sldMk cId="4110157246" sldId="265"/>
            <ac:spMk id="7" creationId="{7C89AA19-7BD0-2B1E-B96B-8B056EBD8507}"/>
          </ac:spMkLst>
        </pc:spChg>
        <pc:spChg chg="add mod">
          <ac:chgData name="Brandt Redd" userId="be8ed540b98adac0" providerId="LiveId" clId="{31D6B99C-F4DE-45BD-87FF-F26D2B4C6D1C}" dt="2024-10-14T16:43:30.753" v="3623" actId="207"/>
          <ac:spMkLst>
            <pc:docMk/>
            <pc:sldMk cId="4110157246" sldId="265"/>
            <ac:spMk id="8" creationId="{95F33B28-6D81-203C-F795-EA005D6209CA}"/>
          </ac:spMkLst>
        </pc:spChg>
        <pc:picChg chg="add mod">
          <ac:chgData name="Brandt Redd" userId="be8ed540b98adac0" providerId="LiveId" clId="{31D6B99C-F4DE-45BD-87FF-F26D2B4C6D1C}" dt="2024-10-14T16:44:22.017" v="3627" actId="1076"/>
          <ac:picMkLst>
            <pc:docMk/>
            <pc:sldMk cId="4110157246" sldId="265"/>
            <ac:picMk id="10" creationId="{F704C135-9324-7517-FE83-76E7C9A81F09}"/>
          </ac:picMkLst>
        </pc:picChg>
      </pc:sldChg>
      <pc:sldChg chg="addSp delSp modSp new mod modClrScheme chgLayout">
        <pc:chgData name="Brandt Redd" userId="be8ed540b98adac0" providerId="LiveId" clId="{31D6B99C-F4DE-45BD-87FF-F26D2B4C6D1C}" dt="2024-10-14T16:50:18.247" v="3934" actId="1076"/>
        <pc:sldMkLst>
          <pc:docMk/>
          <pc:sldMk cId="4018344310" sldId="266"/>
        </pc:sldMkLst>
        <pc:spChg chg="del mod ord">
          <ac:chgData name="Brandt Redd" userId="be8ed540b98adac0" providerId="LiveId" clId="{31D6B99C-F4DE-45BD-87FF-F26D2B4C6D1C}" dt="2024-10-14T16:45:02.316" v="3630" actId="700"/>
          <ac:spMkLst>
            <pc:docMk/>
            <pc:sldMk cId="4018344310" sldId="266"/>
            <ac:spMk id="2" creationId="{0A4414ED-59BC-3B90-574C-3799D95FDD1C}"/>
          </ac:spMkLst>
        </pc:spChg>
        <pc:spChg chg="del">
          <ac:chgData name="Brandt Redd" userId="be8ed540b98adac0" providerId="LiveId" clId="{31D6B99C-F4DE-45BD-87FF-F26D2B4C6D1C}" dt="2024-10-14T16:45:02.316" v="3630" actId="700"/>
          <ac:spMkLst>
            <pc:docMk/>
            <pc:sldMk cId="4018344310" sldId="266"/>
            <ac:spMk id="3" creationId="{AD01C5F9-D396-3962-439D-B865CBFD07DA}"/>
          </ac:spMkLst>
        </pc:spChg>
        <pc:spChg chg="del mod ord">
          <ac:chgData name="Brandt Redd" userId="be8ed540b98adac0" providerId="LiveId" clId="{31D6B99C-F4DE-45BD-87FF-F26D2B4C6D1C}" dt="2024-10-14T16:45:02.316" v="3630" actId="700"/>
          <ac:spMkLst>
            <pc:docMk/>
            <pc:sldMk cId="4018344310" sldId="266"/>
            <ac:spMk id="4" creationId="{16C3E441-5130-DB55-386B-F6C61D3B79F8}"/>
          </ac:spMkLst>
        </pc:spChg>
        <pc:spChg chg="del">
          <ac:chgData name="Brandt Redd" userId="be8ed540b98adac0" providerId="LiveId" clId="{31D6B99C-F4DE-45BD-87FF-F26D2B4C6D1C}" dt="2024-10-14T16:45:02.316" v="3630" actId="700"/>
          <ac:spMkLst>
            <pc:docMk/>
            <pc:sldMk cId="4018344310" sldId="266"/>
            <ac:spMk id="5" creationId="{075DB457-EDA7-1DE8-26FE-AC8B7C39B0CE}"/>
          </ac:spMkLst>
        </pc:spChg>
        <pc:spChg chg="del">
          <ac:chgData name="Brandt Redd" userId="be8ed540b98adac0" providerId="LiveId" clId="{31D6B99C-F4DE-45BD-87FF-F26D2B4C6D1C}" dt="2024-10-14T16:45:02.316" v="3630" actId="700"/>
          <ac:spMkLst>
            <pc:docMk/>
            <pc:sldMk cId="4018344310" sldId="266"/>
            <ac:spMk id="6" creationId="{63E95B1D-65AF-A7B8-2345-CF0EB573110D}"/>
          </ac:spMkLst>
        </pc:spChg>
        <pc:spChg chg="add mod ord">
          <ac:chgData name="Brandt Redd" userId="be8ed540b98adac0" providerId="LiveId" clId="{31D6B99C-F4DE-45BD-87FF-F26D2B4C6D1C}" dt="2024-10-14T16:45:08.546" v="3647" actId="20577"/>
          <ac:spMkLst>
            <pc:docMk/>
            <pc:sldMk cId="4018344310" sldId="266"/>
            <ac:spMk id="7" creationId="{AAEF38B9-A157-2302-33F1-B2ECF9A5ABA3}"/>
          </ac:spMkLst>
        </pc:spChg>
        <pc:spChg chg="add mod ord">
          <ac:chgData name="Brandt Redd" userId="be8ed540b98adac0" providerId="LiveId" clId="{31D6B99C-F4DE-45BD-87FF-F26D2B4C6D1C}" dt="2024-10-14T16:49:33.366" v="3929" actId="27636"/>
          <ac:spMkLst>
            <pc:docMk/>
            <pc:sldMk cId="4018344310" sldId="266"/>
            <ac:spMk id="8" creationId="{5338A9B3-5BA9-8A33-C5CD-91A9A88CC115}"/>
          </ac:spMkLst>
        </pc:spChg>
        <pc:picChg chg="add del mod">
          <ac:chgData name="Brandt Redd" userId="be8ed540b98adac0" providerId="LiveId" clId="{31D6B99C-F4DE-45BD-87FF-F26D2B4C6D1C}" dt="2024-10-14T16:50:09.118" v="3932" actId="478"/>
          <ac:picMkLst>
            <pc:docMk/>
            <pc:sldMk cId="4018344310" sldId="266"/>
            <ac:picMk id="10" creationId="{82621801-00F9-E38E-79D5-5C5B6FB48FD6}"/>
          </ac:picMkLst>
        </pc:picChg>
        <pc:picChg chg="add mod">
          <ac:chgData name="Brandt Redd" userId="be8ed540b98adac0" providerId="LiveId" clId="{31D6B99C-F4DE-45BD-87FF-F26D2B4C6D1C}" dt="2024-10-14T16:50:18.247" v="3934" actId="1076"/>
          <ac:picMkLst>
            <pc:docMk/>
            <pc:sldMk cId="4018344310" sldId="266"/>
            <ac:picMk id="12" creationId="{2F05347C-2D96-A218-9FD2-909F9D3311F0}"/>
          </ac:picMkLst>
        </pc:picChg>
      </pc:sldChg>
      <pc:sldChg chg="addSp delSp modSp new mod">
        <pc:chgData name="Brandt Redd" userId="be8ed540b98adac0" providerId="LiveId" clId="{31D6B99C-F4DE-45BD-87FF-F26D2B4C6D1C}" dt="2024-10-14T16:59:06.991" v="4231" actId="20577"/>
        <pc:sldMkLst>
          <pc:docMk/>
          <pc:sldMk cId="612424335" sldId="267"/>
        </pc:sldMkLst>
        <pc:spChg chg="mod">
          <ac:chgData name="Brandt Redd" userId="be8ed540b98adac0" providerId="LiveId" clId="{31D6B99C-F4DE-45BD-87FF-F26D2B4C6D1C}" dt="2024-10-14T16:50:56.034" v="3950" actId="20577"/>
          <ac:spMkLst>
            <pc:docMk/>
            <pc:sldMk cId="612424335" sldId="267"/>
            <ac:spMk id="2" creationId="{2CE29894-7E1C-B54D-4322-509E7619AC48}"/>
          </ac:spMkLst>
        </pc:spChg>
        <pc:spChg chg="del mod">
          <ac:chgData name="Brandt Redd" userId="be8ed540b98adac0" providerId="LiveId" clId="{31D6B99C-F4DE-45BD-87FF-F26D2B4C6D1C}" dt="2024-10-14T16:54:39.588" v="3984" actId="478"/>
          <ac:spMkLst>
            <pc:docMk/>
            <pc:sldMk cId="612424335" sldId="267"/>
            <ac:spMk id="3" creationId="{5F22CBC2-4A74-F40C-321E-1F95F57CC594}"/>
          </ac:spMkLst>
        </pc:spChg>
        <pc:spChg chg="add mod">
          <ac:chgData name="Brandt Redd" userId="be8ed540b98adac0" providerId="LiveId" clId="{31D6B99C-F4DE-45BD-87FF-F26D2B4C6D1C}" dt="2024-10-14T16:59:06.991" v="4231" actId="20577"/>
          <ac:spMkLst>
            <pc:docMk/>
            <pc:sldMk cId="612424335" sldId="267"/>
            <ac:spMk id="4" creationId="{FC4006A9-B340-5AF1-233B-304851E22245}"/>
          </ac:spMkLst>
        </pc:spChg>
        <pc:picChg chg="add mod">
          <ac:chgData name="Brandt Redd" userId="be8ed540b98adac0" providerId="LiveId" clId="{31D6B99C-F4DE-45BD-87FF-F26D2B4C6D1C}" dt="2024-10-14T16:54:44.800" v="3985" actId="1076"/>
          <ac:picMkLst>
            <pc:docMk/>
            <pc:sldMk cId="612424335" sldId="267"/>
            <ac:picMk id="2050" creationId="{6BFCF468-A70D-332B-D68F-E2F786B975F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93A0D-35EA-4261-BED3-90459927B685}" type="datetimeFigureOut">
              <a:rPr lang="en-US" smtClean="0"/>
              <a:t>2024-10-14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E48EC-CB07-40E7-A214-270894E1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645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 Since 2002 Apple seems to be slowly moving away from using a resource fork.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E48EC-CB07-40E7-A214-270894E1BF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29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3EEEB-4AFC-7B26-A68E-1F72247AE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A285C-313D-0E99-947B-30C62B513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88AAE-496C-4A10-64ED-50C90918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F26A9-76FD-4347-A031-38325446F59E}" type="datetimeFigureOut">
              <a:rPr lang="en-US" smtClean="0"/>
              <a:t>2024-10-14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0D5A1-91B3-B190-8B39-40D21E10A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DAADA-CD10-E7E4-EB2F-E193738E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D8EE-8FA9-4123-9866-A45B4646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2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CB442-8FE4-5F50-A326-4C18D6EB4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98C66-5D17-D577-AA94-A623A38C3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9A2BC-ECF3-642A-55CD-F23522D49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F26A9-76FD-4347-A031-38325446F59E}" type="datetimeFigureOut">
              <a:rPr lang="en-US" smtClean="0"/>
              <a:t>2024-10-14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6B9C6-FB32-FB6F-1A7C-9395EFAF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FB855-691F-70B1-EF9D-DA031AD39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D8EE-8FA9-4123-9866-A45B4646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509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B41C9-65E8-93B1-8C62-18869D14F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5EA11-9156-CFE4-3EA1-8EC9539A6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0AD25-31AA-1DC3-DD2D-0ABAB74A9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F26A9-76FD-4347-A031-38325446F59E}" type="datetimeFigureOut">
              <a:rPr lang="en-US" smtClean="0"/>
              <a:t>2024-10-14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EF650-7381-AA38-2F85-1D61F4BF8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D0F88-B8E9-597B-1E81-03EB521B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D8EE-8FA9-4123-9866-A45B4646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511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69A05-8CCA-DBC0-C54F-43236CA4D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171F5-C360-E416-728D-27A69D9FBD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616B8-A2E0-01CC-EFCC-5F5D26AF6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D351D-16A7-B4B5-53AE-B7CFEA3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F26A9-76FD-4347-A031-38325446F59E}" type="datetimeFigureOut">
              <a:rPr lang="en-US" smtClean="0"/>
              <a:t>2024-10-14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A840C-167F-DE61-3DDC-2DAF0085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C2FDC-4BDE-5A51-7614-5EB344913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D8EE-8FA9-4123-9866-A45B4646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73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51C9C-2BED-53F3-A6DE-35E1A43C7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0C95B-8278-548B-AB25-A32598654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0D267E-8C0F-AFCF-C655-47790F4D5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A8D7D4-63E1-1D35-CEF9-19EFE091E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E6B729-405A-210B-33B3-4716B7996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F04669-06FD-EB26-127D-E9FDFF40F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F26A9-76FD-4347-A031-38325446F59E}" type="datetimeFigureOut">
              <a:rPr lang="en-US" smtClean="0"/>
              <a:t>2024-10-14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336307-1787-ACE8-AFD1-23567A941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3E2D79-D158-6C1C-8AD9-4D0BD441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D8EE-8FA9-4123-9866-A45B4646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63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52F1-3DFD-535F-33DC-6F19448E5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A1D35-CE43-1CB4-F812-619197F61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F26A9-76FD-4347-A031-38325446F59E}" type="datetimeFigureOut">
              <a:rPr lang="en-US" smtClean="0"/>
              <a:t>2024-10-14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CDA32-18B8-6DA6-886B-9784C61B4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55C31-E839-9372-EEE4-90322134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D8EE-8FA9-4123-9866-A45B4646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7BB53-1CA3-B197-1C53-D24926E94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F26A9-76FD-4347-A031-38325446F59E}" type="datetimeFigureOut">
              <a:rPr lang="en-US" smtClean="0"/>
              <a:t>2024-10-14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D0010C-1EA9-E0BD-2EEE-F06C00623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25034-11E5-B8C2-213D-B205FCA0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D8EE-8FA9-4123-9866-A45B4646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8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9D8F-D238-126B-37A1-B34E9357A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E1755-7097-3EA6-6143-372B84253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4A983-88FF-61FD-7A23-013F29162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C89A6-BCAF-192C-B398-3B724375D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F26A9-76FD-4347-A031-38325446F59E}" type="datetimeFigureOut">
              <a:rPr lang="en-US" smtClean="0"/>
              <a:t>2024-10-14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0E1FD-6AED-170A-6094-470C1CD30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58043-5F8C-B8B9-03CB-29C1E1D9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D8EE-8FA9-4123-9866-A45B4646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69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87D9-B186-9CEA-8C10-7878F5C77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8986C-E335-B496-E811-F86FFFA975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542F4-B625-630D-23A0-A1DD3A13B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403EE-0BEC-2606-3F11-D2E288EA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F26A9-76FD-4347-A031-38325446F59E}" type="datetimeFigureOut">
              <a:rPr lang="en-US" smtClean="0"/>
              <a:t>2024-10-14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40EA7-EF4D-553E-9331-6C57E44FF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8F793-92F5-313B-4F04-D62AD9002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D8EE-8FA9-4123-9866-A45B4646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3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7DFFB-1963-56AC-94A2-F3AFBD682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9DC449-239E-3E3F-28D2-4664E12A6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950D4-0D51-F3BD-EE9E-3823A3D84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F26A9-76FD-4347-A031-38325446F59E}" type="datetimeFigureOut">
              <a:rPr lang="en-US" smtClean="0"/>
              <a:t>2024-10-14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2A766-C31A-4BF9-1CC6-D60BEF9E6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1BA71-BFFA-EBBE-B598-11CF107CF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D8EE-8FA9-4123-9866-A45B4646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0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54022-1797-792D-F418-F06724FE6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A9F33-BFE4-7B1D-67F7-6446F7E6D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83164-7164-06AA-86FC-F6198B657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F26A9-76FD-4347-A031-38325446F59E}" type="datetimeFigureOut">
              <a:rPr lang="en-US" smtClean="0"/>
              <a:t>2024-10-14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39AA9-6AFA-8D69-E914-2631C97CF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7047C-672F-6E90-254A-7628A6491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BD8EE-8FA9-4123-9866-A45B4646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58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206B91-088C-E151-9C0E-1E10658A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52AAC-411E-6192-7367-FE0E9583D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77D9-002E-7386-99C5-32762CF70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EF26A9-76FD-4347-A031-38325446F59E}" type="datetimeFigureOut">
              <a:rPr lang="en-US" smtClean="0"/>
              <a:t>2024-10-14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92D95-DD5E-D16C-AB1E-E4E39EE83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4EC0A-897F-9882-EC70-A86431A01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BD8EE-8FA9-4123-9866-A45B4646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5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ABCB-DB8F-FFE7-2D62-16D24D41F9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 Systems:</a:t>
            </a:r>
            <a:br>
              <a:rPr lang="en-US" dirty="0"/>
            </a:br>
            <a:r>
              <a:rPr lang="en-US" dirty="0"/>
              <a:t>Advanced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EDBF3-C2D1-13D9-E24E-B55B1179F9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IT&amp;C 344 – S11</a:t>
            </a:r>
          </a:p>
        </p:txBody>
      </p:sp>
    </p:spTree>
    <p:extLst>
      <p:ext uri="{BB962C8B-B14F-4D97-AF65-F5344CB8AC3E}">
        <p14:creationId xmlns:p14="http://schemas.microsoft.com/office/powerpoint/2010/main" val="285512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9F04-35A2-A8EA-B311-11FF5B9C0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Metadata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C2DE7-F6C4-D513-F44C-4C693C658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5400" cy="4351338"/>
          </a:xfrm>
        </p:spPr>
        <p:txBody>
          <a:bodyPr/>
          <a:lstStyle/>
          <a:p>
            <a:r>
              <a:rPr lang="en-US" dirty="0"/>
              <a:t>Filename</a:t>
            </a:r>
          </a:p>
          <a:p>
            <a:r>
              <a:rPr lang="en-US" dirty="0"/>
              <a:t>File Size (in bytes)</a:t>
            </a:r>
          </a:p>
          <a:p>
            <a:r>
              <a:rPr lang="en-US" dirty="0"/>
              <a:t>Date Created</a:t>
            </a:r>
          </a:p>
          <a:p>
            <a:r>
              <a:rPr lang="en-US" dirty="0"/>
              <a:t>Date Modified</a:t>
            </a:r>
          </a:p>
          <a:p>
            <a:r>
              <a:rPr lang="en-US" dirty="0"/>
              <a:t>Date Accessed</a:t>
            </a:r>
          </a:p>
          <a:p>
            <a:r>
              <a:rPr lang="en-US" dirty="0"/>
              <a:t>Access Permissions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F5F692-4ADF-99D1-153F-CC28A2B137C3}"/>
              </a:ext>
            </a:extLst>
          </p:cNvPr>
          <p:cNvSpPr txBox="1"/>
          <p:nvPr/>
        </p:nvSpPr>
        <p:spPr>
          <a:xfrm>
            <a:off x="5715000" y="3581400"/>
            <a:ext cx="36576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When a file is copied or moved, some or all metadata will change.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70C0"/>
                </a:solidFill>
              </a:rPr>
              <a:t>Access permissions may be changed or not copied.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70C0"/>
                </a:solidFill>
              </a:rPr>
              <a:t>Date accessed will be updated to now.</a:t>
            </a:r>
          </a:p>
        </p:txBody>
      </p:sp>
      <p:pic>
        <p:nvPicPr>
          <p:cNvPr id="6" name="Picture 5" descr="Files on shelves">
            <a:extLst>
              <a:ext uri="{FF2B5EF4-FFF2-40B4-BE49-F238E27FC236}">
                <a16:creationId xmlns:a16="http://schemas.microsoft.com/office/drawing/2014/main" id="{04B7E66F-2D5C-A3E6-E994-3B2AFCD75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52400"/>
            <a:ext cx="3861816" cy="256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285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E5A0D-C871-EED6-4AF8-52629BC81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838199"/>
          </a:xfrm>
        </p:spPr>
        <p:txBody>
          <a:bodyPr/>
          <a:lstStyle/>
          <a:p>
            <a:r>
              <a:rPr lang="en-US" dirty="0"/>
              <a:t>Filename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BFEBC-407F-B6DB-251D-565E157CA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6172200" cy="4957763"/>
          </a:xfrm>
        </p:spPr>
        <p:txBody>
          <a:bodyPr>
            <a:normAutofit/>
          </a:bodyPr>
          <a:lstStyle/>
          <a:p>
            <a:r>
              <a:rPr lang="en-US" dirty="0"/>
              <a:t>DOS filenames were originally limited to 8 characters with a three-character extension. They were also exclusively upper-case. E.g. </a:t>
            </a:r>
            <a:r>
              <a:rPr lang="en-US" dirty="0">
                <a:solidFill>
                  <a:srgbClr val="0070C0"/>
                </a:solidFill>
              </a:rPr>
              <a:t>MYFILE.TXT</a:t>
            </a:r>
          </a:p>
          <a:p>
            <a:r>
              <a:rPr lang="en-US" dirty="0"/>
              <a:t>The extension indicated the purpose of the file.</a:t>
            </a:r>
          </a:p>
          <a:p>
            <a:r>
              <a:rPr lang="en-US" dirty="0"/>
              <a:t>The C programming language encouraged extensions with filenames like </a:t>
            </a:r>
            <a:r>
              <a:rPr lang="en-US" dirty="0" err="1">
                <a:solidFill>
                  <a:srgbClr val="0070C0"/>
                </a:solidFill>
              </a:rPr>
              <a:t>main.c</a:t>
            </a:r>
            <a:r>
              <a:rPr lang="en-US" dirty="0"/>
              <a:t> or </a:t>
            </a:r>
            <a:r>
              <a:rPr lang="en-US" dirty="0" err="1">
                <a:solidFill>
                  <a:srgbClr val="0070C0"/>
                </a:solidFill>
              </a:rPr>
              <a:t>main.h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There is no standards body governing extensions.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1C17F7-96C8-4E8C-F072-FA8E930F8DEA}"/>
              </a:ext>
            </a:extLst>
          </p:cNvPr>
          <p:cNvSpPr txBox="1"/>
          <p:nvPr/>
        </p:nvSpPr>
        <p:spPr>
          <a:xfrm>
            <a:off x="8382000" y="1600200"/>
            <a:ext cx="1844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PAGE.HTM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7ABFDC-E13A-B50B-2A9A-417C84E43219}"/>
              </a:ext>
            </a:extLst>
          </p:cNvPr>
          <p:cNvSpPr txBox="1"/>
          <p:nvPr/>
        </p:nvSpPr>
        <p:spPr>
          <a:xfrm>
            <a:off x="7543800" y="2106944"/>
            <a:ext cx="3945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My-Awesome-Page.html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6847E-A66B-9B8A-8DB4-11A06EBEAB60}"/>
              </a:ext>
            </a:extLst>
          </p:cNvPr>
          <p:cNvSpPr txBox="1"/>
          <p:nvPr/>
        </p:nvSpPr>
        <p:spPr>
          <a:xfrm>
            <a:off x="8477570" y="3886200"/>
            <a:ext cx="1653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Photo.jpg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55C4B-91C1-817C-E27B-429A3A6CA613}"/>
              </a:ext>
            </a:extLst>
          </p:cNvPr>
          <p:cNvSpPr txBox="1"/>
          <p:nvPr/>
        </p:nvSpPr>
        <p:spPr>
          <a:xfrm>
            <a:off x="8382000" y="4429780"/>
            <a:ext cx="1842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Photo.jpeg</a:t>
            </a:r>
          </a:p>
        </p:txBody>
      </p:sp>
    </p:spTree>
    <p:extLst>
      <p:ext uri="{BB962C8B-B14F-4D97-AF65-F5344CB8AC3E}">
        <p14:creationId xmlns:p14="http://schemas.microsoft.com/office/powerpoint/2010/main" val="2031963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9894-7E1C-B54D-4322-509E7619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Separators</a:t>
            </a:r>
          </a:p>
        </p:txBody>
      </p:sp>
      <p:pic>
        <p:nvPicPr>
          <p:cNvPr id="2050" name="Picture 2" descr="r/linuxmemes - clash of slashes">
            <a:extLst>
              <a:ext uri="{FF2B5EF4-FFF2-40B4-BE49-F238E27FC236}">
                <a16:creationId xmlns:a16="http://schemas.microsoft.com/office/drawing/2014/main" id="{6BFCF468-A70D-332B-D68F-E2F786B97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90688"/>
            <a:ext cx="595312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4006A9-B340-5AF1-233B-304851E22245}"/>
              </a:ext>
            </a:extLst>
          </p:cNvPr>
          <p:cNvSpPr txBox="1"/>
          <p:nvPr/>
        </p:nvSpPr>
        <p:spPr>
          <a:xfrm>
            <a:off x="7010400" y="2398789"/>
            <a:ext cx="4343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600"/>
              </a:spcAft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\</a:t>
            </a:r>
            <a:r>
              <a:rPr lang="en-US" dirty="0"/>
              <a:t>	Windows uses backslashes</a:t>
            </a:r>
          </a:p>
          <a:p>
            <a:pPr marL="228600" indent="-228600">
              <a:spcAft>
                <a:spcPts val="600"/>
              </a:spcAft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/>
              <a:t>	Linux and MacOS use forward slashes</a:t>
            </a:r>
          </a:p>
          <a:p>
            <a:pPr marL="228600" indent="-228600">
              <a:spcAft>
                <a:spcPts val="600"/>
              </a:spcAft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/>
              <a:t>	Windows and most Windows apps will tolerate forward slashes</a:t>
            </a:r>
          </a:p>
          <a:p>
            <a:pPr marL="228600" indent="-228600">
              <a:spcAft>
                <a:spcPts val="600"/>
              </a:spcAft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:</a:t>
            </a:r>
            <a:r>
              <a:rPr lang="en-US" dirty="0"/>
              <a:t>	Prior to OS X, MacOS used colons</a:t>
            </a:r>
          </a:p>
          <a:p>
            <a:pPr marL="228600" indent="-228600">
              <a:spcAft>
                <a:spcPts val="600"/>
              </a:spcAft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dirty="0"/>
              <a:t>	The web uses forward slashes</a:t>
            </a:r>
          </a:p>
        </p:txBody>
      </p:sp>
    </p:spTree>
    <p:extLst>
      <p:ext uri="{BB962C8B-B14F-4D97-AF65-F5344CB8AC3E}">
        <p14:creationId xmlns:p14="http://schemas.microsoft.com/office/powerpoint/2010/main" val="612424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E169-E788-734C-5339-2740CA9AA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MacOS File Forks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2531E-C28F-E0A7-9157-FE6B6D1E4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CDB2E-2E98-D8FD-B7A8-7C9CF10881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“Unstructured” traditional contents of a file (code, text, database, etc.</a:t>
            </a:r>
          </a:p>
          <a:p>
            <a:r>
              <a:rPr lang="en-US" dirty="0"/>
              <a:t>(Only unstructured in that it doesn’t use an OS-specified structure. Databases, JSON, XML, etc. all have structure.)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ADC06F-2AC9-EAE3-35F4-041A30F5C7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Resource Fork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89FB1-4123-FA5B-C8A1-83AA4EECB94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Structured data such as icons, images, fonts, and more.</a:t>
            </a:r>
          </a:p>
          <a:p>
            <a:r>
              <a:rPr lang="en-US" dirty="0"/>
              <a:t>Particularly used by MacOS applications that keep images and messages in the resource fork.</a:t>
            </a:r>
          </a:p>
        </p:txBody>
      </p:sp>
      <p:pic>
        <p:nvPicPr>
          <p:cNvPr id="1026" name="Picture 2" descr="Mac Logo, symbol, meaning, history, PNG, brand">
            <a:extLst>
              <a:ext uri="{FF2B5EF4-FFF2-40B4-BE49-F238E27FC236}">
                <a16:creationId xmlns:a16="http://schemas.microsoft.com/office/drawing/2014/main" id="{599DDD5D-8B8A-6082-C34B-E1D64FD39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65125"/>
            <a:ext cx="3279423" cy="184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508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0035C68-17D8-4FC4-560E-508AE9FE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Preserving the Resource Fork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5DE7CE-14ED-A2B3-F776-A80D6367B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825625"/>
            <a:ext cx="6019800" cy="4351338"/>
          </a:xfrm>
        </p:spPr>
        <p:txBody>
          <a:bodyPr/>
          <a:lstStyle/>
          <a:p>
            <a:r>
              <a:rPr lang="en-US" dirty="0"/>
              <a:t>In a .ZIP file the resource forks of each file are stored in the </a:t>
            </a:r>
            <a:r>
              <a:rPr lang="en-US" dirty="0">
                <a:solidFill>
                  <a:srgbClr val="0070C0"/>
                </a:solidFill>
              </a:rPr>
              <a:t>__MACOSX </a:t>
            </a:r>
            <a:r>
              <a:rPr lang="en-US" dirty="0"/>
              <a:t>folder (which is hidden on MacOS).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On a FAT file system, the resource forks are stored in a “companion file”. For example, the resource fork for “</a:t>
            </a:r>
            <a:r>
              <a:rPr lang="en-US" dirty="0">
                <a:solidFill>
                  <a:srgbClr val="0070C0"/>
                </a:solidFill>
              </a:rPr>
              <a:t>example.txt</a:t>
            </a:r>
            <a:r>
              <a:rPr lang="en-US" dirty="0"/>
              <a:t>” would be stored in “</a:t>
            </a:r>
            <a:r>
              <a:rPr lang="en-US" dirty="0">
                <a:solidFill>
                  <a:srgbClr val="0070C0"/>
                </a:solidFill>
              </a:rPr>
              <a:t>._example.txt</a:t>
            </a:r>
            <a:r>
              <a:rPr lang="en-US" dirty="0"/>
              <a:t>”.</a:t>
            </a:r>
          </a:p>
        </p:txBody>
      </p:sp>
      <p:pic>
        <p:nvPicPr>
          <p:cNvPr id="10" name="Graphic 9" descr="Fork outline">
            <a:extLst>
              <a:ext uri="{FF2B5EF4-FFF2-40B4-BE49-F238E27FC236}">
                <a16:creationId xmlns:a16="http://schemas.microsoft.com/office/drawing/2014/main" id="{4455DBC5-7D09-2E73-C35F-C0416A1A7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400" y="1981200"/>
            <a:ext cx="33528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52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10B77-BF8D-B743-1CA5-4027B0F57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NTFS Alternative Data Streams (ADS)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EDC86-69C6-81DF-4DA1-E3AEB2599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Needed at least one extra stream so that Windows Server could act as a file server for MacOS</a:t>
            </a:r>
          </a:p>
          <a:p>
            <a:r>
              <a:rPr lang="en-US" dirty="0"/>
              <a:t>They decided to add multiple streams</a:t>
            </a:r>
          </a:p>
          <a:p>
            <a:r>
              <a:rPr lang="en-US" dirty="0"/>
              <a:t>Few uses but some interesting ones</a:t>
            </a:r>
          </a:p>
          <a:p>
            <a:r>
              <a:rPr lang="en-US" dirty="0"/>
              <a:t>Demo</a:t>
            </a:r>
          </a:p>
          <a:p>
            <a:pPr lvl="1"/>
            <a:r>
              <a:rPr lang="en-US" dirty="0"/>
              <a:t>View and alter streams</a:t>
            </a:r>
          </a:p>
          <a:p>
            <a:pPr lvl="1"/>
            <a:r>
              <a:rPr lang="en-US" dirty="0"/>
              <a:t>Download a word file and a .exe</a:t>
            </a:r>
          </a:p>
          <a:p>
            <a:pPr lvl="1"/>
            <a:r>
              <a:rPr lang="en-US" dirty="0"/>
              <a:t>Launch each and see what happens</a:t>
            </a:r>
          </a:p>
          <a:p>
            <a:pPr lvl="1"/>
            <a:r>
              <a:rPr lang="en-US" dirty="0"/>
              <a:t>Look at </a:t>
            </a:r>
            <a:r>
              <a:rPr lang="en-US"/>
              <a:t>alternate stream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3EEC1E-1F5C-5A32-953B-F969BB3F5FE7}"/>
              </a:ext>
            </a:extLst>
          </p:cNvPr>
          <p:cNvSpPr txBox="1"/>
          <p:nvPr/>
        </p:nvSpPr>
        <p:spPr>
          <a:xfrm>
            <a:off x="7391400" y="3816628"/>
            <a:ext cx="462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101101010110101000101001010010101101</a:t>
            </a:r>
          </a:p>
        </p:txBody>
      </p:sp>
    </p:spTree>
    <p:extLst>
      <p:ext uri="{BB962C8B-B14F-4D97-AF65-F5344CB8AC3E}">
        <p14:creationId xmlns:p14="http://schemas.microsoft.com/office/powerpoint/2010/main" val="1310448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927A-0381-E65D-863C-9022609B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854075"/>
          </a:xfrm>
        </p:spPr>
        <p:txBody>
          <a:bodyPr/>
          <a:lstStyle/>
          <a:p>
            <a:r>
              <a:rPr lang="en-US" dirty="0"/>
              <a:t>Hard and Soft Links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35E0DD-5B5C-3970-BBF1-FAA8ADE4F499}"/>
              </a:ext>
            </a:extLst>
          </p:cNvPr>
          <p:cNvSpPr/>
          <p:nvPr/>
        </p:nvSpPr>
        <p:spPr>
          <a:xfrm>
            <a:off x="4762500" y="1143000"/>
            <a:ext cx="2667000" cy="53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Root Directory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CC29BE-2539-E85D-3DD6-6DCBEE81C65B}"/>
              </a:ext>
            </a:extLst>
          </p:cNvPr>
          <p:cNvSpPr/>
          <p:nvPr/>
        </p:nvSpPr>
        <p:spPr>
          <a:xfrm>
            <a:off x="533400" y="2438400"/>
            <a:ext cx="1752600" cy="53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Directory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BC5CD-ABBF-C7AF-761B-68ADB8F4DBF0}"/>
              </a:ext>
            </a:extLst>
          </p:cNvPr>
          <p:cNvSpPr/>
          <p:nvPr/>
        </p:nvSpPr>
        <p:spPr>
          <a:xfrm>
            <a:off x="2438400" y="2438400"/>
            <a:ext cx="1752600" cy="53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Directory 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433A02-EC7F-92AC-79A7-FA452C6662E5}"/>
              </a:ext>
            </a:extLst>
          </p:cNvPr>
          <p:cNvSpPr/>
          <p:nvPr/>
        </p:nvSpPr>
        <p:spPr>
          <a:xfrm>
            <a:off x="4343400" y="2438400"/>
            <a:ext cx="1752600" cy="53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Directory C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4D974F-6BB0-5ED2-23E2-457E89A33AA9}"/>
              </a:ext>
            </a:extLst>
          </p:cNvPr>
          <p:cNvSpPr/>
          <p:nvPr/>
        </p:nvSpPr>
        <p:spPr>
          <a:xfrm>
            <a:off x="6248400" y="2438400"/>
            <a:ext cx="1752600" cy="533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X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EF4795-49B7-9245-E661-5609A0A6D8E0}"/>
              </a:ext>
            </a:extLst>
          </p:cNvPr>
          <p:cNvSpPr/>
          <p:nvPr/>
        </p:nvSpPr>
        <p:spPr>
          <a:xfrm>
            <a:off x="8153400" y="2438400"/>
            <a:ext cx="1752600" cy="533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D69F2A-8F76-4BFE-73C9-F9C6ED778712}"/>
              </a:ext>
            </a:extLst>
          </p:cNvPr>
          <p:cNvSpPr/>
          <p:nvPr/>
        </p:nvSpPr>
        <p:spPr>
          <a:xfrm>
            <a:off x="76200" y="3886200"/>
            <a:ext cx="1752600" cy="53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Directory 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AC80D7-C0E1-7201-65E5-0FB76B024EAB}"/>
              </a:ext>
            </a:extLst>
          </p:cNvPr>
          <p:cNvSpPr/>
          <p:nvPr/>
        </p:nvSpPr>
        <p:spPr>
          <a:xfrm>
            <a:off x="1981200" y="3886200"/>
            <a:ext cx="1752600" cy="533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F50D32-A9DB-146E-5548-E5C5F50DDA4D}"/>
              </a:ext>
            </a:extLst>
          </p:cNvPr>
          <p:cNvSpPr/>
          <p:nvPr/>
        </p:nvSpPr>
        <p:spPr>
          <a:xfrm>
            <a:off x="7066005" y="3923871"/>
            <a:ext cx="1752600" cy="53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Directory 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D50F8C9-153C-9744-A2D8-27239173D28B}"/>
              </a:ext>
            </a:extLst>
          </p:cNvPr>
          <p:cNvSpPr/>
          <p:nvPr/>
        </p:nvSpPr>
        <p:spPr>
          <a:xfrm>
            <a:off x="3886200" y="3915833"/>
            <a:ext cx="1752600" cy="533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V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BE7F3C-3858-A83F-58C4-965B51D2F535}"/>
              </a:ext>
            </a:extLst>
          </p:cNvPr>
          <p:cNvSpPr/>
          <p:nvPr/>
        </p:nvSpPr>
        <p:spPr>
          <a:xfrm>
            <a:off x="990600" y="5257800"/>
            <a:ext cx="1752600" cy="53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Directory F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6B2A4CF-4141-54FA-1533-7948147B21F3}"/>
              </a:ext>
            </a:extLst>
          </p:cNvPr>
          <p:cNvSpPr/>
          <p:nvPr/>
        </p:nvSpPr>
        <p:spPr>
          <a:xfrm>
            <a:off x="8094705" y="5265838"/>
            <a:ext cx="1752600" cy="533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5480E2D-B990-98C0-E7D4-982D4A42E023}"/>
              </a:ext>
            </a:extLst>
          </p:cNvPr>
          <p:cNvSpPr/>
          <p:nvPr/>
        </p:nvSpPr>
        <p:spPr>
          <a:xfrm>
            <a:off x="6151605" y="5265838"/>
            <a:ext cx="1752600" cy="533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U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506FDDE-7972-ED11-6C99-2F2A398B6809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1409700" y="1676400"/>
            <a:ext cx="4686300" cy="7620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B34DEC-C65C-CC39-F791-AFDD387F72D8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3314700" y="1676400"/>
            <a:ext cx="2781300" cy="7620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83F31E3-EE4E-1246-E210-FB93C06A0386}"/>
              </a:ext>
            </a:extLst>
          </p:cNvPr>
          <p:cNvCxnSpPr>
            <a:stCxn id="4" idx="2"/>
            <a:endCxn id="8" idx="0"/>
          </p:cNvCxnSpPr>
          <p:nvPr/>
        </p:nvCxnSpPr>
        <p:spPr>
          <a:xfrm flipH="1">
            <a:off x="5219700" y="1676400"/>
            <a:ext cx="876300" cy="7620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A8A16FE-0C62-0DFD-C8BA-9453BA73066F}"/>
              </a:ext>
            </a:extLst>
          </p:cNvPr>
          <p:cNvCxnSpPr>
            <a:stCxn id="4" idx="2"/>
            <a:endCxn id="10" idx="0"/>
          </p:cNvCxnSpPr>
          <p:nvPr/>
        </p:nvCxnSpPr>
        <p:spPr>
          <a:xfrm>
            <a:off x="6096000" y="1676400"/>
            <a:ext cx="1028700" cy="7620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EC3EF24-C212-7200-FB37-2DDB6960941C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6096000" y="1676400"/>
            <a:ext cx="2933700" cy="7620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B8D7C5D-E138-27AD-CC2C-4CE3E33C7714}"/>
              </a:ext>
            </a:extLst>
          </p:cNvPr>
          <p:cNvCxnSpPr>
            <a:stCxn id="5" idx="2"/>
            <a:endCxn id="12" idx="0"/>
          </p:cNvCxnSpPr>
          <p:nvPr/>
        </p:nvCxnSpPr>
        <p:spPr>
          <a:xfrm flipH="1">
            <a:off x="952500" y="2971800"/>
            <a:ext cx="457200" cy="9144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07662C9-9EBC-E3EB-2E82-3CFB5539BBAD}"/>
              </a:ext>
            </a:extLst>
          </p:cNvPr>
          <p:cNvCxnSpPr>
            <a:stCxn id="5" idx="2"/>
            <a:endCxn id="13" idx="0"/>
          </p:cNvCxnSpPr>
          <p:nvPr/>
        </p:nvCxnSpPr>
        <p:spPr>
          <a:xfrm>
            <a:off x="1409700" y="2971800"/>
            <a:ext cx="1447800" cy="9144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4D700EB-E56B-4614-601C-59BEBE930BCA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3314700" y="2971800"/>
            <a:ext cx="1447800" cy="944033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975902A-5E6D-2BD5-8207-7BE4B9D51ECC}"/>
              </a:ext>
            </a:extLst>
          </p:cNvPr>
          <p:cNvCxnSpPr>
            <a:stCxn id="8" idx="2"/>
            <a:endCxn id="14" idx="0"/>
          </p:cNvCxnSpPr>
          <p:nvPr/>
        </p:nvCxnSpPr>
        <p:spPr>
          <a:xfrm>
            <a:off x="5219700" y="2971800"/>
            <a:ext cx="2722605" cy="95207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6CC9CBC-F7E8-F899-50FC-4CAE1E236841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 flipH="1">
            <a:off x="7027905" y="4457271"/>
            <a:ext cx="914400" cy="80856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1B8120D-2751-DBA5-E815-CB9C5B0361DE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>
            <a:off x="7942305" y="4457271"/>
            <a:ext cx="1028700" cy="80856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243551-9367-7134-1097-BA10751A3CC1}"/>
              </a:ext>
            </a:extLst>
          </p:cNvPr>
          <p:cNvCxnSpPr>
            <a:stCxn id="12" idx="2"/>
            <a:endCxn id="16" idx="0"/>
          </p:cNvCxnSpPr>
          <p:nvPr/>
        </p:nvCxnSpPr>
        <p:spPr>
          <a:xfrm>
            <a:off x="952500" y="4419600"/>
            <a:ext cx="914400" cy="83820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F9D7A5F-46B7-CFA8-7EB4-6E1449995EAD}"/>
              </a:ext>
            </a:extLst>
          </p:cNvPr>
          <p:cNvSpPr/>
          <p:nvPr/>
        </p:nvSpPr>
        <p:spPr>
          <a:xfrm>
            <a:off x="2029883" y="6117167"/>
            <a:ext cx="1752600" cy="533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91CA7B9-B6F3-CC68-5A6A-2513CD2095D1}"/>
              </a:ext>
            </a:extLst>
          </p:cNvPr>
          <p:cNvCxnSpPr>
            <a:stCxn id="16" idx="2"/>
            <a:endCxn id="45" idx="0"/>
          </p:cNvCxnSpPr>
          <p:nvPr/>
        </p:nvCxnSpPr>
        <p:spPr>
          <a:xfrm>
            <a:off x="1866900" y="5791200"/>
            <a:ext cx="1039283" cy="32596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5F6805-3FF2-6973-25C4-6BCDE05F7BBB}"/>
              </a:ext>
            </a:extLst>
          </p:cNvPr>
          <p:cNvCxnSpPr>
            <a:stCxn id="8" idx="2"/>
            <a:endCxn id="15" idx="0"/>
          </p:cNvCxnSpPr>
          <p:nvPr/>
        </p:nvCxnSpPr>
        <p:spPr>
          <a:xfrm flipH="1">
            <a:off x="4762500" y="2971800"/>
            <a:ext cx="457200" cy="94403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B772E8-E412-0661-B054-1DE50E28347F}"/>
              </a:ext>
            </a:extLst>
          </p:cNvPr>
          <p:cNvCxnSpPr>
            <a:cxnSpLocks/>
            <a:stCxn id="14" idx="2"/>
            <a:endCxn id="45" idx="0"/>
          </p:cNvCxnSpPr>
          <p:nvPr/>
        </p:nvCxnSpPr>
        <p:spPr>
          <a:xfrm flipH="1">
            <a:off x="2906183" y="4457271"/>
            <a:ext cx="5036122" cy="165989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C057B86-0987-3F8E-3436-FC76FB80F340}"/>
              </a:ext>
            </a:extLst>
          </p:cNvPr>
          <p:cNvSpPr txBox="1"/>
          <p:nvPr/>
        </p:nvSpPr>
        <p:spPr>
          <a:xfrm>
            <a:off x="8803225" y="1122144"/>
            <a:ext cx="2916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No longer a strict hierarchy. Instead, a directed graph.</a:t>
            </a:r>
          </a:p>
        </p:txBody>
      </p:sp>
    </p:spTree>
    <p:extLst>
      <p:ext uri="{BB962C8B-B14F-4D97-AF65-F5344CB8AC3E}">
        <p14:creationId xmlns:p14="http://schemas.microsoft.com/office/powerpoint/2010/main" val="652081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B668C-21F8-0918-45F4-0A8090E06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533400"/>
            <a:ext cx="5157787" cy="82391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Hard Links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EDFFAC-4225-36D6-F786-DD1C6DB2E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357312"/>
            <a:ext cx="5157787" cy="3684588"/>
          </a:xfrm>
        </p:spPr>
        <p:txBody>
          <a:bodyPr/>
          <a:lstStyle/>
          <a:p>
            <a:r>
              <a:rPr lang="en-US" dirty="0"/>
              <a:t>Links to the file </a:t>
            </a:r>
            <a:r>
              <a:rPr lang="en-US" i="1" dirty="0"/>
              <a:t>content</a:t>
            </a:r>
            <a:r>
              <a:rPr lang="en-US" dirty="0"/>
              <a:t>.</a:t>
            </a:r>
          </a:p>
          <a:p>
            <a:r>
              <a:rPr lang="en-US" dirty="0"/>
              <a:t>All links (names, paths) to a file are equal whether original or added.</a:t>
            </a:r>
          </a:p>
          <a:p>
            <a:r>
              <a:rPr lang="en-US" dirty="0"/>
              <a:t>The file doesn’t go away until you delete all links.</a:t>
            </a:r>
          </a:p>
          <a:p>
            <a:r>
              <a:rPr lang="en-US" dirty="0"/>
              <a:t>Links must be on the same disk volume.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3B2C50-5C7B-A374-A44D-A31EFA5B8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533400"/>
            <a:ext cx="5183188" cy="82391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Soft Links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89AA19-7BD0-2B1E-B96B-8B056EBD8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357312"/>
            <a:ext cx="5183188" cy="3684588"/>
          </a:xfrm>
        </p:spPr>
        <p:txBody>
          <a:bodyPr/>
          <a:lstStyle/>
          <a:p>
            <a:r>
              <a:rPr lang="en-US" dirty="0"/>
              <a:t>Links to the file </a:t>
            </a:r>
            <a:r>
              <a:rPr lang="en-US" i="1" dirty="0"/>
              <a:t>path</a:t>
            </a:r>
            <a:r>
              <a:rPr lang="en-US" dirty="0"/>
              <a:t>.</a:t>
            </a:r>
          </a:p>
          <a:p>
            <a:r>
              <a:rPr lang="en-US" dirty="0"/>
              <a:t>Links are subordinate to the original filename.</a:t>
            </a:r>
          </a:p>
          <a:p>
            <a:r>
              <a:rPr lang="en-US" dirty="0"/>
              <a:t>The file goes away when its original or primary instance is deleted. At that point all links are broken.</a:t>
            </a:r>
          </a:p>
          <a:p>
            <a:r>
              <a:rPr lang="en-US" dirty="0"/>
              <a:t>Links can cross disk volumes.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33B28-6D81-203C-F795-EA005D6209CA}"/>
              </a:ext>
            </a:extLst>
          </p:cNvPr>
          <p:cNvSpPr txBox="1"/>
          <p:nvPr/>
        </p:nvSpPr>
        <p:spPr>
          <a:xfrm>
            <a:off x="1654175" y="5542646"/>
            <a:ext cx="868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Hard links are handled within the file system. Soft links are also encoded within the file system but require some OS support.</a:t>
            </a:r>
          </a:p>
        </p:txBody>
      </p:sp>
      <p:pic>
        <p:nvPicPr>
          <p:cNvPr id="10" name="Graphic 9" descr="Link outline">
            <a:extLst>
              <a:ext uri="{FF2B5EF4-FFF2-40B4-BE49-F238E27FC236}">
                <a16:creationId xmlns:a16="http://schemas.microsoft.com/office/drawing/2014/main" id="{F704C135-9324-7517-FE83-76E7C9A81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9800" y="0"/>
            <a:ext cx="2133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157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AEF38B9-A157-2302-33F1-B2ECF9A5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Shortcuts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338A9B3-5BA9-8A33-C5CD-91A9A88CC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58000" cy="4667250"/>
          </a:xfrm>
        </p:spPr>
        <p:txBody>
          <a:bodyPr>
            <a:normAutofit/>
          </a:bodyPr>
          <a:lstStyle/>
          <a:p>
            <a:r>
              <a:rPr lang="en-US" dirty="0"/>
              <a:t>Like links but managed by the Windows File Explorer.</a:t>
            </a:r>
          </a:p>
          <a:p>
            <a:r>
              <a:rPr lang="en-US" dirty="0"/>
              <a:t>A file with a .</a:t>
            </a:r>
            <a:r>
              <a:rPr lang="en-US" dirty="0" err="1"/>
              <a:t>lnk</a:t>
            </a:r>
            <a:r>
              <a:rPr lang="en-US" dirty="0"/>
              <a:t> extension</a:t>
            </a:r>
          </a:p>
          <a:p>
            <a:r>
              <a:rPr lang="en-US" dirty="0"/>
              <a:t>Contains metadata:</a:t>
            </a:r>
          </a:p>
          <a:p>
            <a:pPr lvl="1"/>
            <a:r>
              <a:rPr lang="en-US" dirty="0"/>
              <a:t>Target: A complete command line, not just a filename.</a:t>
            </a:r>
          </a:p>
          <a:p>
            <a:pPr lvl="1"/>
            <a:r>
              <a:rPr lang="en-US" dirty="0"/>
              <a:t>Startup Directory</a:t>
            </a:r>
          </a:p>
          <a:p>
            <a:pPr lvl="1"/>
            <a:r>
              <a:rPr lang="en-US" dirty="0"/>
              <a:t>Icon</a:t>
            </a:r>
          </a:p>
          <a:p>
            <a:pPr lvl="1"/>
            <a:r>
              <a:rPr lang="en-US" dirty="0"/>
              <a:t>Window Type (normal, minimized, maximized, etc.)</a:t>
            </a:r>
          </a:p>
          <a:p>
            <a:pPr lvl="1"/>
            <a:r>
              <a:rPr lang="en-US" dirty="0"/>
              <a:t>Compatibility modes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05347C-2D96-A218-9FD2-909F9D331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365125"/>
            <a:ext cx="36195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344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0B7D6-48A0-3441-459E-D856C5914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1"/>
            <a:ext cx="10515600" cy="914400"/>
          </a:xfrm>
        </p:spPr>
        <p:txBody>
          <a:bodyPr>
            <a:normAutofit/>
          </a:bodyPr>
          <a:lstStyle/>
          <a:p>
            <a:r>
              <a:rPr lang="en-US" dirty="0"/>
              <a:t>Time and Date Resolution and </a:t>
            </a:r>
            <a:r>
              <a:rPr lang="en-US" dirty="0" err="1"/>
              <a:t>Timezone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F44B6-1316-CCDF-5FAB-0A71580EF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0602"/>
            <a:ext cx="10515600" cy="571499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NTFS</a:t>
            </a:r>
          </a:p>
          <a:p>
            <a:pPr lvl="1"/>
            <a:r>
              <a:rPr lang="en-US" dirty="0"/>
              <a:t>Stored in UTC time</a:t>
            </a:r>
          </a:p>
          <a:p>
            <a:pPr lvl="1"/>
            <a:r>
              <a:rPr lang="en-US" dirty="0"/>
              <a:t>All times: 100 ns resolution</a:t>
            </a:r>
          </a:p>
          <a:p>
            <a:pPr lvl="1"/>
            <a:r>
              <a:rPr lang="en-US" dirty="0"/>
              <a:t>Access times are cached and written back. May be delayed by as much as an hour.</a:t>
            </a:r>
          </a:p>
          <a:p>
            <a:r>
              <a:rPr lang="en-US" dirty="0"/>
              <a:t>FAT</a:t>
            </a:r>
          </a:p>
          <a:p>
            <a:pPr lvl="1"/>
            <a:r>
              <a:rPr lang="en-US" dirty="0"/>
              <a:t>Stored in Local time</a:t>
            </a:r>
          </a:p>
          <a:p>
            <a:pPr lvl="1"/>
            <a:r>
              <a:rPr lang="en-US" dirty="0"/>
              <a:t>Create Time: 10 millisecond resolution</a:t>
            </a:r>
          </a:p>
          <a:p>
            <a:pPr lvl="1"/>
            <a:r>
              <a:rPr lang="en-US" dirty="0"/>
              <a:t>Write Time: 2 second resolution</a:t>
            </a:r>
          </a:p>
          <a:p>
            <a:pPr lvl="1"/>
            <a:r>
              <a:rPr lang="en-US" dirty="0"/>
              <a:t>Access Time: 1 day resolution</a:t>
            </a:r>
          </a:p>
          <a:p>
            <a:r>
              <a:rPr lang="en-US" dirty="0"/>
              <a:t>Linux </a:t>
            </a:r>
            <a:r>
              <a:rPr lang="en-US" dirty="0" err="1"/>
              <a:t>ext</a:t>
            </a:r>
            <a:r>
              <a:rPr lang="en-US" dirty="0"/>
              <a:t> file system (prior to ext4)</a:t>
            </a:r>
          </a:p>
          <a:p>
            <a:pPr lvl="1"/>
            <a:r>
              <a:rPr lang="en-US" dirty="0"/>
              <a:t>Stored in UTC time</a:t>
            </a:r>
          </a:p>
          <a:p>
            <a:pPr lvl="1"/>
            <a:r>
              <a:rPr lang="en-US" dirty="0"/>
              <a:t>All times: 1 second resolution</a:t>
            </a:r>
          </a:p>
          <a:p>
            <a:pPr lvl="1"/>
            <a:r>
              <a:rPr lang="en-US" dirty="0"/>
              <a:t>Support for creation time is inconsistent</a:t>
            </a:r>
          </a:p>
          <a:p>
            <a:pPr lvl="1"/>
            <a:r>
              <a:rPr lang="en-US" dirty="0"/>
              <a:t>The 32-bit UNIX time epoch will roll over on January 19, 2038 at 3:14:07 a.m.</a:t>
            </a:r>
          </a:p>
          <a:p>
            <a:pPr lvl="1"/>
            <a:r>
              <a:rPr lang="en-US" dirty="0"/>
              <a:t>Ext4 has nanosecond resolution and will </a:t>
            </a:r>
            <a:r>
              <a:rPr lang="en-US"/>
              <a:t>roll over in 2446.</a:t>
            </a:r>
            <a:endParaRPr lang="en-US" dirty="0"/>
          </a:p>
          <a:p>
            <a:endParaRPr lang="en-US" dirty="0"/>
          </a:p>
        </p:txBody>
      </p:sp>
      <p:pic>
        <p:nvPicPr>
          <p:cNvPr id="5" name="Graphic 4" descr="Clock outline">
            <a:extLst>
              <a:ext uri="{FF2B5EF4-FFF2-40B4-BE49-F238E27FC236}">
                <a16:creationId xmlns:a16="http://schemas.microsoft.com/office/drawing/2014/main" id="{134904C9-ACC5-C040-D612-67387EC17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3400" y="2590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071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718</Words>
  <Application>Microsoft Office PowerPoint</Application>
  <PresentationFormat>Widescreen</PresentationFormat>
  <Paragraphs>102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File Systems: Advanced Features</vt:lpstr>
      <vt:lpstr>File System Metadata</vt:lpstr>
      <vt:lpstr>Filename Extensions</vt:lpstr>
      <vt:lpstr>Path Separators</vt:lpstr>
      <vt:lpstr>MacOS File Forks</vt:lpstr>
      <vt:lpstr>Preserving the Resource Fork</vt:lpstr>
      <vt:lpstr>NTFS Alternative Data Streams (ADS)</vt:lpstr>
      <vt:lpstr>Hard and Soft Links</vt:lpstr>
      <vt:lpstr>PowerPoint Presentation</vt:lpstr>
      <vt:lpstr>Windows Shortcuts</vt:lpstr>
      <vt:lpstr>Time and Date Resolution and Timezone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Brandt Redd</dc:creator>
  <cp:lastModifiedBy>Brandt Redd</cp:lastModifiedBy>
  <cp:revision>1</cp:revision>
  <dcterms:created xsi:type="dcterms:W3CDTF">2024-10-13T04:18:57Z</dcterms:created>
  <dcterms:modified xsi:type="dcterms:W3CDTF">2024-10-14T17:45:45Z</dcterms:modified>
</cp:coreProperties>
</file>