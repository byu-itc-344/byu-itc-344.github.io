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58"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2" autoAdjust="0"/>
    <p:restoredTop sz="94660"/>
  </p:normalViewPr>
  <p:slideViewPr>
    <p:cSldViewPr>
      <p:cViewPr varScale="1">
        <p:scale>
          <a:sx n="113" d="100"/>
          <a:sy n="113" d="100"/>
        </p:scale>
        <p:origin x="78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75912-7E01-46ED-86F9-909339D48C66}"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6662DC45-04CA-4553-B076-29B7E33DC0B1}">
      <dgm:prSet/>
      <dgm:spPr/>
      <dgm:t>
        <a:bodyPr/>
        <a:lstStyle/>
        <a:p>
          <a:r>
            <a:rPr lang="en-US"/>
            <a:t>Privacy policy</a:t>
          </a:r>
        </a:p>
      </dgm:t>
    </dgm:pt>
    <dgm:pt modelId="{31EF1FCA-F95D-41DA-8B8C-DB165040AE12}" type="parTrans" cxnId="{4F993A05-F843-4670-A351-CC050FC0E08F}">
      <dgm:prSet/>
      <dgm:spPr/>
      <dgm:t>
        <a:bodyPr/>
        <a:lstStyle/>
        <a:p>
          <a:endParaRPr lang="en-US"/>
        </a:p>
      </dgm:t>
    </dgm:pt>
    <dgm:pt modelId="{4BA2B9E7-08EE-4211-AF31-DB3F03EA6AF8}" type="sibTrans" cxnId="{4F993A05-F843-4670-A351-CC050FC0E08F}">
      <dgm:prSet/>
      <dgm:spPr/>
      <dgm:t>
        <a:bodyPr/>
        <a:lstStyle/>
        <a:p>
          <a:endParaRPr lang="en-US"/>
        </a:p>
      </dgm:t>
    </dgm:pt>
    <dgm:pt modelId="{C4737692-A024-4B53-97BE-0AD745FE407A}">
      <dgm:prSet/>
      <dgm:spPr/>
      <dgm:t>
        <a:bodyPr/>
        <a:lstStyle/>
        <a:p>
          <a:r>
            <a:rPr lang="en-US"/>
            <a:t>Acceptable use policy</a:t>
          </a:r>
        </a:p>
      </dgm:t>
    </dgm:pt>
    <dgm:pt modelId="{9244E9A6-B3FF-4839-9BA4-1EC7DF6C2D6F}" type="parTrans" cxnId="{B5428FC0-3361-4753-95AC-F2957A552AD8}">
      <dgm:prSet/>
      <dgm:spPr/>
      <dgm:t>
        <a:bodyPr/>
        <a:lstStyle/>
        <a:p>
          <a:endParaRPr lang="en-US"/>
        </a:p>
      </dgm:t>
    </dgm:pt>
    <dgm:pt modelId="{3B45A336-E71A-4663-B76E-D367CAD8648D}" type="sibTrans" cxnId="{B5428FC0-3361-4753-95AC-F2957A552AD8}">
      <dgm:prSet/>
      <dgm:spPr/>
      <dgm:t>
        <a:bodyPr/>
        <a:lstStyle/>
        <a:p>
          <a:endParaRPr lang="en-US"/>
        </a:p>
      </dgm:t>
    </dgm:pt>
    <dgm:pt modelId="{D6F6F528-2436-4FF7-8D22-2A25C40B117A}">
      <dgm:prSet/>
      <dgm:spPr/>
      <dgm:t>
        <a:bodyPr/>
        <a:lstStyle/>
        <a:p>
          <a:r>
            <a:rPr lang="en-US"/>
            <a:t>Authentication policy</a:t>
          </a:r>
        </a:p>
      </dgm:t>
    </dgm:pt>
    <dgm:pt modelId="{E3B72927-2092-4667-A35C-9A8DF69C6A96}" type="parTrans" cxnId="{39595998-BA07-4AB5-B5C7-12802117D534}">
      <dgm:prSet/>
      <dgm:spPr/>
      <dgm:t>
        <a:bodyPr/>
        <a:lstStyle/>
        <a:p>
          <a:endParaRPr lang="en-US"/>
        </a:p>
      </dgm:t>
    </dgm:pt>
    <dgm:pt modelId="{76112813-9835-4EED-9B36-F6704079511F}" type="sibTrans" cxnId="{39595998-BA07-4AB5-B5C7-12802117D534}">
      <dgm:prSet/>
      <dgm:spPr/>
      <dgm:t>
        <a:bodyPr/>
        <a:lstStyle/>
        <a:p>
          <a:endParaRPr lang="en-US"/>
        </a:p>
      </dgm:t>
    </dgm:pt>
    <dgm:pt modelId="{F962A7E5-24BF-469C-B8DD-CBEFCEBC97B0}">
      <dgm:prSet/>
      <dgm:spPr/>
      <dgm:t>
        <a:bodyPr/>
        <a:lstStyle/>
        <a:p>
          <a:r>
            <a:rPr lang="en-US"/>
            <a:t>Internet use policy</a:t>
          </a:r>
        </a:p>
      </dgm:t>
    </dgm:pt>
    <dgm:pt modelId="{701FCCE2-E33E-4B3A-BB07-1C2F8C791A2D}" type="parTrans" cxnId="{D5D81D2F-CE7F-40E6-8AFE-8F1ACEC6812B}">
      <dgm:prSet/>
      <dgm:spPr/>
      <dgm:t>
        <a:bodyPr/>
        <a:lstStyle/>
        <a:p>
          <a:endParaRPr lang="en-US"/>
        </a:p>
      </dgm:t>
    </dgm:pt>
    <dgm:pt modelId="{E0B17C3E-BB00-43E7-A86D-B358F081D9EC}" type="sibTrans" cxnId="{D5D81D2F-CE7F-40E6-8AFE-8F1ACEC6812B}">
      <dgm:prSet/>
      <dgm:spPr/>
      <dgm:t>
        <a:bodyPr/>
        <a:lstStyle/>
        <a:p>
          <a:endParaRPr lang="en-US"/>
        </a:p>
      </dgm:t>
    </dgm:pt>
    <dgm:pt modelId="{0E116689-3C9B-4160-9B2C-C685B571A566}">
      <dgm:prSet/>
      <dgm:spPr/>
      <dgm:t>
        <a:bodyPr/>
        <a:lstStyle/>
        <a:p>
          <a:r>
            <a:rPr lang="en-US"/>
            <a:t>Access policy</a:t>
          </a:r>
        </a:p>
      </dgm:t>
    </dgm:pt>
    <dgm:pt modelId="{DAA3AA12-7883-4494-A9C7-932D503D784B}" type="parTrans" cxnId="{5C7F1A75-0602-4E9C-8392-16D04BDDC441}">
      <dgm:prSet/>
      <dgm:spPr/>
      <dgm:t>
        <a:bodyPr/>
        <a:lstStyle/>
        <a:p>
          <a:endParaRPr lang="en-US"/>
        </a:p>
      </dgm:t>
    </dgm:pt>
    <dgm:pt modelId="{CA81034F-BCA8-41FD-99EF-C523C9E60894}" type="sibTrans" cxnId="{5C7F1A75-0602-4E9C-8392-16D04BDDC441}">
      <dgm:prSet/>
      <dgm:spPr/>
      <dgm:t>
        <a:bodyPr/>
        <a:lstStyle/>
        <a:p>
          <a:endParaRPr lang="en-US"/>
        </a:p>
      </dgm:t>
    </dgm:pt>
    <dgm:pt modelId="{D01EB753-A6C7-4FB8-98AB-4B1F6822343F}">
      <dgm:prSet/>
      <dgm:spPr/>
      <dgm:t>
        <a:bodyPr/>
        <a:lstStyle/>
        <a:p>
          <a:r>
            <a:rPr lang="en-US"/>
            <a:t>Auditing policy </a:t>
          </a:r>
        </a:p>
      </dgm:t>
    </dgm:pt>
    <dgm:pt modelId="{2292AFA4-961F-467A-A6AA-D992730E7EC7}" type="parTrans" cxnId="{5032838C-7C22-43F2-80CF-25F261AA96D9}">
      <dgm:prSet/>
      <dgm:spPr/>
      <dgm:t>
        <a:bodyPr/>
        <a:lstStyle/>
        <a:p>
          <a:endParaRPr lang="en-US"/>
        </a:p>
      </dgm:t>
    </dgm:pt>
    <dgm:pt modelId="{1AE792DE-7DB4-4E36-A082-69032B3C592E}" type="sibTrans" cxnId="{5032838C-7C22-43F2-80CF-25F261AA96D9}">
      <dgm:prSet/>
      <dgm:spPr/>
      <dgm:t>
        <a:bodyPr/>
        <a:lstStyle/>
        <a:p>
          <a:endParaRPr lang="en-US"/>
        </a:p>
      </dgm:t>
    </dgm:pt>
    <dgm:pt modelId="{F61F27DF-4203-483B-BC57-D93452DF3B7E}">
      <dgm:prSet/>
      <dgm:spPr/>
      <dgm:t>
        <a:bodyPr/>
        <a:lstStyle/>
        <a:p>
          <a:r>
            <a:rPr lang="en-US" dirty="0"/>
            <a:t>Data protection</a:t>
          </a:r>
        </a:p>
      </dgm:t>
    </dgm:pt>
    <dgm:pt modelId="{A5E73E36-18BB-4F6B-A7E2-54698DD1B4E3}" type="parTrans" cxnId="{061F9159-040E-49C6-8156-CF30D6097BE7}">
      <dgm:prSet/>
      <dgm:spPr/>
      <dgm:t>
        <a:bodyPr/>
        <a:lstStyle/>
        <a:p>
          <a:endParaRPr lang="en-US"/>
        </a:p>
      </dgm:t>
    </dgm:pt>
    <dgm:pt modelId="{61D026BD-667B-4038-AE8B-E8775D198622}" type="sibTrans" cxnId="{061F9159-040E-49C6-8156-CF30D6097BE7}">
      <dgm:prSet/>
      <dgm:spPr/>
      <dgm:t>
        <a:bodyPr/>
        <a:lstStyle/>
        <a:p>
          <a:endParaRPr lang="en-US"/>
        </a:p>
      </dgm:t>
    </dgm:pt>
    <dgm:pt modelId="{59ECEB87-153C-4F7C-B811-A537ABA2CBF4}" type="pres">
      <dgm:prSet presAssocID="{D0F75912-7E01-46ED-86F9-909339D48C66}" presName="vert0" presStyleCnt="0">
        <dgm:presLayoutVars>
          <dgm:dir/>
          <dgm:animOne val="branch"/>
          <dgm:animLvl val="lvl"/>
        </dgm:presLayoutVars>
      </dgm:prSet>
      <dgm:spPr/>
    </dgm:pt>
    <dgm:pt modelId="{AF3D348C-9060-45FA-9374-8A8BDC628B34}" type="pres">
      <dgm:prSet presAssocID="{6662DC45-04CA-4553-B076-29B7E33DC0B1}" presName="thickLine" presStyleLbl="alignNode1" presStyleIdx="0" presStyleCnt="7"/>
      <dgm:spPr/>
    </dgm:pt>
    <dgm:pt modelId="{8424C523-3ECE-4BB5-8D65-6A210D03CF34}" type="pres">
      <dgm:prSet presAssocID="{6662DC45-04CA-4553-B076-29B7E33DC0B1}" presName="horz1" presStyleCnt="0"/>
      <dgm:spPr/>
    </dgm:pt>
    <dgm:pt modelId="{8AEED18A-67C2-4614-B41E-0B838A046555}" type="pres">
      <dgm:prSet presAssocID="{6662DC45-04CA-4553-B076-29B7E33DC0B1}" presName="tx1" presStyleLbl="revTx" presStyleIdx="0" presStyleCnt="7"/>
      <dgm:spPr/>
    </dgm:pt>
    <dgm:pt modelId="{E5D1FD84-F066-4DBE-AD59-7175BDF78E7F}" type="pres">
      <dgm:prSet presAssocID="{6662DC45-04CA-4553-B076-29B7E33DC0B1}" presName="vert1" presStyleCnt="0"/>
      <dgm:spPr/>
    </dgm:pt>
    <dgm:pt modelId="{BDFA9267-CBAD-4A22-81DC-DFEDF94B1B3A}" type="pres">
      <dgm:prSet presAssocID="{C4737692-A024-4B53-97BE-0AD745FE407A}" presName="thickLine" presStyleLbl="alignNode1" presStyleIdx="1" presStyleCnt="7"/>
      <dgm:spPr/>
    </dgm:pt>
    <dgm:pt modelId="{48E7F6B8-ED33-4AEA-9418-04C4C43551D9}" type="pres">
      <dgm:prSet presAssocID="{C4737692-A024-4B53-97BE-0AD745FE407A}" presName="horz1" presStyleCnt="0"/>
      <dgm:spPr/>
    </dgm:pt>
    <dgm:pt modelId="{128F6BF3-A3C5-4DC5-851A-BD450414FC7C}" type="pres">
      <dgm:prSet presAssocID="{C4737692-A024-4B53-97BE-0AD745FE407A}" presName="tx1" presStyleLbl="revTx" presStyleIdx="1" presStyleCnt="7"/>
      <dgm:spPr/>
    </dgm:pt>
    <dgm:pt modelId="{A873DAC4-14AC-4C29-88C3-42EE97D05169}" type="pres">
      <dgm:prSet presAssocID="{C4737692-A024-4B53-97BE-0AD745FE407A}" presName="vert1" presStyleCnt="0"/>
      <dgm:spPr/>
    </dgm:pt>
    <dgm:pt modelId="{8D2EC4CB-839B-4005-8F03-EF966427D41D}" type="pres">
      <dgm:prSet presAssocID="{D6F6F528-2436-4FF7-8D22-2A25C40B117A}" presName="thickLine" presStyleLbl="alignNode1" presStyleIdx="2" presStyleCnt="7"/>
      <dgm:spPr/>
    </dgm:pt>
    <dgm:pt modelId="{496946A8-54D3-418E-B8B2-B894614AF02E}" type="pres">
      <dgm:prSet presAssocID="{D6F6F528-2436-4FF7-8D22-2A25C40B117A}" presName="horz1" presStyleCnt="0"/>
      <dgm:spPr/>
    </dgm:pt>
    <dgm:pt modelId="{08BA87EF-3B40-476C-94EF-B085A3618A85}" type="pres">
      <dgm:prSet presAssocID="{D6F6F528-2436-4FF7-8D22-2A25C40B117A}" presName="tx1" presStyleLbl="revTx" presStyleIdx="2" presStyleCnt="7"/>
      <dgm:spPr/>
    </dgm:pt>
    <dgm:pt modelId="{ADA754FA-C3BE-410E-B269-9677BF3B5EA8}" type="pres">
      <dgm:prSet presAssocID="{D6F6F528-2436-4FF7-8D22-2A25C40B117A}" presName="vert1" presStyleCnt="0"/>
      <dgm:spPr/>
    </dgm:pt>
    <dgm:pt modelId="{565F3C24-3082-47DC-9CA2-6D25073097FC}" type="pres">
      <dgm:prSet presAssocID="{F962A7E5-24BF-469C-B8DD-CBEFCEBC97B0}" presName="thickLine" presStyleLbl="alignNode1" presStyleIdx="3" presStyleCnt="7"/>
      <dgm:spPr/>
    </dgm:pt>
    <dgm:pt modelId="{51A2F173-3FB8-4F93-832C-8E558F6DE224}" type="pres">
      <dgm:prSet presAssocID="{F962A7E5-24BF-469C-B8DD-CBEFCEBC97B0}" presName="horz1" presStyleCnt="0"/>
      <dgm:spPr/>
    </dgm:pt>
    <dgm:pt modelId="{D71B2B10-B7D7-41AD-B5D4-920267A75A6F}" type="pres">
      <dgm:prSet presAssocID="{F962A7E5-24BF-469C-B8DD-CBEFCEBC97B0}" presName="tx1" presStyleLbl="revTx" presStyleIdx="3" presStyleCnt="7"/>
      <dgm:spPr/>
    </dgm:pt>
    <dgm:pt modelId="{37090F9C-2F4D-43EC-B825-D58CB96A746C}" type="pres">
      <dgm:prSet presAssocID="{F962A7E5-24BF-469C-B8DD-CBEFCEBC97B0}" presName="vert1" presStyleCnt="0"/>
      <dgm:spPr/>
    </dgm:pt>
    <dgm:pt modelId="{433E4FBD-3550-4FFB-97EA-62BBC0DDCE71}" type="pres">
      <dgm:prSet presAssocID="{0E116689-3C9B-4160-9B2C-C685B571A566}" presName="thickLine" presStyleLbl="alignNode1" presStyleIdx="4" presStyleCnt="7"/>
      <dgm:spPr/>
    </dgm:pt>
    <dgm:pt modelId="{1EBD25CD-6ED7-4486-A387-FCA5AD9278FA}" type="pres">
      <dgm:prSet presAssocID="{0E116689-3C9B-4160-9B2C-C685B571A566}" presName="horz1" presStyleCnt="0"/>
      <dgm:spPr/>
    </dgm:pt>
    <dgm:pt modelId="{07391858-0BBB-4013-B798-0D50A52C7F33}" type="pres">
      <dgm:prSet presAssocID="{0E116689-3C9B-4160-9B2C-C685B571A566}" presName="tx1" presStyleLbl="revTx" presStyleIdx="4" presStyleCnt="7"/>
      <dgm:spPr/>
    </dgm:pt>
    <dgm:pt modelId="{B2D274AF-F30F-4C8B-ACE7-CD4616DE00C2}" type="pres">
      <dgm:prSet presAssocID="{0E116689-3C9B-4160-9B2C-C685B571A566}" presName="vert1" presStyleCnt="0"/>
      <dgm:spPr/>
    </dgm:pt>
    <dgm:pt modelId="{DE54B0F9-D279-4E40-AF63-71E92B7BD90F}" type="pres">
      <dgm:prSet presAssocID="{D01EB753-A6C7-4FB8-98AB-4B1F6822343F}" presName="thickLine" presStyleLbl="alignNode1" presStyleIdx="5" presStyleCnt="7"/>
      <dgm:spPr/>
    </dgm:pt>
    <dgm:pt modelId="{B37EB4D7-682B-4D9F-B73F-D5DE6F770B09}" type="pres">
      <dgm:prSet presAssocID="{D01EB753-A6C7-4FB8-98AB-4B1F6822343F}" presName="horz1" presStyleCnt="0"/>
      <dgm:spPr/>
    </dgm:pt>
    <dgm:pt modelId="{E958AF6F-6883-43B6-AB80-B7A147A3EFE5}" type="pres">
      <dgm:prSet presAssocID="{D01EB753-A6C7-4FB8-98AB-4B1F6822343F}" presName="tx1" presStyleLbl="revTx" presStyleIdx="5" presStyleCnt="7"/>
      <dgm:spPr/>
    </dgm:pt>
    <dgm:pt modelId="{54E34FAA-76AC-46E9-A5B7-683B4D3DDACC}" type="pres">
      <dgm:prSet presAssocID="{D01EB753-A6C7-4FB8-98AB-4B1F6822343F}" presName="vert1" presStyleCnt="0"/>
      <dgm:spPr/>
    </dgm:pt>
    <dgm:pt modelId="{943748EC-F53A-4E6A-A806-DE345A3C1F07}" type="pres">
      <dgm:prSet presAssocID="{F61F27DF-4203-483B-BC57-D93452DF3B7E}" presName="thickLine" presStyleLbl="alignNode1" presStyleIdx="6" presStyleCnt="7"/>
      <dgm:spPr/>
    </dgm:pt>
    <dgm:pt modelId="{C2C37C98-49DA-415F-99A0-11FFF951DC23}" type="pres">
      <dgm:prSet presAssocID="{F61F27DF-4203-483B-BC57-D93452DF3B7E}" presName="horz1" presStyleCnt="0"/>
      <dgm:spPr/>
    </dgm:pt>
    <dgm:pt modelId="{0A65FC75-8B54-4B16-AE02-271C323246E6}" type="pres">
      <dgm:prSet presAssocID="{F61F27DF-4203-483B-BC57-D93452DF3B7E}" presName="tx1" presStyleLbl="revTx" presStyleIdx="6" presStyleCnt="7"/>
      <dgm:spPr/>
    </dgm:pt>
    <dgm:pt modelId="{2047FA72-E4D6-4CE4-8A1D-A146E8B315EE}" type="pres">
      <dgm:prSet presAssocID="{F61F27DF-4203-483B-BC57-D93452DF3B7E}" presName="vert1" presStyleCnt="0"/>
      <dgm:spPr/>
    </dgm:pt>
  </dgm:ptLst>
  <dgm:cxnLst>
    <dgm:cxn modelId="{4F993A05-F843-4670-A351-CC050FC0E08F}" srcId="{D0F75912-7E01-46ED-86F9-909339D48C66}" destId="{6662DC45-04CA-4553-B076-29B7E33DC0B1}" srcOrd="0" destOrd="0" parTransId="{31EF1FCA-F95D-41DA-8B8C-DB165040AE12}" sibTransId="{4BA2B9E7-08EE-4211-AF31-DB3F03EA6AF8}"/>
    <dgm:cxn modelId="{3B356A19-95BF-43AB-B786-482D5DB636EA}" type="presOf" srcId="{D01EB753-A6C7-4FB8-98AB-4B1F6822343F}" destId="{E958AF6F-6883-43B6-AB80-B7A147A3EFE5}" srcOrd="0" destOrd="0" presId="urn:microsoft.com/office/officeart/2008/layout/LinedList"/>
    <dgm:cxn modelId="{92AA5F1D-6221-4C1A-8F99-90ACBC705764}" type="presOf" srcId="{D6F6F528-2436-4FF7-8D22-2A25C40B117A}" destId="{08BA87EF-3B40-476C-94EF-B085A3618A85}" srcOrd="0" destOrd="0" presId="urn:microsoft.com/office/officeart/2008/layout/LinedList"/>
    <dgm:cxn modelId="{CD559924-7C11-4B8C-892A-FD55495B58F8}" type="presOf" srcId="{0E116689-3C9B-4160-9B2C-C685B571A566}" destId="{07391858-0BBB-4013-B798-0D50A52C7F33}" srcOrd="0" destOrd="0" presId="urn:microsoft.com/office/officeart/2008/layout/LinedList"/>
    <dgm:cxn modelId="{D5D81D2F-CE7F-40E6-8AFE-8F1ACEC6812B}" srcId="{D0F75912-7E01-46ED-86F9-909339D48C66}" destId="{F962A7E5-24BF-469C-B8DD-CBEFCEBC97B0}" srcOrd="3" destOrd="0" parTransId="{701FCCE2-E33E-4B3A-BB07-1C2F8C791A2D}" sibTransId="{E0B17C3E-BB00-43E7-A86D-B358F081D9EC}"/>
    <dgm:cxn modelId="{24147B3A-104F-4835-A869-BA237499E876}" type="presOf" srcId="{D0F75912-7E01-46ED-86F9-909339D48C66}" destId="{59ECEB87-153C-4F7C-B811-A537ABA2CBF4}" srcOrd="0" destOrd="0" presId="urn:microsoft.com/office/officeart/2008/layout/LinedList"/>
    <dgm:cxn modelId="{60B3184A-A22F-4114-BDB3-287E59BFEC75}" type="presOf" srcId="{F61F27DF-4203-483B-BC57-D93452DF3B7E}" destId="{0A65FC75-8B54-4B16-AE02-271C323246E6}" srcOrd="0" destOrd="0" presId="urn:microsoft.com/office/officeart/2008/layout/LinedList"/>
    <dgm:cxn modelId="{5C7F1A75-0602-4E9C-8392-16D04BDDC441}" srcId="{D0F75912-7E01-46ED-86F9-909339D48C66}" destId="{0E116689-3C9B-4160-9B2C-C685B571A566}" srcOrd="4" destOrd="0" parTransId="{DAA3AA12-7883-4494-A9C7-932D503D784B}" sibTransId="{CA81034F-BCA8-41FD-99EF-C523C9E60894}"/>
    <dgm:cxn modelId="{061F9159-040E-49C6-8156-CF30D6097BE7}" srcId="{D0F75912-7E01-46ED-86F9-909339D48C66}" destId="{F61F27DF-4203-483B-BC57-D93452DF3B7E}" srcOrd="6" destOrd="0" parTransId="{A5E73E36-18BB-4F6B-A7E2-54698DD1B4E3}" sibTransId="{61D026BD-667B-4038-AE8B-E8775D198622}"/>
    <dgm:cxn modelId="{5032838C-7C22-43F2-80CF-25F261AA96D9}" srcId="{D0F75912-7E01-46ED-86F9-909339D48C66}" destId="{D01EB753-A6C7-4FB8-98AB-4B1F6822343F}" srcOrd="5" destOrd="0" parTransId="{2292AFA4-961F-467A-A6AA-D992730E7EC7}" sibTransId="{1AE792DE-7DB4-4E36-A082-69032B3C592E}"/>
    <dgm:cxn modelId="{39595998-BA07-4AB5-B5C7-12802117D534}" srcId="{D0F75912-7E01-46ED-86F9-909339D48C66}" destId="{D6F6F528-2436-4FF7-8D22-2A25C40B117A}" srcOrd="2" destOrd="0" parTransId="{E3B72927-2092-4667-A35C-9A8DF69C6A96}" sibTransId="{76112813-9835-4EED-9B36-F6704079511F}"/>
    <dgm:cxn modelId="{53DB76A4-DA35-459F-B950-55631EBAA12A}" type="presOf" srcId="{6662DC45-04CA-4553-B076-29B7E33DC0B1}" destId="{8AEED18A-67C2-4614-B41E-0B838A046555}" srcOrd="0" destOrd="0" presId="urn:microsoft.com/office/officeart/2008/layout/LinedList"/>
    <dgm:cxn modelId="{B5428FC0-3361-4753-95AC-F2957A552AD8}" srcId="{D0F75912-7E01-46ED-86F9-909339D48C66}" destId="{C4737692-A024-4B53-97BE-0AD745FE407A}" srcOrd="1" destOrd="0" parTransId="{9244E9A6-B3FF-4839-9BA4-1EC7DF6C2D6F}" sibTransId="{3B45A336-E71A-4663-B76E-D367CAD8648D}"/>
    <dgm:cxn modelId="{9051D9F3-8065-41BE-B2B3-3F208C527331}" type="presOf" srcId="{C4737692-A024-4B53-97BE-0AD745FE407A}" destId="{128F6BF3-A3C5-4DC5-851A-BD450414FC7C}" srcOrd="0" destOrd="0" presId="urn:microsoft.com/office/officeart/2008/layout/LinedList"/>
    <dgm:cxn modelId="{3CF0EBFF-6B37-404F-B457-85F3800AB5A3}" type="presOf" srcId="{F962A7E5-24BF-469C-B8DD-CBEFCEBC97B0}" destId="{D71B2B10-B7D7-41AD-B5D4-920267A75A6F}" srcOrd="0" destOrd="0" presId="urn:microsoft.com/office/officeart/2008/layout/LinedList"/>
    <dgm:cxn modelId="{FB6ECE5C-DDD1-46A9-A18A-259FAD08453F}" type="presParOf" srcId="{59ECEB87-153C-4F7C-B811-A537ABA2CBF4}" destId="{AF3D348C-9060-45FA-9374-8A8BDC628B34}" srcOrd="0" destOrd="0" presId="urn:microsoft.com/office/officeart/2008/layout/LinedList"/>
    <dgm:cxn modelId="{59315314-AEA1-4085-9F4C-08D3FD096702}" type="presParOf" srcId="{59ECEB87-153C-4F7C-B811-A537ABA2CBF4}" destId="{8424C523-3ECE-4BB5-8D65-6A210D03CF34}" srcOrd="1" destOrd="0" presId="urn:microsoft.com/office/officeart/2008/layout/LinedList"/>
    <dgm:cxn modelId="{D08878DA-9B4A-4CD8-88C9-90992ECA21B4}" type="presParOf" srcId="{8424C523-3ECE-4BB5-8D65-6A210D03CF34}" destId="{8AEED18A-67C2-4614-B41E-0B838A046555}" srcOrd="0" destOrd="0" presId="urn:microsoft.com/office/officeart/2008/layout/LinedList"/>
    <dgm:cxn modelId="{99D948D7-9445-4B38-9655-53D09A47A8A1}" type="presParOf" srcId="{8424C523-3ECE-4BB5-8D65-6A210D03CF34}" destId="{E5D1FD84-F066-4DBE-AD59-7175BDF78E7F}" srcOrd="1" destOrd="0" presId="urn:microsoft.com/office/officeart/2008/layout/LinedList"/>
    <dgm:cxn modelId="{730DBA5E-6C35-48FA-99F4-FDC9E4C890EE}" type="presParOf" srcId="{59ECEB87-153C-4F7C-B811-A537ABA2CBF4}" destId="{BDFA9267-CBAD-4A22-81DC-DFEDF94B1B3A}" srcOrd="2" destOrd="0" presId="urn:microsoft.com/office/officeart/2008/layout/LinedList"/>
    <dgm:cxn modelId="{C5DEC28A-F855-4293-9B3F-C23ADADBDF90}" type="presParOf" srcId="{59ECEB87-153C-4F7C-B811-A537ABA2CBF4}" destId="{48E7F6B8-ED33-4AEA-9418-04C4C43551D9}" srcOrd="3" destOrd="0" presId="urn:microsoft.com/office/officeart/2008/layout/LinedList"/>
    <dgm:cxn modelId="{E3683D31-FEFF-4678-B8AB-EA8B0B45B826}" type="presParOf" srcId="{48E7F6B8-ED33-4AEA-9418-04C4C43551D9}" destId="{128F6BF3-A3C5-4DC5-851A-BD450414FC7C}" srcOrd="0" destOrd="0" presId="urn:microsoft.com/office/officeart/2008/layout/LinedList"/>
    <dgm:cxn modelId="{78F21A81-577E-414A-8970-6208633E0FCC}" type="presParOf" srcId="{48E7F6B8-ED33-4AEA-9418-04C4C43551D9}" destId="{A873DAC4-14AC-4C29-88C3-42EE97D05169}" srcOrd="1" destOrd="0" presId="urn:microsoft.com/office/officeart/2008/layout/LinedList"/>
    <dgm:cxn modelId="{4A8BD22E-2C50-4E9B-B111-E6E3FF6BED7F}" type="presParOf" srcId="{59ECEB87-153C-4F7C-B811-A537ABA2CBF4}" destId="{8D2EC4CB-839B-4005-8F03-EF966427D41D}" srcOrd="4" destOrd="0" presId="urn:microsoft.com/office/officeart/2008/layout/LinedList"/>
    <dgm:cxn modelId="{C75453B0-748A-409F-B2C2-4A1E27F79070}" type="presParOf" srcId="{59ECEB87-153C-4F7C-B811-A537ABA2CBF4}" destId="{496946A8-54D3-418E-B8B2-B894614AF02E}" srcOrd="5" destOrd="0" presId="urn:microsoft.com/office/officeart/2008/layout/LinedList"/>
    <dgm:cxn modelId="{FB24FFC6-2652-4F47-BD87-ACA3F7C227F0}" type="presParOf" srcId="{496946A8-54D3-418E-B8B2-B894614AF02E}" destId="{08BA87EF-3B40-476C-94EF-B085A3618A85}" srcOrd="0" destOrd="0" presId="urn:microsoft.com/office/officeart/2008/layout/LinedList"/>
    <dgm:cxn modelId="{A4F7EA2B-27B2-41B9-A154-CDBCD5652231}" type="presParOf" srcId="{496946A8-54D3-418E-B8B2-B894614AF02E}" destId="{ADA754FA-C3BE-410E-B269-9677BF3B5EA8}" srcOrd="1" destOrd="0" presId="urn:microsoft.com/office/officeart/2008/layout/LinedList"/>
    <dgm:cxn modelId="{3A53513F-7DC8-4F48-81C3-E00D2ACED9CD}" type="presParOf" srcId="{59ECEB87-153C-4F7C-B811-A537ABA2CBF4}" destId="{565F3C24-3082-47DC-9CA2-6D25073097FC}" srcOrd="6" destOrd="0" presId="urn:microsoft.com/office/officeart/2008/layout/LinedList"/>
    <dgm:cxn modelId="{31795523-5F6C-4F7E-847A-78DA45ECB3FD}" type="presParOf" srcId="{59ECEB87-153C-4F7C-B811-A537ABA2CBF4}" destId="{51A2F173-3FB8-4F93-832C-8E558F6DE224}" srcOrd="7" destOrd="0" presId="urn:microsoft.com/office/officeart/2008/layout/LinedList"/>
    <dgm:cxn modelId="{689F380C-38E1-4E1C-97D9-F96D35259BF0}" type="presParOf" srcId="{51A2F173-3FB8-4F93-832C-8E558F6DE224}" destId="{D71B2B10-B7D7-41AD-B5D4-920267A75A6F}" srcOrd="0" destOrd="0" presId="urn:microsoft.com/office/officeart/2008/layout/LinedList"/>
    <dgm:cxn modelId="{9F1BA49E-53E0-4D8A-AD65-D013F1AB8E75}" type="presParOf" srcId="{51A2F173-3FB8-4F93-832C-8E558F6DE224}" destId="{37090F9C-2F4D-43EC-B825-D58CB96A746C}" srcOrd="1" destOrd="0" presId="urn:microsoft.com/office/officeart/2008/layout/LinedList"/>
    <dgm:cxn modelId="{701D5FD3-5551-4FAE-8245-14C82D6EC8BF}" type="presParOf" srcId="{59ECEB87-153C-4F7C-B811-A537ABA2CBF4}" destId="{433E4FBD-3550-4FFB-97EA-62BBC0DDCE71}" srcOrd="8" destOrd="0" presId="urn:microsoft.com/office/officeart/2008/layout/LinedList"/>
    <dgm:cxn modelId="{5888417A-FA4A-401E-AD89-5C75879FDA38}" type="presParOf" srcId="{59ECEB87-153C-4F7C-B811-A537ABA2CBF4}" destId="{1EBD25CD-6ED7-4486-A387-FCA5AD9278FA}" srcOrd="9" destOrd="0" presId="urn:microsoft.com/office/officeart/2008/layout/LinedList"/>
    <dgm:cxn modelId="{7D944F1A-6447-464F-A26B-FD1D71948B21}" type="presParOf" srcId="{1EBD25CD-6ED7-4486-A387-FCA5AD9278FA}" destId="{07391858-0BBB-4013-B798-0D50A52C7F33}" srcOrd="0" destOrd="0" presId="urn:microsoft.com/office/officeart/2008/layout/LinedList"/>
    <dgm:cxn modelId="{B8E01612-B3E4-44A0-8FE0-D468273B5E46}" type="presParOf" srcId="{1EBD25CD-6ED7-4486-A387-FCA5AD9278FA}" destId="{B2D274AF-F30F-4C8B-ACE7-CD4616DE00C2}" srcOrd="1" destOrd="0" presId="urn:microsoft.com/office/officeart/2008/layout/LinedList"/>
    <dgm:cxn modelId="{0F710DE1-15CB-4E02-A85A-570990406739}" type="presParOf" srcId="{59ECEB87-153C-4F7C-B811-A537ABA2CBF4}" destId="{DE54B0F9-D279-4E40-AF63-71E92B7BD90F}" srcOrd="10" destOrd="0" presId="urn:microsoft.com/office/officeart/2008/layout/LinedList"/>
    <dgm:cxn modelId="{EE243254-0344-4C31-890A-1461D0F18B95}" type="presParOf" srcId="{59ECEB87-153C-4F7C-B811-A537ABA2CBF4}" destId="{B37EB4D7-682B-4D9F-B73F-D5DE6F770B09}" srcOrd="11" destOrd="0" presId="urn:microsoft.com/office/officeart/2008/layout/LinedList"/>
    <dgm:cxn modelId="{16CD37F7-A281-46C8-A6D9-9FBDC3928318}" type="presParOf" srcId="{B37EB4D7-682B-4D9F-B73F-D5DE6F770B09}" destId="{E958AF6F-6883-43B6-AB80-B7A147A3EFE5}" srcOrd="0" destOrd="0" presId="urn:microsoft.com/office/officeart/2008/layout/LinedList"/>
    <dgm:cxn modelId="{F6FA941D-2D64-469E-88DB-E9BF3BCA2F6D}" type="presParOf" srcId="{B37EB4D7-682B-4D9F-B73F-D5DE6F770B09}" destId="{54E34FAA-76AC-46E9-A5B7-683B4D3DDACC}" srcOrd="1" destOrd="0" presId="urn:microsoft.com/office/officeart/2008/layout/LinedList"/>
    <dgm:cxn modelId="{2D9E0DBF-B575-4AAC-8276-2590C5892766}" type="presParOf" srcId="{59ECEB87-153C-4F7C-B811-A537ABA2CBF4}" destId="{943748EC-F53A-4E6A-A806-DE345A3C1F07}" srcOrd="12" destOrd="0" presId="urn:microsoft.com/office/officeart/2008/layout/LinedList"/>
    <dgm:cxn modelId="{D6F519E3-FFA9-4CCD-A976-BB20B9C4F190}" type="presParOf" srcId="{59ECEB87-153C-4F7C-B811-A537ABA2CBF4}" destId="{C2C37C98-49DA-415F-99A0-11FFF951DC23}" srcOrd="13" destOrd="0" presId="urn:microsoft.com/office/officeart/2008/layout/LinedList"/>
    <dgm:cxn modelId="{1FDDEB3D-20B3-4498-ABA9-F4398E267286}" type="presParOf" srcId="{C2C37C98-49DA-415F-99A0-11FFF951DC23}" destId="{0A65FC75-8B54-4B16-AE02-271C323246E6}" srcOrd="0" destOrd="0" presId="urn:microsoft.com/office/officeart/2008/layout/LinedList"/>
    <dgm:cxn modelId="{E49148B8-80BB-4D0E-895A-27C8EE94620A}" type="presParOf" srcId="{C2C37C98-49DA-415F-99A0-11FFF951DC23}" destId="{2047FA72-E4D6-4CE4-8A1D-A146E8B315E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F75912-7E01-46ED-86F9-909339D48C66}"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6662DC45-04CA-4553-B076-29B7E33DC0B1}">
      <dgm:prSet/>
      <dgm:spPr/>
      <dgm:t>
        <a:bodyPr/>
        <a:lstStyle/>
        <a:p>
          <a:r>
            <a:rPr lang="en-US"/>
            <a:t>Privacy policy</a:t>
          </a:r>
        </a:p>
      </dgm:t>
    </dgm:pt>
    <dgm:pt modelId="{31EF1FCA-F95D-41DA-8B8C-DB165040AE12}" type="parTrans" cxnId="{4F993A05-F843-4670-A351-CC050FC0E08F}">
      <dgm:prSet/>
      <dgm:spPr/>
      <dgm:t>
        <a:bodyPr/>
        <a:lstStyle/>
        <a:p>
          <a:endParaRPr lang="en-US"/>
        </a:p>
      </dgm:t>
    </dgm:pt>
    <dgm:pt modelId="{4BA2B9E7-08EE-4211-AF31-DB3F03EA6AF8}" type="sibTrans" cxnId="{4F993A05-F843-4670-A351-CC050FC0E08F}">
      <dgm:prSet/>
      <dgm:spPr/>
      <dgm:t>
        <a:bodyPr/>
        <a:lstStyle/>
        <a:p>
          <a:endParaRPr lang="en-US"/>
        </a:p>
      </dgm:t>
    </dgm:pt>
    <dgm:pt modelId="{C4737692-A024-4B53-97BE-0AD745FE407A}">
      <dgm:prSet/>
      <dgm:spPr/>
      <dgm:t>
        <a:bodyPr/>
        <a:lstStyle/>
        <a:p>
          <a:r>
            <a:rPr lang="en-US"/>
            <a:t>Acceptable use policy</a:t>
          </a:r>
        </a:p>
      </dgm:t>
    </dgm:pt>
    <dgm:pt modelId="{9244E9A6-B3FF-4839-9BA4-1EC7DF6C2D6F}" type="parTrans" cxnId="{B5428FC0-3361-4753-95AC-F2957A552AD8}">
      <dgm:prSet/>
      <dgm:spPr/>
      <dgm:t>
        <a:bodyPr/>
        <a:lstStyle/>
        <a:p>
          <a:endParaRPr lang="en-US"/>
        </a:p>
      </dgm:t>
    </dgm:pt>
    <dgm:pt modelId="{3B45A336-E71A-4663-B76E-D367CAD8648D}" type="sibTrans" cxnId="{B5428FC0-3361-4753-95AC-F2957A552AD8}">
      <dgm:prSet/>
      <dgm:spPr/>
      <dgm:t>
        <a:bodyPr/>
        <a:lstStyle/>
        <a:p>
          <a:endParaRPr lang="en-US"/>
        </a:p>
      </dgm:t>
    </dgm:pt>
    <dgm:pt modelId="{D6F6F528-2436-4FF7-8D22-2A25C40B117A}">
      <dgm:prSet/>
      <dgm:spPr/>
      <dgm:t>
        <a:bodyPr/>
        <a:lstStyle/>
        <a:p>
          <a:r>
            <a:rPr lang="en-US"/>
            <a:t>Authentication policy</a:t>
          </a:r>
        </a:p>
      </dgm:t>
    </dgm:pt>
    <dgm:pt modelId="{E3B72927-2092-4667-A35C-9A8DF69C6A96}" type="parTrans" cxnId="{39595998-BA07-4AB5-B5C7-12802117D534}">
      <dgm:prSet/>
      <dgm:spPr/>
      <dgm:t>
        <a:bodyPr/>
        <a:lstStyle/>
        <a:p>
          <a:endParaRPr lang="en-US"/>
        </a:p>
      </dgm:t>
    </dgm:pt>
    <dgm:pt modelId="{76112813-9835-4EED-9B36-F6704079511F}" type="sibTrans" cxnId="{39595998-BA07-4AB5-B5C7-12802117D534}">
      <dgm:prSet/>
      <dgm:spPr/>
      <dgm:t>
        <a:bodyPr/>
        <a:lstStyle/>
        <a:p>
          <a:endParaRPr lang="en-US"/>
        </a:p>
      </dgm:t>
    </dgm:pt>
    <dgm:pt modelId="{F962A7E5-24BF-469C-B8DD-CBEFCEBC97B0}">
      <dgm:prSet/>
      <dgm:spPr/>
      <dgm:t>
        <a:bodyPr/>
        <a:lstStyle/>
        <a:p>
          <a:r>
            <a:rPr lang="en-US"/>
            <a:t>Internet use policy</a:t>
          </a:r>
        </a:p>
      </dgm:t>
    </dgm:pt>
    <dgm:pt modelId="{701FCCE2-E33E-4B3A-BB07-1C2F8C791A2D}" type="parTrans" cxnId="{D5D81D2F-CE7F-40E6-8AFE-8F1ACEC6812B}">
      <dgm:prSet/>
      <dgm:spPr/>
      <dgm:t>
        <a:bodyPr/>
        <a:lstStyle/>
        <a:p>
          <a:endParaRPr lang="en-US"/>
        </a:p>
      </dgm:t>
    </dgm:pt>
    <dgm:pt modelId="{E0B17C3E-BB00-43E7-A86D-B358F081D9EC}" type="sibTrans" cxnId="{D5D81D2F-CE7F-40E6-8AFE-8F1ACEC6812B}">
      <dgm:prSet/>
      <dgm:spPr/>
      <dgm:t>
        <a:bodyPr/>
        <a:lstStyle/>
        <a:p>
          <a:endParaRPr lang="en-US"/>
        </a:p>
      </dgm:t>
    </dgm:pt>
    <dgm:pt modelId="{0E116689-3C9B-4160-9B2C-C685B571A566}">
      <dgm:prSet/>
      <dgm:spPr/>
      <dgm:t>
        <a:bodyPr/>
        <a:lstStyle/>
        <a:p>
          <a:r>
            <a:rPr lang="en-US"/>
            <a:t>Access policy</a:t>
          </a:r>
        </a:p>
      </dgm:t>
    </dgm:pt>
    <dgm:pt modelId="{DAA3AA12-7883-4494-A9C7-932D503D784B}" type="parTrans" cxnId="{5C7F1A75-0602-4E9C-8392-16D04BDDC441}">
      <dgm:prSet/>
      <dgm:spPr/>
      <dgm:t>
        <a:bodyPr/>
        <a:lstStyle/>
        <a:p>
          <a:endParaRPr lang="en-US"/>
        </a:p>
      </dgm:t>
    </dgm:pt>
    <dgm:pt modelId="{CA81034F-BCA8-41FD-99EF-C523C9E60894}" type="sibTrans" cxnId="{5C7F1A75-0602-4E9C-8392-16D04BDDC441}">
      <dgm:prSet/>
      <dgm:spPr/>
      <dgm:t>
        <a:bodyPr/>
        <a:lstStyle/>
        <a:p>
          <a:endParaRPr lang="en-US"/>
        </a:p>
      </dgm:t>
    </dgm:pt>
    <dgm:pt modelId="{D01EB753-A6C7-4FB8-98AB-4B1F6822343F}">
      <dgm:prSet/>
      <dgm:spPr/>
      <dgm:t>
        <a:bodyPr/>
        <a:lstStyle/>
        <a:p>
          <a:r>
            <a:rPr lang="en-US"/>
            <a:t>Auditing policy </a:t>
          </a:r>
        </a:p>
      </dgm:t>
    </dgm:pt>
    <dgm:pt modelId="{2292AFA4-961F-467A-A6AA-D992730E7EC7}" type="parTrans" cxnId="{5032838C-7C22-43F2-80CF-25F261AA96D9}">
      <dgm:prSet/>
      <dgm:spPr/>
      <dgm:t>
        <a:bodyPr/>
        <a:lstStyle/>
        <a:p>
          <a:endParaRPr lang="en-US"/>
        </a:p>
      </dgm:t>
    </dgm:pt>
    <dgm:pt modelId="{1AE792DE-7DB4-4E36-A082-69032B3C592E}" type="sibTrans" cxnId="{5032838C-7C22-43F2-80CF-25F261AA96D9}">
      <dgm:prSet/>
      <dgm:spPr/>
      <dgm:t>
        <a:bodyPr/>
        <a:lstStyle/>
        <a:p>
          <a:endParaRPr lang="en-US"/>
        </a:p>
      </dgm:t>
    </dgm:pt>
    <dgm:pt modelId="{F61F27DF-4203-483B-BC57-D93452DF3B7E}">
      <dgm:prSet/>
      <dgm:spPr/>
      <dgm:t>
        <a:bodyPr/>
        <a:lstStyle/>
        <a:p>
          <a:r>
            <a:rPr lang="en-US"/>
            <a:t>Data protection</a:t>
          </a:r>
        </a:p>
      </dgm:t>
    </dgm:pt>
    <dgm:pt modelId="{A5E73E36-18BB-4F6B-A7E2-54698DD1B4E3}" type="parTrans" cxnId="{061F9159-040E-49C6-8156-CF30D6097BE7}">
      <dgm:prSet/>
      <dgm:spPr/>
      <dgm:t>
        <a:bodyPr/>
        <a:lstStyle/>
        <a:p>
          <a:endParaRPr lang="en-US"/>
        </a:p>
      </dgm:t>
    </dgm:pt>
    <dgm:pt modelId="{61D026BD-667B-4038-AE8B-E8775D198622}" type="sibTrans" cxnId="{061F9159-040E-49C6-8156-CF30D6097BE7}">
      <dgm:prSet/>
      <dgm:spPr/>
      <dgm:t>
        <a:bodyPr/>
        <a:lstStyle/>
        <a:p>
          <a:endParaRPr lang="en-US"/>
        </a:p>
      </dgm:t>
    </dgm:pt>
    <dgm:pt modelId="{59ECEB87-153C-4F7C-B811-A537ABA2CBF4}" type="pres">
      <dgm:prSet presAssocID="{D0F75912-7E01-46ED-86F9-909339D48C66}" presName="vert0" presStyleCnt="0">
        <dgm:presLayoutVars>
          <dgm:dir/>
          <dgm:animOne val="branch"/>
          <dgm:animLvl val="lvl"/>
        </dgm:presLayoutVars>
      </dgm:prSet>
      <dgm:spPr/>
    </dgm:pt>
    <dgm:pt modelId="{AF3D348C-9060-45FA-9374-8A8BDC628B34}" type="pres">
      <dgm:prSet presAssocID="{6662DC45-04CA-4553-B076-29B7E33DC0B1}" presName="thickLine" presStyleLbl="alignNode1" presStyleIdx="0" presStyleCnt="7"/>
      <dgm:spPr/>
    </dgm:pt>
    <dgm:pt modelId="{8424C523-3ECE-4BB5-8D65-6A210D03CF34}" type="pres">
      <dgm:prSet presAssocID="{6662DC45-04CA-4553-B076-29B7E33DC0B1}" presName="horz1" presStyleCnt="0"/>
      <dgm:spPr/>
    </dgm:pt>
    <dgm:pt modelId="{8AEED18A-67C2-4614-B41E-0B838A046555}" type="pres">
      <dgm:prSet presAssocID="{6662DC45-04CA-4553-B076-29B7E33DC0B1}" presName="tx1" presStyleLbl="revTx" presStyleIdx="0" presStyleCnt="7"/>
      <dgm:spPr/>
    </dgm:pt>
    <dgm:pt modelId="{E5D1FD84-F066-4DBE-AD59-7175BDF78E7F}" type="pres">
      <dgm:prSet presAssocID="{6662DC45-04CA-4553-B076-29B7E33DC0B1}" presName="vert1" presStyleCnt="0"/>
      <dgm:spPr/>
    </dgm:pt>
    <dgm:pt modelId="{BDFA9267-CBAD-4A22-81DC-DFEDF94B1B3A}" type="pres">
      <dgm:prSet presAssocID="{C4737692-A024-4B53-97BE-0AD745FE407A}" presName="thickLine" presStyleLbl="alignNode1" presStyleIdx="1" presStyleCnt="7"/>
      <dgm:spPr/>
    </dgm:pt>
    <dgm:pt modelId="{48E7F6B8-ED33-4AEA-9418-04C4C43551D9}" type="pres">
      <dgm:prSet presAssocID="{C4737692-A024-4B53-97BE-0AD745FE407A}" presName="horz1" presStyleCnt="0"/>
      <dgm:spPr/>
    </dgm:pt>
    <dgm:pt modelId="{128F6BF3-A3C5-4DC5-851A-BD450414FC7C}" type="pres">
      <dgm:prSet presAssocID="{C4737692-A024-4B53-97BE-0AD745FE407A}" presName="tx1" presStyleLbl="revTx" presStyleIdx="1" presStyleCnt="7"/>
      <dgm:spPr/>
    </dgm:pt>
    <dgm:pt modelId="{A873DAC4-14AC-4C29-88C3-42EE97D05169}" type="pres">
      <dgm:prSet presAssocID="{C4737692-A024-4B53-97BE-0AD745FE407A}" presName="vert1" presStyleCnt="0"/>
      <dgm:spPr/>
    </dgm:pt>
    <dgm:pt modelId="{8D2EC4CB-839B-4005-8F03-EF966427D41D}" type="pres">
      <dgm:prSet presAssocID="{D6F6F528-2436-4FF7-8D22-2A25C40B117A}" presName="thickLine" presStyleLbl="alignNode1" presStyleIdx="2" presStyleCnt="7"/>
      <dgm:spPr/>
    </dgm:pt>
    <dgm:pt modelId="{496946A8-54D3-418E-B8B2-B894614AF02E}" type="pres">
      <dgm:prSet presAssocID="{D6F6F528-2436-4FF7-8D22-2A25C40B117A}" presName="horz1" presStyleCnt="0"/>
      <dgm:spPr/>
    </dgm:pt>
    <dgm:pt modelId="{08BA87EF-3B40-476C-94EF-B085A3618A85}" type="pres">
      <dgm:prSet presAssocID="{D6F6F528-2436-4FF7-8D22-2A25C40B117A}" presName="tx1" presStyleLbl="revTx" presStyleIdx="2" presStyleCnt="7"/>
      <dgm:spPr/>
    </dgm:pt>
    <dgm:pt modelId="{ADA754FA-C3BE-410E-B269-9677BF3B5EA8}" type="pres">
      <dgm:prSet presAssocID="{D6F6F528-2436-4FF7-8D22-2A25C40B117A}" presName="vert1" presStyleCnt="0"/>
      <dgm:spPr/>
    </dgm:pt>
    <dgm:pt modelId="{565F3C24-3082-47DC-9CA2-6D25073097FC}" type="pres">
      <dgm:prSet presAssocID="{F962A7E5-24BF-469C-B8DD-CBEFCEBC97B0}" presName="thickLine" presStyleLbl="alignNode1" presStyleIdx="3" presStyleCnt="7"/>
      <dgm:spPr/>
    </dgm:pt>
    <dgm:pt modelId="{51A2F173-3FB8-4F93-832C-8E558F6DE224}" type="pres">
      <dgm:prSet presAssocID="{F962A7E5-24BF-469C-B8DD-CBEFCEBC97B0}" presName="horz1" presStyleCnt="0"/>
      <dgm:spPr/>
    </dgm:pt>
    <dgm:pt modelId="{D71B2B10-B7D7-41AD-B5D4-920267A75A6F}" type="pres">
      <dgm:prSet presAssocID="{F962A7E5-24BF-469C-B8DD-CBEFCEBC97B0}" presName="tx1" presStyleLbl="revTx" presStyleIdx="3" presStyleCnt="7"/>
      <dgm:spPr/>
    </dgm:pt>
    <dgm:pt modelId="{37090F9C-2F4D-43EC-B825-D58CB96A746C}" type="pres">
      <dgm:prSet presAssocID="{F962A7E5-24BF-469C-B8DD-CBEFCEBC97B0}" presName="vert1" presStyleCnt="0"/>
      <dgm:spPr/>
    </dgm:pt>
    <dgm:pt modelId="{433E4FBD-3550-4FFB-97EA-62BBC0DDCE71}" type="pres">
      <dgm:prSet presAssocID="{0E116689-3C9B-4160-9B2C-C685B571A566}" presName="thickLine" presStyleLbl="alignNode1" presStyleIdx="4" presStyleCnt="7"/>
      <dgm:spPr/>
    </dgm:pt>
    <dgm:pt modelId="{1EBD25CD-6ED7-4486-A387-FCA5AD9278FA}" type="pres">
      <dgm:prSet presAssocID="{0E116689-3C9B-4160-9B2C-C685B571A566}" presName="horz1" presStyleCnt="0"/>
      <dgm:spPr/>
    </dgm:pt>
    <dgm:pt modelId="{07391858-0BBB-4013-B798-0D50A52C7F33}" type="pres">
      <dgm:prSet presAssocID="{0E116689-3C9B-4160-9B2C-C685B571A566}" presName="tx1" presStyleLbl="revTx" presStyleIdx="4" presStyleCnt="7"/>
      <dgm:spPr/>
    </dgm:pt>
    <dgm:pt modelId="{B2D274AF-F30F-4C8B-ACE7-CD4616DE00C2}" type="pres">
      <dgm:prSet presAssocID="{0E116689-3C9B-4160-9B2C-C685B571A566}" presName="vert1" presStyleCnt="0"/>
      <dgm:spPr/>
    </dgm:pt>
    <dgm:pt modelId="{DE54B0F9-D279-4E40-AF63-71E92B7BD90F}" type="pres">
      <dgm:prSet presAssocID="{D01EB753-A6C7-4FB8-98AB-4B1F6822343F}" presName="thickLine" presStyleLbl="alignNode1" presStyleIdx="5" presStyleCnt="7"/>
      <dgm:spPr/>
    </dgm:pt>
    <dgm:pt modelId="{B37EB4D7-682B-4D9F-B73F-D5DE6F770B09}" type="pres">
      <dgm:prSet presAssocID="{D01EB753-A6C7-4FB8-98AB-4B1F6822343F}" presName="horz1" presStyleCnt="0"/>
      <dgm:spPr/>
    </dgm:pt>
    <dgm:pt modelId="{E958AF6F-6883-43B6-AB80-B7A147A3EFE5}" type="pres">
      <dgm:prSet presAssocID="{D01EB753-A6C7-4FB8-98AB-4B1F6822343F}" presName="tx1" presStyleLbl="revTx" presStyleIdx="5" presStyleCnt="7"/>
      <dgm:spPr/>
    </dgm:pt>
    <dgm:pt modelId="{54E34FAA-76AC-46E9-A5B7-683B4D3DDACC}" type="pres">
      <dgm:prSet presAssocID="{D01EB753-A6C7-4FB8-98AB-4B1F6822343F}" presName="vert1" presStyleCnt="0"/>
      <dgm:spPr/>
    </dgm:pt>
    <dgm:pt modelId="{943748EC-F53A-4E6A-A806-DE345A3C1F07}" type="pres">
      <dgm:prSet presAssocID="{F61F27DF-4203-483B-BC57-D93452DF3B7E}" presName="thickLine" presStyleLbl="alignNode1" presStyleIdx="6" presStyleCnt="7"/>
      <dgm:spPr/>
    </dgm:pt>
    <dgm:pt modelId="{C2C37C98-49DA-415F-99A0-11FFF951DC23}" type="pres">
      <dgm:prSet presAssocID="{F61F27DF-4203-483B-BC57-D93452DF3B7E}" presName="horz1" presStyleCnt="0"/>
      <dgm:spPr/>
    </dgm:pt>
    <dgm:pt modelId="{0A65FC75-8B54-4B16-AE02-271C323246E6}" type="pres">
      <dgm:prSet presAssocID="{F61F27DF-4203-483B-BC57-D93452DF3B7E}" presName="tx1" presStyleLbl="revTx" presStyleIdx="6" presStyleCnt="7"/>
      <dgm:spPr/>
    </dgm:pt>
    <dgm:pt modelId="{2047FA72-E4D6-4CE4-8A1D-A146E8B315EE}" type="pres">
      <dgm:prSet presAssocID="{F61F27DF-4203-483B-BC57-D93452DF3B7E}" presName="vert1" presStyleCnt="0"/>
      <dgm:spPr/>
    </dgm:pt>
  </dgm:ptLst>
  <dgm:cxnLst>
    <dgm:cxn modelId="{4F993A05-F843-4670-A351-CC050FC0E08F}" srcId="{D0F75912-7E01-46ED-86F9-909339D48C66}" destId="{6662DC45-04CA-4553-B076-29B7E33DC0B1}" srcOrd="0" destOrd="0" parTransId="{31EF1FCA-F95D-41DA-8B8C-DB165040AE12}" sibTransId="{4BA2B9E7-08EE-4211-AF31-DB3F03EA6AF8}"/>
    <dgm:cxn modelId="{3B356A19-95BF-43AB-B786-482D5DB636EA}" type="presOf" srcId="{D01EB753-A6C7-4FB8-98AB-4B1F6822343F}" destId="{E958AF6F-6883-43B6-AB80-B7A147A3EFE5}" srcOrd="0" destOrd="0" presId="urn:microsoft.com/office/officeart/2008/layout/LinedList"/>
    <dgm:cxn modelId="{92AA5F1D-6221-4C1A-8F99-90ACBC705764}" type="presOf" srcId="{D6F6F528-2436-4FF7-8D22-2A25C40B117A}" destId="{08BA87EF-3B40-476C-94EF-B085A3618A85}" srcOrd="0" destOrd="0" presId="urn:microsoft.com/office/officeart/2008/layout/LinedList"/>
    <dgm:cxn modelId="{CD559924-7C11-4B8C-892A-FD55495B58F8}" type="presOf" srcId="{0E116689-3C9B-4160-9B2C-C685B571A566}" destId="{07391858-0BBB-4013-B798-0D50A52C7F33}" srcOrd="0" destOrd="0" presId="urn:microsoft.com/office/officeart/2008/layout/LinedList"/>
    <dgm:cxn modelId="{D5D81D2F-CE7F-40E6-8AFE-8F1ACEC6812B}" srcId="{D0F75912-7E01-46ED-86F9-909339D48C66}" destId="{F962A7E5-24BF-469C-B8DD-CBEFCEBC97B0}" srcOrd="3" destOrd="0" parTransId="{701FCCE2-E33E-4B3A-BB07-1C2F8C791A2D}" sibTransId="{E0B17C3E-BB00-43E7-A86D-B358F081D9EC}"/>
    <dgm:cxn modelId="{24147B3A-104F-4835-A869-BA237499E876}" type="presOf" srcId="{D0F75912-7E01-46ED-86F9-909339D48C66}" destId="{59ECEB87-153C-4F7C-B811-A537ABA2CBF4}" srcOrd="0" destOrd="0" presId="urn:microsoft.com/office/officeart/2008/layout/LinedList"/>
    <dgm:cxn modelId="{60B3184A-A22F-4114-BDB3-287E59BFEC75}" type="presOf" srcId="{F61F27DF-4203-483B-BC57-D93452DF3B7E}" destId="{0A65FC75-8B54-4B16-AE02-271C323246E6}" srcOrd="0" destOrd="0" presId="urn:microsoft.com/office/officeart/2008/layout/LinedList"/>
    <dgm:cxn modelId="{5C7F1A75-0602-4E9C-8392-16D04BDDC441}" srcId="{D0F75912-7E01-46ED-86F9-909339D48C66}" destId="{0E116689-3C9B-4160-9B2C-C685B571A566}" srcOrd="4" destOrd="0" parTransId="{DAA3AA12-7883-4494-A9C7-932D503D784B}" sibTransId="{CA81034F-BCA8-41FD-99EF-C523C9E60894}"/>
    <dgm:cxn modelId="{061F9159-040E-49C6-8156-CF30D6097BE7}" srcId="{D0F75912-7E01-46ED-86F9-909339D48C66}" destId="{F61F27DF-4203-483B-BC57-D93452DF3B7E}" srcOrd="6" destOrd="0" parTransId="{A5E73E36-18BB-4F6B-A7E2-54698DD1B4E3}" sibTransId="{61D026BD-667B-4038-AE8B-E8775D198622}"/>
    <dgm:cxn modelId="{5032838C-7C22-43F2-80CF-25F261AA96D9}" srcId="{D0F75912-7E01-46ED-86F9-909339D48C66}" destId="{D01EB753-A6C7-4FB8-98AB-4B1F6822343F}" srcOrd="5" destOrd="0" parTransId="{2292AFA4-961F-467A-A6AA-D992730E7EC7}" sibTransId="{1AE792DE-7DB4-4E36-A082-69032B3C592E}"/>
    <dgm:cxn modelId="{39595998-BA07-4AB5-B5C7-12802117D534}" srcId="{D0F75912-7E01-46ED-86F9-909339D48C66}" destId="{D6F6F528-2436-4FF7-8D22-2A25C40B117A}" srcOrd="2" destOrd="0" parTransId="{E3B72927-2092-4667-A35C-9A8DF69C6A96}" sibTransId="{76112813-9835-4EED-9B36-F6704079511F}"/>
    <dgm:cxn modelId="{53DB76A4-DA35-459F-B950-55631EBAA12A}" type="presOf" srcId="{6662DC45-04CA-4553-B076-29B7E33DC0B1}" destId="{8AEED18A-67C2-4614-B41E-0B838A046555}" srcOrd="0" destOrd="0" presId="urn:microsoft.com/office/officeart/2008/layout/LinedList"/>
    <dgm:cxn modelId="{B5428FC0-3361-4753-95AC-F2957A552AD8}" srcId="{D0F75912-7E01-46ED-86F9-909339D48C66}" destId="{C4737692-A024-4B53-97BE-0AD745FE407A}" srcOrd="1" destOrd="0" parTransId="{9244E9A6-B3FF-4839-9BA4-1EC7DF6C2D6F}" sibTransId="{3B45A336-E71A-4663-B76E-D367CAD8648D}"/>
    <dgm:cxn modelId="{9051D9F3-8065-41BE-B2B3-3F208C527331}" type="presOf" srcId="{C4737692-A024-4B53-97BE-0AD745FE407A}" destId="{128F6BF3-A3C5-4DC5-851A-BD450414FC7C}" srcOrd="0" destOrd="0" presId="urn:microsoft.com/office/officeart/2008/layout/LinedList"/>
    <dgm:cxn modelId="{3CF0EBFF-6B37-404F-B457-85F3800AB5A3}" type="presOf" srcId="{F962A7E5-24BF-469C-B8DD-CBEFCEBC97B0}" destId="{D71B2B10-B7D7-41AD-B5D4-920267A75A6F}" srcOrd="0" destOrd="0" presId="urn:microsoft.com/office/officeart/2008/layout/LinedList"/>
    <dgm:cxn modelId="{FB6ECE5C-DDD1-46A9-A18A-259FAD08453F}" type="presParOf" srcId="{59ECEB87-153C-4F7C-B811-A537ABA2CBF4}" destId="{AF3D348C-9060-45FA-9374-8A8BDC628B34}" srcOrd="0" destOrd="0" presId="urn:microsoft.com/office/officeart/2008/layout/LinedList"/>
    <dgm:cxn modelId="{59315314-AEA1-4085-9F4C-08D3FD096702}" type="presParOf" srcId="{59ECEB87-153C-4F7C-B811-A537ABA2CBF4}" destId="{8424C523-3ECE-4BB5-8D65-6A210D03CF34}" srcOrd="1" destOrd="0" presId="urn:microsoft.com/office/officeart/2008/layout/LinedList"/>
    <dgm:cxn modelId="{D08878DA-9B4A-4CD8-88C9-90992ECA21B4}" type="presParOf" srcId="{8424C523-3ECE-4BB5-8D65-6A210D03CF34}" destId="{8AEED18A-67C2-4614-B41E-0B838A046555}" srcOrd="0" destOrd="0" presId="urn:microsoft.com/office/officeart/2008/layout/LinedList"/>
    <dgm:cxn modelId="{99D948D7-9445-4B38-9655-53D09A47A8A1}" type="presParOf" srcId="{8424C523-3ECE-4BB5-8D65-6A210D03CF34}" destId="{E5D1FD84-F066-4DBE-AD59-7175BDF78E7F}" srcOrd="1" destOrd="0" presId="urn:microsoft.com/office/officeart/2008/layout/LinedList"/>
    <dgm:cxn modelId="{730DBA5E-6C35-48FA-99F4-FDC9E4C890EE}" type="presParOf" srcId="{59ECEB87-153C-4F7C-B811-A537ABA2CBF4}" destId="{BDFA9267-CBAD-4A22-81DC-DFEDF94B1B3A}" srcOrd="2" destOrd="0" presId="urn:microsoft.com/office/officeart/2008/layout/LinedList"/>
    <dgm:cxn modelId="{C5DEC28A-F855-4293-9B3F-C23ADADBDF90}" type="presParOf" srcId="{59ECEB87-153C-4F7C-B811-A537ABA2CBF4}" destId="{48E7F6B8-ED33-4AEA-9418-04C4C43551D9}" srcOrd="3" destOrd="0" presId="urn:microsoft.com/office/officeart/2008/layout/LinedList"/>
    <dgm:cxn modelId="{E3683D31-FEFF-4678-B8AB-EA8B0B45B826}" type="presParOf" srcId="{48E7F6B8-ED33-4AEA-9418-04C4C43551D9}" destId="{128F6BF3-A3C5-4DC5-851A-BD450414FC7C}" srcOrd="0" destOrd="0" presId="urn:microsoft.com/office/officeart/2008/layout/LinedList"/>
    <dgm:cxn modelId="{78F21A81-577E-414A-8970-6208633E0FCC}" type="presParOf" srcId="{48E7F6B8-ED33-4AEA-9418-04C4C43551D9}" destId="{A873DAC4-14AC-4C29-88C3-42EE97D05169}" srcOrd="1" destOrd="0" presId="urn:microsoft.com/office/officeart/2008/layout/LinedList"/>
    <dgm:cxn modelId="{4A8BD22E-2C50-4E9B-B111-E6E3FF6BED7F}" type="presParOf" srcId="{59ECEB87-153C-4F7C-B811-A537ABA2CBF4}" destId="{8D2EC4CB-839B-4005-8F03-EF966427D41D}" srcOrd="4" destOrd="0" presId="urn:microsoft.com/office/officeart/2008/layout/LinedList"/>
    <dgm:cxn modelId="{C75453B0-748A-409F-B2C2-4A1E27F79070}" type="presParOf" srcId="{59ECEB87-153C-4F7C-B811-A537ABA2CBF4}" destId="{496946A8-54D3-418E-B8B2-B894614AF02E}" srcOrd="5" destOrd="0" presId="urn:microsoft.com/office/officeart/2008/layout/LinedList"/>
    <dgm:cxn modelId="{FB24FFC6-2652-4F47-BD87-ACA3F7C227F0}" type="presParOf" srcId="{496946A8-54D3-418E-B8B2-B894614AF02E}" destId="{08BA87EF-3B40-476C-94EF-B085A3618A85}" srcOrd="0" destOrd="0" presId="urn:microsoft.com/office/officeart/2008/layout/LinedList"/>
    <dgm:cxn modelId="{A4F7EA2B-27B2-41B9-A154-CDBCD5652231}" type="presParOf" srcId="{496946A8-54D3-418E-B8B2-B894614AF02E}" destId="{ADA754FA-C3BE-410E-B269-9677BF3B5EA8}" srcOrd="1" destOrd="0" presId="urn:microsoft.com/office/officeart/2008/layout/LinedList"/>
    <dgm:cxn modelId="{3A53513F-7DC8-4F48-81C3-E00D2ACED9CD}" type="presParOf" srcId="{59ECEB87-153C-4F7C-B811-A537ABA2CBF4}" destId="{565F3C24-3082-47DC-9CA2-6D25073097FC}" srcOrd="6" destOrd="0" presId="urn:microsoft.com/office/officeart/2008/layout/LinedList"/>
    <dgm:cxn modelId="{31795523-5F6C-4F7E-847A-78DA45ECB3FD}" type="presParOf" srcId="{59ECEB87-153C-4F7C-B811-A537ABA2CBF4}" destId="{51A2F173-3FB8-4F93-832C-8E558F6DE224}" srcOrd="7" destOrd="0" presId="urn:microsoft.com/office/officeart/2008/layout/LinedList"/>
    <dgm:cxn modelId="{689F380C-38E1-4E1C-97D9-F96D35259BF0}" type="presParOf" srcId="{51A2F173-3FB8-4F93-832C-8E558F6DE224}" destId="{D71B2B10-B7D7-41AD-B5D4-920267A75A6F}" srcOrd="0" destOrd="0" presId="urn:microsoft.com/office/officeart/2008/layout/LinedList"/>
    <dgm:cxn modelId="{9F1BA49E-53E0-4D8A-AD65-D013F1AB8E75}" type="presParOf" srcId="{51A2F173-3FB8-4F93-832C-8E558F6DE224}" destId="{37090F9C-2F4D-43EC-B825-D58CB96A746C}" srcOrd="1" destOrd="0" presId="urn:microsoft.com/office/officeart/2008/layout/LinedList"/>
    <dgm:cxn modelId="{701D5FD3-5551-4FAE-8245-14C82D6EC8BF}" type="presParOf" srcId="{59ECEB87-153C-4F7C-B811-A537ABA2CBF4}" destId="{433E4FBD-3550-4FFB-97EA-62BBC0DDCE71}" srcOrd="8" destOrd="0" presId="urn:microsoft.com/office/officeart/2008/layout/LinedList"/>
    <dgm:cxn modelId="{5888417A-FA4A-401E-AD89-5C75879FDA38}" type="presParOf" srcId="{59ECEB87-153C-4F7C-B811-A537ABA2CBF4}" destId="{1EBD25CD-6ED7-4486-A387-FCA5AD9278FA}" srcOrd="9" destOrd="0" presId="urn:microsoft.com/office/officeart/2008/layout/LinedList"/>
    <dgm:cxn modelId="{7D944F1A-6447-464F-A26B-FD1D71948B21}" type="presParOf" srcId="{1EBD25CD-6ED7-4486-A387-FCA5AD9278FA}" destId="{07391858-0BBB-4013-B798-0D50A52C7F33}" srcOrd="0" destOrd="0" presId="urn:microsoft.com/office/officeart/2008/layout/LinedList"/>
    <dgm:cxn modelId="{B8E01612-B3E4-44A0-8FE0-D468273B5E46}" type="presParOf" srcId="{1EBD25CD-6ED7-4486-A387-FCA5AD9278FA}" destId="{B2D274AF-F30F-4C8B-ACE7-CD4616DE00C2}" srcOrd="1" destOrd="0" presId="urn:microsoft.com/office/officeart/2008/layout/LinedList"/>
    <dgm:cxn modelId="{0F710DE1-15CB-4E02-A85A-570990406739}" type="presParOf" srcId="{59ECEB87-153C-4F7C-B811-A537ABA2CBF4}" destId="{DE54B0F9-D279-4E40-AF63-71E92B7BD90F}" srcOrd="10" destOrd="0" presId="urn:microsoft.com/office/officeart/2008/layout/LinedList"/>
    <dgm:cxn modelId="{EE243254-0344-4C31-890A-1461D0F18B95}" type="presParOf" srcId="{59ECEB87-153C-4F7C-B811-A537ABA2CBF4}" destId="{B37EB4D7-682B-4D9F-B73F-D5DE6F770B09}" srcOrd="11" destOrd="0" presId="urn:microsoft.com/office/officeart/2008/layout/LinedList"/>
    <dgm:cxn modelId="{16CD37F7-A281-46C8-A6D9-9FBDC3928318}" type="presParOf" srcId="{B37EB4D7-682B-4D9F-B73F-D5DE6F770B09}" destId="{E958AF6F-6883-43B6-AB80-B7A147A3EFE5}" srcOrd="0" destOrd="0" presId="urn:microsoft.com/office/officeart/2008/layout/LinedList"/>
    <dgm:cxn modelId="{F6FA941D-2D64-469E-88DB-E9BF3BCA2F6D}" type="presParOf" srcId="{B37EB4D7-682B-4D9F-B73F-D5DE6F770B09}" destId="{54E34FAA-76AC-46E9-A5B7-683B4D3DDACC}" srcOrd="1" destOrd="0" presId="urn:microsoft.com/office/officeart/2008/layout/LinedList"/>
    <dgm:cxn modelId="{2D9E0DBF-B575-4AAC-8276-2590C5892766}" type="presParOf" srcId="{59ECEB87-153C-4F7C-B811-A537ABA2CBF4}" destId="{943748EC-F53A-4E6A-A806-DE345A3C1F07}" srcOrd="12" destOrd="0" presId="urn:microsoft.com/office/officeart/2008/layout/LinedList"/>
    <dgm:cxn modelId="{D6F519E3-FFA9-4CCD-A976-BB20B9C4F190}" type="presParOf" srcId="{59ECEB87-153C-4F7C-B811-A537ABA2CBF4}" destId="{C2C37C98-49DA-415F-99A0-11FFF951DC23}" srcOrd="13" destOrd="0" presId="urn:microsoft.com/office/officeart/2008/layout/LinedList"/>
    <dgm:cxn modelId="{1FDDEB3D-20B3-4498-ABA9-F4398E267286}" type="presParOf" srcId="{C2C37C98-49DA-415F-99A0-11FFF951DC23}" destId="{0A65FC75-8B54-4B16-AE02-271C323246E6}" srcOrd="0" destOrd="0" presId="urn:microsoft.com/office/officeart/2008/layout/LinedList"/>
    <dgm:cxn modelId="{E49148B8-80BB-4D0E-895A-27C8EE94620A}" type="presParOf" srcId="{C2C37C98-49DA-415F-99A0-11FFF951DC23}" destId="{2047FA72-E4D6-4CE4-8A1D-A146E8B315E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3D348C-9060-45FA-9374-8A8BDC628B34}">
      <dsp:nvSpPr>
        <dsp:cNvPr id="0" name=""/>
        <dsp:cNvSpPr/>
      </dsp:nvSpPr>
      <dsp:spPr>
        <a:xfrm>
          <a:off x="0" y="675"/>
          <a:ext cx="6291714"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EED18A-67C2-4614-B41E-0B838A046555}">
      <dsp:nvSpPr>
        <dsp:cNvPr id="0" name=""/>
        <dsp:cNvSpPr/>
      </dsp:nvSpPr>
      <dsp:spPr>
        <a:xfrm>
          <a:off x="0" y="675"/>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Privacy policy</a:t>
          </a:r>
        </a:p>
      </dsp:txBody>
      <dsp:txXfrm>
        <a:off x="0" y="675"/>
        <a:ext cx="6291714" cy="789912"/>
      </dsp:txXfrm>
    </dsp:sp>
    <dsp:sp modelId="{BDFA9267-CBAD-4A22-81DC-DFEDF94B1B3A}">
      <dsp:nvSpPr>
        <dsp:cNvPr id="0" name=""/>
        <dsp:cNvSpPr/>
      </dsp:nvSpPr>
      <dsp:spPr>
        <a:xfrm>
          <a:off x="0" y="790587"/>
          <a:ext cx="6291714" cy="0"/>
        </a:xfrm>
        <a:prstGeom prst="line">
          <a:avLst/>
        </a:prstGeom>
        <a:solidFill>
          <a:schemeClr val="accent5">
            <a:hueOff val="-2025358"/>
            <a:satOff val="-138"/>
            <a:lumOff val="327"/>
            <a:alphaOff val="0"/>
          </a:schemeClr>
        </a:solidFill>
        <a:ln w="19050" cap="flat" cmpd="sng" algn="ctr">
          <a:solidFill>
            <a:schemeClr val="accent5">
              <a:hueOff val="-2025358"/>
              <a:satOff val="-138"/>
              <a:lumOff val="32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8F6BF3-A3C5-4DC5-851A-BD450414FC7C}">
      <dsp:nvSpPr>
        <dsp:cNvPr id="0" name=""/>
        <dsp:cNvSpPr/>
      </dsp:nvSpPr>
      <dsp:spPr>
        <a:xfrm>
          <a:off x="0" y="790587"/>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Acceptable use policy</a:t>
          </a:r>
        </a:p>
      </dsp:txBody>
      <dsp:txXfrm>
        <a:off x="0" y="790587"/>
        <a:ext cx="6291714" cy="789912"/>
      </dsp:txXfrm>
    </dsp:sp>
    <dsp:sp modelId="{8D2EC4CB-839B-4005-8F03-EF966427D41D}">
      <dsp:nvSpPr>
        <dsp:cNvPr id="0" name=""/>
        <dsp:cNvSpPr/>
      </dsp:nvSpPr>
      <dsp:spPr>
        <a:xfrm>
          <a:off x="0" y="1580499"/>
          <a:ext cx="6291714" cy="0"/>
        </a:xfrm>
        <a:prstGeom prst="line">
          <a:avLst/>
        </a:prstGeom>
        <a:solidFill>
          <a:schemeClr val="accent5">
            <a:hueOff val="-4050717"/>
            <a:satOff val="-275"/>
            <a:lumOff val="654"/>
            <a:alphaOff val="0"/>
          </a:schemeClr>
        </a:solidFill>
        <a:ln w="19050" cap="flat" cmpd="sng" algn="ctr">
          <a:solidFill>
            <a:schemeClr val="accent5">
              <a:hueOff val="-4050717"/>
              <a:satOff val="-275"/>
              <a:lumOff val="6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BA87EF-3B40-476C-94EF-B085A3618A85}">
      <dsp:nvSpPr>
        <dsp:cNvPr id="0" name=""/>
        <dsp:cNvSpPr/>
      </dsp:nvSpPr>
      <dsp:spPr>
        <a:xfrm>
          <a:off x="0" y="1580499"/>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Authentication policy</a:t>
          </a:r>
        </a:p>
      </dsp:txBody>
      <dsp:txXfrm>
        <a:off x="0" y="1580499"/>
        <a:ext cx="6291714" cy="789912"/>
      </dsp:txXfrm>
    </dsp:sp>
    <dsp:sp modelId="{565F3C24-3082-47DC-9CA2-6D25073097FC}">
      <dsp:nvSpPr>
        <dsp:cNvPr id="0" name=""/>
        <dsp:cNvSpPr/>
      </dsp:nvSpPr>
      <dsp:spPr>
        <a:xfrm>
          <a:off x="0" y="2370411"/>
          <a:ext cx="6291714" cy="0"/>
        </a:xfrm>
        <a:prstGeom prst="line">
          <a:avLst/>
        </a:prstGeom>
        <a:solidFill>
          <a:schemeClr val="accent5">
            <a:hueOff val="-6076075"/>
            <a:satOff val="-413"/>
            <a:lumOff val="981"/>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1B2B10-B7D7-41AD-B5D4-920267A75A6F}">
      <dsp:nvSpPr>
        <dsp:cNvPr id="0" name=""/>
        <dsp:cNvSpPr/>
      </dsp:nvSpPr>
      <dsp:spPr>
        <a:xfrm>
          <a:off x="0" y="2370411"/>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Internet use policy</a:t>
          </a:r>
        </a:p>
      </dsp:txBody>
      <dsp:txXfrm>
        <a:off x="0" y="2370411"/>
        <a:ext cx="6291714" cy="789912"/>
      </dsp:txXfrm>
    </dsp:sp>
    <dsp:sp modelId="{433E4FBD-3550-4FFB-97EA-62BBC0DDCE71}">
      <dsp:nvSpPr>
        <dsp:cNvPr id="0" name=""/>
        <dsp:cNvSpPr/>
      </dsp:nvSpPr>
      <dsp:spPr>
        <a:xfrm>
          <a:off x="0" y="3160323"/>
          <a:ext cx="6291714" cy="0"/>
        </a:xfrm>
        <a:prstGeom prst="line">
          <a:avLst/>
        </a:prstGeom>
        <a:solidFill>
          <a:schemeClr val="accent5">
            <a:hueOff val="-8101434"/>
            <a:satOff val="-551"/>
            <a:lumOff val="1307"/>
            <a:alphaOff val="0"/>
          </a:schemeClr>
        </a:solidFill>
        <a:ln w="19050" cap="flat" cmpd="sng" algn="ctr">
          <a:solidFill>
            <a:schemeClr val="accent5">
              <a:hueOff val="-8101434"/>
              <a:satOff val="-551"/>
              <a:lumOff val="13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391858-0BBB-4013-B798-0D50A52C7F33}">
      <dsp:nvSpPr>
        <dsp:cNvPr id="0" name=""/>
        <dsp:cNvSpPr/>
      </dsp:nvSpPr>
      <dsp:spPr>
        <a:xfrm>
          <a:off x="0" y="3160323"/>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Access policy</a:t>
          </a:r>
        </a:p>
      </dsp:txBody>
      <dsp:txXfrm>
        <a:off x="0" y="3160323"/>
        <a:ext cx="6291714" cy="789912"/>
      </dsp:txXfrm>
    </dsp:sp>
    <dsp:sp modelId="{DE54B0F9-D279-4E40-AF63-71E92B7BD90F}">
      <dsp:nvSpPr>
        <dsp:cNvPr id="0" name=""/>
        <dsp:cNvSpPr/>
      </dsp:nvSpPr>
      <dsp:spPr>
        <a:xfrm>
          <a:off x="0" y="3950235"/>
          <a:ext cx="6291714" cy="0"/>
        </a:xfrm>
        <a:prstGeom prst="line">
          <a:avLst/>
        </a:prstGeom>
        <a:solidFill>
          <a:schemeClr val="accent5">
            <a:hueOff val="-10126791"/>
            <a:satOff val="-688"/>
            <a:lumOff val="1634"/>
            <a:alphaOff val="0"/>
          </a:schemeClr>
        </a:solidFill>
        <a:ln w="19050" cap="flat" cmpd="sng" algn="ctr">
          <a:solidFill>
            <a:schemeClr val="accent5">
              <a:hueOff val="-10126791"/>
              <a:satOff val="-688"/>
              <a:lumOff val="163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58AF6F-6883-43B6-AB80-B7A147A3EFE5}">
      <dsp:nvSpPr>
        <dsp:cNvPr id="0" name=""/>
        <dsp:cNvSpPr/>
      </dsp:nvSpPr>
      <dsp:spPr>
        <a:xfrm>
          <a:off x="0" y="3950235"/>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Auditing policy </a:t>
          </a:r>
        </a:p>
      </dsp:txBody>
      <dsp:txXfrm>
        <a:off x="0" y="3950235"/>
        <a:ext cx="6291714" cy="789912"/>
      </dsp:txXfrm>
    </dsp:sp>
    <dsp:sp modelId="{943748EC-F53A-4E6A-A806-DE345A3C1F07}">
      <dsp:nvSpPr>
        <dsp:cNvPr id="0" name=""/>
        <dsp:cNvSpPr/>
      </dsp:nvSpPr>
      <dsp:spPr>
        <a:xfrm>
          <a:off x="0" y="4740147"/>
          <a:ext cx="6291714" cy="0"/>
        </a:xfrm>
        <a:prstGeom prst="line">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65FC75-8B54-4B16-AE02-271C323246E6}">
      <dsp:nvSpPr>
        <dsp:cNvPr id="0" name=""/>
        <dsp:cNvSpPr/>
      </dsp:nvSpPr>
      <dsp:spPr>
        <a:xfrm>
          <a:off x="0" y="4740147"/>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Data protection</a:t>
          </a:r>
        </a:p>
      </dsp:txBody>
      <dsp:txXfrm>
        <a:off x="0" y="4740147"/>
        <a:ext cx="6291714" cy="7899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3D348C-9060-45FA-9374-8A8BDC628B34}">
      <dsp:nvSpPr>
        <dsp:cNvPr id="0" name=""/>
        <dsp:cNvSpPr/>
      </dsp:nvSpPr>
      <dsp:spPr>
        <a:xfrm>
          <a:off x="0" y="675"/>
          <a:ext cx="6291714"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EED18A-67C2-4614-B41E-0B838A046555}">
      <dsp:nvSpPr>
        <dsp:cNvPr id="0" name=""/>
        <dsp:cNvSpPr/>
      </dsp:nvSpPr>
      <dsp:spPr>
        <a:xfrm>
          <a:off x="0" y="675"/>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Privacy policy</a:t>
          </a:r>
        </a:p>
      </dsp:txBody>
      <dsp:txXfrm>
        <a:off x="0" y="675"/>
        <a:ext cx="6291714" cy="789912"/>
      </dsp:txXfrm>
    </dsp:sp>
    <dsp:sp modelId="{BDFA9267-CBAD-4A22-81DC-DFEDF94B1B3A}">
      <dsp:nvSpPr>
        <dsp:cNvPr id="0" name=""/>
        <dsp:cNvSpPr/>
      </dsp:nvSpPr>
      <dsp:spPr>
        <a:xfrm>
          <a:off x="0" y="790587"/>
          <a:ext cx="6291714" cy="0"/>
        </a:xfrm>
        <a:prstGeom prst="line">
          <a:avLst/>
        </a:prstGeom>
        <a:solidFill>
          <a:schemeClr val="accent5">
            <a:hueOff val="-2025358"/>
            <a:satOff val="-138"/>
            <a:lumOff val="327"/>
            <a:alphaOff val="0"/>
          </a:schemeClr>
        </a:solidFill>
        <a:ln w="19050" cap="flat" cmpd="sng" algn="ctr">
          <a:solidFill>
            <a:schemeClr val="accent5">
              <a:hueOff val="-2025358"/>
              <a:satOff val="-138"/>
              <a:lumOff val="32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8F6BF3-A3C5-4DC5-851A-BD450414FC7C}">
      <dsp:nvSpPr>
        <dsp:cNvPr id="0" name=""/>
        <dsp:cNvSpPr/>
      </dsp:nvSpPr>
      <dsp:spPr>
        <a:xfrm>
          <a:off x="0" y="790587"/>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Acceptable use policy</a:t>
          </a:r>
        </a:p>
      </dsp:txBody>
      <dsp:txXfrm>
        <a:off x="0" y="790587"/>
        <a:ext cx="6291714" cy="789912"/>
      </dsp:txXfrm>
    </dsp:sp>
    <dsp:sp modelId="{8D2EC4CB-839B-4005-8F03-EF966427D41D}">
      <dsp:nvSpPr>
        <dsp:cNvPr id="0" name=""/>
        <dsp:cNvSpPr/>
      </dsp:nvSpPr>
      <dsp:spPr>
        <a:xfrm>
          <a:off x="0" y="1580499"/>
          <a:ext cx="6291714" cy="0"/>
        </a:xfrm>
        <a:prstGeom prst="line">
          <a:avLst/>
        </a:prstGeom>
        <a:solidFill>
          <a:schemeClr val="accent5">
            <a:hueOff val="-4050717"/>
            <a:satOff val="-275"/>
            <a:lumOff val="654"/>
            <a:alphaOff val="0"/>
          </a:schemeClr>
        </a:solidFill>
        <a:ln w="19050" cap="flat" cmpd="sng" algn="ctr">
          <a:solidFill>
            <a:schemeClr val="accent5">
              <a:hueOff val="-4050717"/>
              <a:satOff val="-275"/>
              <a:lumOff val="6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BA87EF-3B40-476C-94EF-B085A3618A85}">
      <dsp:nvSpPr>
        <dsp:cNvPr id="0" name=""/>
        <dsp:cNvSpPr/>
      </dsp:nvSpPr>
      <dsp:spPr>
        <a:xfrm>
          <a:off x="0" y="1580499"/>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Authentication policy</a:t>
          </a:r>
        </a:p>
      </dsp:txBody>
      <dsp:txXfrm>
        <a:off x="0" y="1580499"/>
        <a:ext cx="6291714" cy="789912"/>
      </dsp:txXfrm>
    </dsp:sp>
    <dsp:sp modelId="{565F3C24-3082-47DC-9CA2-6D25073097FC}">
      <dsp:nvSpPr>
        <dsp:cNvPr id="0" name=""/>
        <dsp:cNvSpPr/>
      </dsp:nvSpPr>
      <dsp:spPr>
        <a:xfrm>
          <a:off x="0" y="2370411"/>
          <a:ext cx="6291714" cy="0"/>
        </a:xfrm>
        <a:prstGeom prst="line">
          <a:avLst/>
        </a:prstGeom>
        <a:solidFill>
          <a:schemeClr val="accent5">
            <a:hueOff val="-6076075"/>
            <a:satOff val="-413"/>
            <a:lumOff val="981"/>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1B2B10-B7D7-41AD-B5D4-920267A75A6F}">
      <dsp:nvSpPr>
        <dsp:cNvPr id="0" name=""/>
        <dsp:cNvSpPr/>
      </dsp:nvSpPr>
      <dsp:spPr>
        <a:xfrm>
          <a:off x="0" y="2370411"/>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Internet use policy</a:t>
          </a:r>
        </a:p>
      </dsp:txBody>
      <dsp:txXfrm>
        <a:off x="0" y="2370411"/>
        <a:ext cx="6291714" cy="789912"/>
      </dsp:txXfrm>
    </dsp:sp>
    <dsp:sp modelId="{433E4FBD-3550-4FFB-97EA-62BBC0DDCE71}">
      <dsp:nvSpPr>
        <dsp:cNvPr id="0" name=""/>
        <dsp:cNvSpPr/>
      </dsp:nvSpPr>
      <dsp:spPr>
        <a:xfrm>
          <a:off x="0" y="3160323"/>
          <a:ext cx="6291714" cy="0"/>
        </a:xfrm>
        <a:prstGeom prst="line">
          <a:avLst/>
        </a:prstGeom>
        <a:solidFill>
          <a:schemeClr val="accent5">
            <a:hueOff val="-8101434"/>
            <a:satOff val="-551"/>
            <a:lumOff val="1307"/>
            <a:alphaOff val="0"/>
          </a:schemeClr>
        </a:solidFill>
        <a:ln w="19050" cap="flat" cmpd="sng" algn="ctr">
          <a:solidFill>
            <a:schemeClr val="accent5">
              <a:hueOff val="-8101434"/>
              <a:satOff val="-551"/>
              <a:lumOff val="13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391858-0BBB-4013-B798-0D50A52C7F33}">
      <dsp:nvSpPr>
        <dsp:cNvPr id="0" name=""/>
        <dsp:cNvSpPr/>
      </dsp:nvSpPr>
      <dsp:spPr>
        <a:xfrm>
          <a:off x="0" y="3160323"/>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Access policy</a:t>
          </a:r>
        </a:p>
      </dsp:txBody>
      <dsp:txXfrm>
        <a:off x="0" y="3160323"/>
        <a:ext cx="6291714" cy="789912"/>
      </dsp:txXfrm>
    </dsp:sp>
    <dsp:sp modelId="{DE54B0F9-D279-4E40-AF63-71E92B7BD90F}">
      <dsp:nvSpPr>
        <dsp:cNvPr id="0" name=""/>
        <dsp:cNvSpPr/>
      </dsp:nvSpPr>
      <dsp:spPr>
        <a:xfrm>
          <a:off x="0" y="3950235"/>
          <a:ext cx="6291714" cy="0"/>
        </a:xfrm>
        <a:prstGeom prst="line">
          <a:avLst/>
        </a:prstGeom>
        <a:solidFill>
          <a:schemeClr val="accent5">
            <a:hueOff val="-10126791"/>
            <a:satOff val="-688"/>
            <a:lumOff val="1634"/>
            <a:alphaOff val="0"/>
          </a:schemeClr>
        </a:solidFill>
        <a:ln w="19050" cap="flat" cmpd="sng" algn="ctr">
          <a:solidFill>
            <a:schemeClr val="accent5">
              <a:hueOff val="-10126791"/>
              <a:satOff val="-688"/>
              <a:lumOff val="163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58AF6F-6883-43B6-AB80-B7A147A3EFE5}">
      <dsp:nvSpPr>
        <dsp:cNvPr id="0" name=""/>
        <dsp:cNvSpPr/>
      </dsp:nvSpPr>
      <dsp:spPr>
        <a:xfrm>
          <a:off x="0" y="3950235"/>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Auditing policy </a:t>
          </a:r>
        </a:p>
      </dsp:txBody>
      <dsp:txXfrm>
        <a:off x="0" y="3950235"/>
        <a:ext cx="6291714" cy="789912"/>
      </dsp:txXfrm>
    </dsp:sp>
    <dsp:sp modelId="{943748EC-F53A-4E6A-A806-DE345A3C1F07}">
      <dsp:nvSpPr>
        <dsp:cNvPr id="0" name=""/>
        <dsp:cNvSpPr/>
      </dsp:nvSpPr>
      <dsp:spPr>
        <a:xfrm>
          <a:off x="0" y="4740147"/>
          <a:ext cx="6291714" cy="0"/>
        </a:xfrm>
        <a:prstGeom prst="line">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65FC75-8B54-4B16-AE02-271C323246E6}">
      <dsp:nvSpPr>
        <dsp:cNvPr id="0" name=""/>
        <dsp:cNvSpPr/>
      </dsp:nvSpPr>
      <dsp:spPr>
        <a:xfrm>
          <a:off x="0" y="4740147"/>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Data protection</a:t>
          </a:r>
        </a:p>
      </dsp:txBody>
      <dsp:txXfrm>
        <a:off x="0" y="4740147"/>
        <a:ext cx="6291714" cy="78991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56840-9BB1-B183-E978-18157513C8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F57737-EC0A-A1F3-F04F-6370B0FFAE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7C0745-7660-790F-6B09-42E1E403209E}"/>
              </a:ext>
            </a:extLst>
          </p:cNvPr>
          <p:cNvSpPr>
            <a:spLocks noGrp="1"/>
          </p:cNvSpPr>
          <p:nvPr>
            <p:ph type="dt" sz="half" idx="10"/>
          </p:nvPr>
        </p:nvSpPr>
        <p:spPr/>
        <p:txBody>
          <a:bodyPr/>
          <a:lstStyle/>
          <a:p>
            <a:fld id="{C98260A1-3FA1-4945-A12E-5E1AF111A56D}" type="datetimeFigureOut">
              <a:rPr lang="en-US" smtClean="0"/>
              <a:t>2024-10-22</a:t>
            </a:fld>
            <a:endParaRPr lang="en-US"/>
          </a:p>
        </p:txBody>
      </p:sp>
      <p:sp>
        <p:nvSpPr>
          <p:cNvPr id="5" name="Footer Placeholder 4">
            <a:extLst>
              <a:ext uri="{FF2B5EF4-FFF2-40B4-BE49-F238E27FC236}">
                <a16:creationId xmlns:a16="http://schemas.microsoft.com/office/drawing/2014/main" id="{C4899219-0EE4-2901-F70E-5F94FEADC4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C913D8-6FF4-8747-D68E-EDFA6F8B8179}"/>
              </a:ext>
            </a:extLst>
          </p:cNvPr>
          <p:cNvSpPr>
            <a:spLocks noGrp="1"/>
          </p:cNvSpPr>
          <p:nvPr>
            <p:ph type="sldNum" sz="quarter" idx="12"/>
          </p:nvPr>
        </p:nvSpPr>
        <p:spPr/>
        <p:txBody>
          <a:bodyPr/>
          <a:lstStyle/>
          <a:p>
            <a:fld id="{73A58FBA-AF64-4992-8778-FBEF737A0AE6}" type="slidenum">
              <a:rPr lang="en-US" smtClean="0"/>
              <a:t>‹#›</a:t>
            </a:fld>
            <a:endParaRPr lang="en-US"/>
          </a:p>
        </p:txBody>
      </p:sp>
    </p:spTree>
    <p:extLst>
      <p:ext uri="{BB962C8B-B14F-4D97-AF65-F5344CB8AC3E}">
        <p14:creationId xmlns:p14="http://schemas.microsoft.com/office/powerpoint/2010/main" val="4047999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D3AB3-5C71-4DC4-074B-1FFB4E6416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104AFC-598E-A913-D88B-A46173B90D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C08598-0B31-C6FF-9D7C-7BE90D9475A4}"/>
              </a:ext>
            </a:extLst>
          </p:cNvPr>
          <p:cNvSpPr>
            <a:spLocks noGrp="1"/>
          </p:cNvSpPr>
          <p:nvPr>
            <p:ph type="dt" sz="half" idx="10"/>
          </p:nvPr>
        </p:nvSpPr>
        <p:spPr/>
        <p:txBody>
          <a:bodyPr/>
          <a:lstStyle/>
          <a:p>
            <a:fld id="{C98260A1-3FA1-4945-A12E-5E1AF111A56D}" type="datetimeFigureOut">
              <a:rPr lang="en-US" smtClean="0"/>
              <a:t>2024-10-22</a:t>
            </a:fld>
            <a:endParaRPr lang="en-US"/>
          </a:p>
        </p:txBody>
      </p:sp>
      <p:sp>
        <p:nvSpPr>
          <p:cNvPr id="5" name="Footer Placeholder 4">
            <a:extLst>
              <a:ext uri="{FF2B5EF4-FFF2-40B4-BE49-F238E27FC236}">
                <a16:creationId xmlns:a16="http://schemas.microsoft.com/office/drawing/2014/main" id="{A1556A2D-8E8A-E734-EBE2-57F461FB1C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30D06-90A0-F144-C462-3D9A190CE8C1}"/>
              </a:ext>
            </a:extLst>
          </p:cNvPr>
          <p:cNvSpPr>
            <a:spLocks noGrp="1"/>
          </p:cNvSpPr>
          <p:nvPr>
            <p:ph type="sldNum" sz="quarter" idx="12"/>
          </p:nvPr>
        </p:nvSpPr>
        <p:spPr/>
        <p:txBody>
          <a:bodyPr/>
          <a:lstStyle/>
          <a:p>
            <a:fld id="{73A58FBA-AF64-4992-8778-FBEF737A0AE6}" type="slidenum">
              <a:rPr lang="en-US" smtClean="0"/>
              <a:t>‹#›</a:t>
            </a:fld>
            <a:endParaRPr lang="en-US"/>
          </a:p>
        </p:txBody>
      </p:sp>
    </p:spTree>
    <p:extLst>
      <p:ext uri="{BB962C8B-B14F-4D97-AF65-F5344CB8AC3E}">
        <p14:creationId xmlns:p14="http://schemas.microsoft.com/office/powerpoint/2010/main" val="2917011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6AEC4-6E31-73A9-43D7-4861EBE70E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C44B70-3D30-5265-BD61-6AD1AE2FAC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7C6895-9F10-59EE-448B-48C60E7E08E0}"/>
              </a:ext>
            </a:extLst>
          </p:cNvPr>
          <p:cNvSpPr>
            <a:spLocks noGrp="1"/>
          </p:cNvSpPr>
          <p:nvPr>
            <p:ph type="dt" sz="half" idx="10"/>
          </p:nvPr>
        </p:nvSpPr>
        <p:spPr/>
        <p:txBody>
          <a:bodyPr/>
          <a:lstStyle/>
          <a:p>
            <a:fld id="{C98260A1-3FA1-4945-A12E-5E1AF111A56D}" type="datetimeFigureOut">
              <a:rPr lang="en-US" smtClean="0"/>
              <a:t>2024-10-22</a:t>
            </a:fld>
            <a:endParaRPr lang="en-US"/>
          </a:p>
        </p:txBody>
      </p:sp>
      <p:sp>
        <p:nvSpPr>
          <p:cNvPr id="5" name="Footer Placeholder 4">
            <a:extLst>
              <a:ext uri="{FF2B5EF4-FFF2-40B4-BE49-F238E27FC236}">
                <a16:creationId xmlns:a16="http://schemas.microsoft.com/office/drawing/2014/main" id="{C71A44ED-2C6C-F621-CDCE-0E25CEE814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0CB646-36DC-D84A-5BB2-4112D408F7E0}"/>
              </a:ext>
            </a:extLst>
          </p:cNvPr>
          <p:cNvSpPr>
            <a:spLocks noGrp="1"/>
          </p:cNvSpPr>
          <p:nvPr>
            <p:ph type="sldNum" sz="quarter" idx="12"/>
          </p:nvPr>
        </p:nvSpPr>
        <p:spPr/>
        <p:txBody>
          <a:bodyPr/>
          <a:lstStyle/>
          <a:p>
            <a:fld id="{73A58FBA-AF64-4992-8778-FBEF737A0AE6}" type="slidenum">
              <a:rPr lang="en-US" smtClean="0"/>
              <a:t>‹#›</a:t>
            </a:fld>
            <a:endParaRPr lang="en-US"/>
          </a:p>
        </p:txBody>
      </p:sp>
    </p:spTree>
    <p:extLst>
      <p:ext uri="{BB962C8B-B14F-4D97-AF65-F5344CB8AC3E}">
        <p14:creationId xmlns:p14="http://schemas.microsoft.com/office/powerpoint/2010/main" val="1804817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88F6C-FEA1-236D-8482-B2A5A04D83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73280F-AAA5-FAE7-0462-08801ED3A2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4D6E50-D8A6-931B-C70A-54D3A26933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227FF6-34C0-F59D-45D3-A0FC1DF1E237}"/>
              </a:ext>
            </a:extLst>
          </p:cNvPr>
          <p:cNvSpPr>
            <a:spLocks noGrp="1"/>
          </p:cNvSpPr>
          <p:nvPr>
            <p:ph type="dt" sz="half" idx="10"/>
          </p:nvPr>
        </p:nvSpPr>
        <p:spPr/>
        <p:txBody>
          <a:bodyPr/>
          <a:lstStyle/>
          <a:p>
            <a:fld id="{C98260A1-3FA1-4945-A12E-5E1AF111A56D}" type="datetimeFigureOut">
              <a:rPr lang="en-US" smtClean="0"/>
              <a:t>2024-10-22</a:t>
            </a:fld>
            <a:endParaRPr lang="en-US"/>
          </a:p>
        </p:txBody>
      </p:sp>
      <p:sp>
        <p:nvSpPr>
          <p:cNvPr id="6" name="Footer Placeholder 5">
            <a:extLst>
              <a:ext uri="{FF2B5EF4-FFF2-40B4-BE49-F238E27FC236}">
                <a16:creationId xmlns:a16="http://schemas.microsoft.com/office/drawing/2014/main" id="{5005DF84-0AD2-7078-C9AE-472D7EF8A9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DD419C-BD27-C2B9-FFB4-CF80A26452F9}"/>
              </a:ext>
            </a:extLst>
          </p:cNvPr>
          <p:cNvSpPr>
            <a:spLocks noGrp="1"/>
          </p:cNvSpPr>
          <p:nvPr>
            <p:ph type="sldNum" sz="quarter" idx="12"/>
          </p:nvPr>
        </p:nvSpPr>
        <p:spPr/>
        <p:txBody>
          <a:bodyPr/>
          <a:lstStyle/>
          <a:p>
            <a:fld id="{73A58FBA-AF64-4992-8778-FBEF737A0AE6}" type="slidenum">
              <a:rPr lang="en-US" smtClean="0"/>
              <a:t>‹#›</a:t>
            </a:fld>
            <a:endParaRPr lang="en-US"/>
          </a:p>
        </p:txBody>
      </p:sp>
    </p:spTree>
    <p:extLst>
      <p:ext uri="{BB962C8B-B14F-4D97-AF65-F5344CB8AC3E}">
        <p14:creationId xmlns:p14="http://schemas.microsoft.com/office/powerpoint/2010/main" val="510441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8EAE7-6C4A-C449-0465-DDDCB232BF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75195E-D384-515F-3E9A-CCDCC14E36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B9D2A3-6032-CE51-A88D-85A8393C83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EDBC6E-18A5-F563-2748-DF3F0EE46E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D9A6E2-87B4-1A5A-B5BB-7C1AFFEE18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916DAE-C4DF-0778-DD16-BA479B1661F1}"/>
              </a:ext>
            </a:extLst>
          </p:cNvPr>
          <p:cNvSpPr>
            <a:spLocks noGrp="1"/>
          </p:cNvSpPr>
          <p:nvPr>
            <p:ph type="dt" sz="half" idx="10"/>
          </p:nvPr>
        </p:nvSpPr>
        <p:spPr/>
        <p:txBody>
          <a:bodyPr/>
          <a:lstStyle/>
          <a:p>
            <a:fld id="{C98260A1-3FA1-4945-A12E-5E1AF111A56D}" type="datetimeFigureOut">
              <a:rPr lang="en-US" smtClean="0"/>
              <a:t>2024-10-22</a:t>
            </a:fld>
            <a:endParaRPr lang="en-US"/>
          </a:p>
        </p:txBody>
      </p:sp>
      <p:sp>
        <p:nvSpPr>
          <p:cNvPr id="8" name="Footer Placeholder 7">
            <a:extLst>
              <a:ext uri="{FF2B5EF4-FFF2-40B4-BE49-F238E27FC236}">
                <a16:creationId xmlns:a16="http://schemas.microsoft.com/office/drawing/2014/main" id="{D6EB3016-3288-8F47-B58E-6FDDDF72E3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BD8F50-32A3-5813-BC95-8E4044A90AE2}"/>
              </a:ext>
            </a:extLst>
          </p:cNvPr>
          <p:cNvSpPr>
            <a:spLocks noGrp="1"/>
          </p:cNvSpPr>
          <p:nvPr>
            <p:ph type="sldNum" sz="quarter" idx="12"/>
          </p:nvPr>
        </p:nvSpPr>
        <p:spPr/>
        <p:txBody>
          <a:bodyPr/>
          <a:lstStyle/>
          <a:p>
            <a:fld id="{73A58FBA-AF64-4992-8778-FBEF737A0AE6}" type="slidenum">
              <a:rPr lang="en-US" smtClean="0"/>
              <a:t>‹#›</a:t>
            </a:fld>
            <a:endParaRPr lang="en-US"/>
          </a:p>
        </p:txBody>
      </p:sp>
    </p:spTree>
    <p:extLst>
      <p:ext uri="{BB962C8B-B14F-4D97-AF65-F5344CB8AC3E}">
        <p14:creationId xmlns:p14="http://schemas.microsoft.com/office/powerpoint/2010/main" val="376676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53EE5-4591-2522-0707-3C9102E557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0108CA-847B-BD45-5ADC-CFB457D4266A}"/>
              </a:ext>
            </a:extLst>
          </p:cNvPr>
          <p:cNvSpPr>
            <a:spLocks noGrp="1"/>
          </p:cNvSpPr>
          <p:nvPr>
            <p:ph type="dt" sz="half" idx="10"/>
          </p:nvPr>
        </p:nvSpPr>
        <p:spPr/>
        <p:txBody>
          <a:bodyPr/>
          <a:lstStyle/>
          <a:p>
            <a:fld id="{C98260A1-3FA1-4945-A12E-5E1AF111A56D}" type="datetimeFigureOut">
              <a:rPr lang="en-US" smtClean="0"/>
              <a:t>2024-10-22</a:t>
            </a:fld>
            <a:endParaRPr lang="en-US"/>
          </a:p>
        </p:txBody>
      </p:sp>
      <p:sp>
        <p:nvSpPr>
          <p:cNvPr id="4" name="Footer Placeholder 3">
            <a:extLst>
              <a:ext uri="{FF2B5EF4-FFF2-40B4-BE49-F238E27FC236}">
                <a16:creationId xmlns:a16="http://schemas.microsoft.com/office/drawing/2014/main" id="{7F460F83-EAD9-21F7-A026-465CD3BE95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1CD57B-3558-B624-AD4F-A669E1002016}"/>
              </a:ext>
            </a:extLst>
          </p:cNvPr>
          <p:cNvSpPr>
            <a:spLocks noGrp="1"/>
          </p:cNvSpPr>
          <p:nvPr>
            <p:ph type="sldNum" sz="quarter" idx="12"/>
          </p:nvPr>
        </p:nvSpPr>
        <p:spPr/>
        <p:txBody>
          <a:bodyPr/>
          <a:lstStyle/>
          <a:p>
            <a:fld id="{73A58FBA-AF64-4992-8778-FBEF737A0AE6}" type="slidenum">
              <a:rPr lang="en-US" smtClean="0"/>
              <a:t>‹#›</a:t>
            </a:fld>
            <a:endParaRPr lang="en-US"/>
          </a:p>
        </p:txBody>
      </p:sp>
    </p:spTree>
    <p:extLst>
      <p:ext uri="{BB962C8B-B14F-4D97-AF65-F5344CB8AC3E}">
        <p14:creationId xmlns:p14="http://schemas.microsoft.com/office/powerpoint/2010/main" val="73731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5C2CDE-E00E-773C-2396-6496814E2A7B}"/>
              </a:ext>
            </a:extLst>
          </p:cNvPr>
          <p:cNvSpPr>
            <a:spLocks noGrp="1"/>
          </p:cNvSpPr>
          <p:nvPr>
            <p:ph type="dt" sz="half" idx="10"/>
          </p:nvPr>
        </p:nvSpPr>
        <p:spPr/>
        <p:txBody>
          <a:bodyPr/>
          <a:lstStyle/>
          <a:p>
            <a:fld id="{C98260A1-3FA1-4945-A12E-5E1AF111A56D}" type="datetimeFigureOut">
              <a:rPr lang="en-US" smtClean="0"/>
              <a:t>2024-10-22</a:t>
            </a:fld>
            <a:endParaRPr lang="en-US"/>
          </a:p>
        </p:txBody>
      </p:sp>
      <p:sp>
        <p:nvSpPr>
          <p:cNvPr id="3" name="Footer Placeholder 2">
            <a:extLst>
              <a:ext uri="{FF2B5EF4-FFF2-40B4-BE49-F238E27FC236}">
                <a16:creationId xmlns:a16="http://schemas.microsoft.com/office/drawing/2014/main" id="{B8E709A8-1943-C01E-1960-F280AAE2D1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D1027B-33D1-19CE-FAF9-909D0A099995}"/>
              </a:ext>
            </a:extLst>
          </p:cNvPr>
          <p:cNvSpPr>
            <a:spLocks noGrp="1"/>
          </p:cNvSpPr>
          <p:nvPr>
            <p:ph type="sldNum" sz="quarter" idx="12"/>
          </p:nvPr>
        </p:nvSpPr>
        <p:spPr/>
        <p:txBody>
          <a:bodyPr/>
          <a:lstStyle/>
          <a:p>
            <a:fld id="{73A58FBA-AF64-4992-8778-FBEF737A0AE6}" type="slidenum">
              <a:rPr lang="en-US" smtClean="0"/>
              <a:t>‹#›</a:t>
            </a:fld>
            <a:endParaRPr lang="en-US"/>
          </a:p>
        </p:txBody>
      </p:sp>
    </p:spTree>
    <p:extLst>
      <p:ext uri="{BB962C8B-B14F-4D97-AF65-F5344CB8AC3E}">
        <p14:creationId xmlns:p14="http://schemas.microsoft.com/office/powerpoint/2010/main" val="3268674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32C4D-4BE2-B00C-B18F-AE8C3E36D3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C7AE22-7F07-AFD9-624F-C61F152827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52D837-756D-2E54-77A7-9C71666B66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114234-B586-88E0-7D8E-9B626E4BFB27}"/>
              </a:ext>
            </a:extLst>
          </p:cNvPr>
          <p:cNvSpPr>
            <a:spLocks noGrp="1"/>
          </p:cNvSpPr>
          <p:nvPr>
            <p:ph type="dt" sz="half" idx="10"/>
          </p:nvPr>
        </p:nvSpPr>
        <p:spPr/>
        <p:txBody>
          <a:bodyPr/>
          <a:lstStyle/>
          <a:p>
            <a:fld id="{C98260A1-3FA1-4945-A12E-5E1AF111A56D}" type="datetimeFigureOut">
              <a:rPr lang="en-US" smtClean="0"/>
              <a:t>2024-10-22</a:t>
            </a:fld>
            <a:endParaRPr lang="en-US"/>
          </a:p>
        </p:txBody>
      </p:sp>
      <p:sp>
        <p:nvSpPr>
          <p:cNvPr id="6" name="Footer Placeholder 5">
            <a:extLst>
              <a:ext uri="{FF2B5EF4-FFF2-40B4-BE49-F238E27FC236}">
                <a16:creationId xmlns:a16="http://schemas.microsoft.com/office/drawing/2014/main" id="{8E50828F-F6B6-943B-2772-BFE7FC77C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E9F7E7-B764-44A9-FFD5-0D9A9169A68A}"/>
              </a:ext>
            </a:extLst>
          </p:cNvPr>
          <p:cNvSpPr>
            <a:spLocks noGrp="1"/>
          </p:cNvSpPr>
          <p:nvPr>
            <p:ph type="sldNum" sz="quarter" idx="12"/>
          </p:nvPr>
        </p:nvSpPr>
        <p:spPr/>
        <p:txBody>
          <a:bodyPr/>
          <a:lstStyle/>
          <a:p>
            <a:fld id="{73A58FBA-AF64-4992-8778-FBEF737A0AE6}" type="slidenum">
              <a:rPr lang="en-US" smtClean="0"/>
              <a:t>‹#›</a:t>
            </a:fld>
            <a:endParaRPr lang="en-US"/>
          </a:p>
        </p:txBody>
      </p:sp>
    </p:spTree>
    <p:extLst>
      <p:ext uri="{BB962C8B-B14F-4D97-AF65-F5344CB8AC3E}">
        <p14:creationId xmlns:p14="http://schemas.microsoft.com/office/powerpoint/2010/main" val="478009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CD4-CD37-6E8E-F884-3DA5F903BD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93B2E8-0E3D-83A9-2EBF-499856D9D9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B98531-F95C-0C48-8753-30134C6654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F5B691-9B89-3A11-9A43-8EA9204B467D}"/>
              </a:ext>
            </a:extLst>
          </p:cNvPr>
          <p:cNvSpPr>
            <a:spLocks noGrp="1"/>
          </p:cNvSpPr>
          <p:nvPr>
            <p:ph type="dt" sz="half" idx="10"/>
          </p:nvPr>
        </p:nvSpPr>
        <p:spPr/>
        <p:txBody>
          <a:bodyPr/>
          <a:lstStyle/>
          <a:p>
            <a:fld id="{C98260A1-3FA1-4945-A12E-5E1AF111A56D}" type="datetimeFigureOut">
              <a:rPr lang="en-US" smtClean="0"/>
              <a:t>2024-10-22</a:t>
            </a:fld>
            <a:endParaRPr lang="en-US"/>
          </a:p>
        </p:txBody>
      </p:sp>
      <p:sp>
        <p:nvSpPr>
          <p:cNvPr id="6" name="Footer Placeholder 5">
            <a:extLst>
              <a:ext uri="{FF2B5EF4-FFF2-40B4-BE49-F238E27FC236}">
                <a16:creationId xmlns:a16="http://schemas.microsoft.com/office/drawing/2014/main" id="{C4F86F3A-3453-1B4D-8D1A-7F9FAA9419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142387-DEC7-A531-3965-78ADAE386098}"/>
              </a:ext>
            </a:extLst>
          </p:cNvPr>
          <p:cNvSpPr>
            <a:spLocks noGrp="1"/>
          </p:cNvSpPr>
          <p:nvPr>
            <p:ph type="sldNum" sz="quarter" idx="12"/>
          </p:nvPr>
        </p:nvSpPr>
        <p:spPr/>
        <p:txBody>
          <a:bodyPr/>
          <a:lstStyle/>
          <a:p>
            <a:fld id="{73A58FBA-AF64-4992-8778-FBEF737A0AE6}" type="slidenum">
              <a:rPr lang="en-US" smtClean="0"/>
              <a:t>‹#›</a:t>
            </a:fld>
            <a:endParaRPr lang="en-US"/>
          </a:p>
        </p:txBody>
      </p:sp>
    </p:spTree>
    <p:extLst>
      <p:ext uri="{BB962C8B-B14F-4D97-AF65-F5344CB8AC3E}">
        <p14:creationId xmlns:p14="http://schemas.microsoft.com/office/powerpoint/2010/main" val="3733240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2BA1E-91F4-31B0-23D6-4DB96BBB1B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1C94CF-6D5B-F85E-4466-FA81F55D92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F20C58-27FA-1855-26B3-04896915E2F6}"/>
              </a:ext>
            </a:extLst>
          </p:cNvPr>
          <p:cNvSpPr>
            <a:spLocks noGrp="1"/>
          </p:cNvSpPr>
          <p:nvPr>
            <p:ph type="dt" sz="half" idx="10"/>
          </p:nvPr>
        </p:nvSpPr>
        <p:spPr/>
        <p:txBody>
          <a:bodyPr/>
          <a:lstStyle/>
          <a:p>
            <a:fld id="{C98260A1-3FA1-4945-A12E-5E1AF111A56D}" type="datetimeFigureOut">
              <a:rPr lang="en-US" smtClean="0"/>
              <a:t>2024-10-22</a:t>
            </a:fld>
            <a:endParaRPr lang="en-US"/>
          </a:p>
        </p:txBody>
      </p:sp>
      <p:sp>
        <p:nvSpPr>
          <p:cNvPr id="5" name="Footer Placeholder 4">
            <a:extLst>
              <a:ext uri="{FF2B5EF4-FFF2-40B4-BE49-F238E27FC236}">
                <a16:creationId xmlns:a16="http://schemas.microsoft.com/office/drawing/2014/main" id="{BEB24236-0B82-571E-97B9-1F131C23B3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12E9E7-AE17-3228-0080-69AB0BFEF4BA}"/>
              </a:ext>
            </a:extLst>
          </p:cNvPr>
          <p:cNvSpPr>
            <a:spLocks noGrp="1"/>
          </p:cNvSpPr>
          <p:nvPr>
            <p:ph type="sldNum" sz="quarter" idx="12"/>
          </p:nvPr>
        </p:nvSpPr>
        <p:spPr/>
        <p:txBody>
          <a:bodyPr/>
          <a:lstStyle/>
          <a:p>
            <a:fld id="{73A58FBA-AF64-4992-8778-FBEF737A0AE6}" type="slidenum">
              <a:rPr lang="en-US" smtClean="0"/>
              <a:t>‹#›</a:t>
            </a:fld>
            <a:endParaRPr lang="en-US"/>
          </a:p>
        </p:txBody>
      </p:sp>
    </p:spTree>
    <p:extLst>
      <p:ext uri="{BB962C8B-B14F-4D97-AF65-F5344CB8AC3E}">
        <p14:creationId xmlns:p14="http://schemas.microsoft.com/office/powerpoint/2010/main" val="65052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908508-C92C-A730-9594-2351D13B36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247B3E-4E50-ACB2-EB5A-2D8DB52059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3F18D4-2809-0E66-0455-4EE2AF31E656}"/>
              </a:ext>
            </a:extLst>
          </p:cNvPr>
          <p:cNvSpPr>
            <a:spLocks noGrp="1"/>
          </p:cNvSpPr>
          <p:nvPr>
            <p:ph type="dt" sz="half" idx="10"/>
          </p:nvPr>
        </p:nvSpPr>
        <p:spPr/>
        <p:txBody>
          <a:bodyPr/>
          <a:lstStyle/>
          <a:p>
            <a:fld id="{C98260A1-3FA1-4945-A12E-5E1AF111A56D}" type="datetimeFigureOut">
              <a:rPr lang="en-US" smtClean="0"/>
              <a:t>2024-10-22</a:t>
            </a:fld>
            <a:endParaRPr lang="en-US"/>
          </a:p>
        </p:txBody>
      </p:sp>
      <p:sp>
        <p:nvSpPr>
          <p:cNvPr id="5" name="Footer Placeholder 4">
            <a:extLst>
              <a:ext uri="{FF2B5EF4-FFF2-40B4-BE49-F238E27FC236}">
                <a16:creationId xmlns:a16="http://schemas.microsoft.com/office/drawing/2014/main" id="{67B3F6EE-698B-E3B3-649E-F1558A332B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625C52-2E38-29AF-2098-D01F15F4915F}"/>
              </a:ext>
            </a:extLst>
          </p:cNvPr>
          <p:cNvSpPr>
            <a:spLocks noGrp="1"/>
          </p:cNvSpPr>
          <p:nvPr>
            <p:ph type="sldNum" sz="quarter" idx="12"/>
          </p:nvPr>
        </p:nvSpPr>
        <p:spPr/>
        <p:txBody>
          <a:bodyPr/>
          <a:lstStyle/>
          <a:p>
            <a:fld id="{73A58FBA-AF64-4992-8778-FBEF737A0AE6}" type="slidenum">
              <a:rPr lang="en-US" smtClean="0"/>
              <a:t>‹#›</a:t>
            </a:fld>
            <a:endParaRPr lang="en-US"/>
          </a:p>
        </p:txBody>
      </p:sp>
    </p:spTree>
    <p:extLst>
      <p:ext uri="{BB962C8B-B14F-4D97-AF65-F5344CB8AC3E}">
        <p14:creationId xmlns:p14="http://schemas.microsoft.com/office/powerpoint/2010/main" val="992390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18EB6A-2055-EECF-71BE-C6BD6BC6F4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620F7D-26BB-9E48-33A1-9B06C3505C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5EDDE3-FB6F-345B-3A12-318358E35E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8260A1-3FA1-4945-A12E-5E1AF111A56D}" type="datetimeFigureOut">
              <a:rPr lang="en-US" smtClean="0"/>
              <a:t>2024-10-22</a:t>
            </a:fld>
            <a:endParaRPr lang="en-US"/>
          </a:p>
        </p:txBody>
      </p:sp>
      <p:sp>
        <p:nvSpPr>
          <p:cNvPr id="5" name="Footer Placeholder 4">
            <a:extLst>
              <a:ext uri="{FF2B5EF4-FFF2-40B4-BE49-F238E27FC236}">
                <a16:creationId xmlns:a16="http://schemas.microsoft.com/office/drawing/2014/main" id="{4567E5D5-5D19-2FCC-BBDD-2B425047F9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7E0CAB-F841-C32B-1554-C2237F455E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A58FBA-AF64-4992-8778-FBEF737A0AE6}" type="slidenum">
              <a:rPr lang="en-US" smtClean="0"/>
              <a:t>‹#›</a:t>
            </a:fld>
            <a:endParaRPr lang="en-US"/>
          </a:p>
        </p:txBody>
      </p:sp>
    </p:spTree>
    <p:extLst>
      <p:ext uri="{BB962C8B-B14F-4D97-AF65-F5344CB8AC3E}">
        <p14:creationId xmlns:p14="http://schemas.microsoft.com/office/powerpoint/2010/main" val="1805051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www.bloomberg.com/news/features/2024-10-18/do-ai-detectors-work-students-face-false-cheating-accusation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CFEE6-8B1B-2FC6-BB71-43CF33B69B31}"/>
              </a:ext>
            </a:extLst>
          </p:cNvPr>
          <p:cNvSpPr>
            <a:spLocks noGrp="1"/>
          </p:cNvSpPr>
          <p:nvPr>
            <p:ph type="ctrTitle"/>
          </p:nvPr>
        </p:nvSpPr>
        <p:spPr/>
        <p:txBody>
          <a:bodyPr/>
          <a:lstStyle/>
          <a:p>
            <a:r>
              <a:rPr lang="en-US" dirty="0"/>
              <a:t>Security Policy</a:t>
            </a:r>
          </a:p>
        </p:txBody>
      </p:sp>
      <p:sp>
        <p:nvSpPr>
          <p:cNvPr id="3" name="Subtitle 2">
            <a:extLst>
              <a:ext uri="{FF2B5EF4-FFF2-40B4-BE49-F238E27FC236}">
                <a16:creationId xmlns:a16="http://schemas.microsoft.com/office/drawing/2014/main" id="{F5444216-7681-05CC-F50D-30E923F88B57}"/>
              </a:ext>
            </a:extLst>
          </p:cNvPr>
          <p:cNvSpPr>
            <a:spLocks noGrp="1"/>
          </p:cNvSpPr>
          <p:nvPr>
            <p:ph type="subTitle" idx="1"/>
          </p:nvPr>
        </p:nvSpPr>
        <p:spPr/>
        <p:txBody>
          <a:bodyPr/>
          <a:lstStyle/>
          <a:p>
            <a:r>
              <a:rPr lang="en-US" dirty="0"/>
              <a:t>IT&amp;C 344 – S14</a:t>
            </a:r>
          </a:p>
        </p:txBody>
      </p:sp>
    </p:spTree>
    <p:extLst>
      <p:ext uri="{BB962C8B-B14F-4D97-AF65-F5344CB8AC3E}">
        <p14:creationId xmlns:p14="http://schemas.microsoft.com/office/powerpoint/2010/main" val="3001499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AE9B8B-2186-CB34-2340-8296DA83CCC5}"/>
              </a:ext>
            </a:extLst>
          </p:cNvPr>
          <p:cNvSpPr>
            <a:spLocks noGrp="1"/>
          </p:cNvSpPr>
          <p:nvPr>
            <p:ph type="title"/>
          </p:nvPr>
        </p:nvSpPr>
        <p:spPr/>
        <p:txBody>
          <a:bodyPr/>
          <a:lstStyle/>
          <a:p>
            <a:r>
              <a:rPr lang="en-US" dirty="0"/>
              <a:t>Originality of Work</a:t>
            </a:r>
          </a:p>
        </p:txBody>
      </p:sp>
    </p:spTree>
    <p:extLst>
      <p:ext uri="{BB962C8B-B14F-4D97-AF65-F5344CB8AC3E}">
        <p14:creationId xmlns:p14="http://schemas.microsoft.com/office/powerpoint/2010/main" val="730971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460AAF-1E09-BF2A-855E-CEB119FC4EE0}"/>
              </a:ext>
            </a:extLst>
          </p:cNvPr>
          <p:cNvSpPr>
            <a:spLocks noGrp="1"/>
          </p:cNvSpPr>
          <p:nvPr>
            <p:ph idx="1"/>
          </p:nvPr>
        </p:nvSpPr>
        <p:spPr>
          <a:xfrm>
            <a:off x="838200" y="609600"/>
            <a:ext cx="10515600" cy="5567363"/>
          </a:xfrm>
        </p:spPr>
        <p:txBody>
          <a:bodyPr>
            <a:normAutofit fontScale="70000" lnSpcReduction="20000"/>
          </a:bodyPr>
          <a:lstStyle/>
          <a:p>
            <a:pPr>
              <a:lnSpc>
                <a:spcPct val="120000"/>
              </a:lnSpc>
            </a:pPr>
            <a:r>
              <a:rPr lang="en-US" b="1" dirty="0"/>
              <a:t>AI Detectors and False Positives: </a:t>
            </a:r>
            <a:r>
              <a:rPr lang="en-US" dirty="0"/>
              <a:t>AI detectors used to identify AI-generated content in student assignments have a small error rate, but even a 1-2% false positive rate can have significant consequences for students.</a:t>
            </a:r>
          </a:p>
          <a:p>
            <a:pPr>
              <a:lnSpc>
                <a:spcPct val="120000"/>
              </a:lnSpc>
            </a:pPr>
            <a:r>
              <a:rPr lang="en-US" b="1" dirty="0"/>
              <a:t>Impact on Students: </a:t>
            </a:r>
            <a:r>
              <a:rPr lang="en-US" dirty="0"/>
              <a:t>Students, including those with developmental disabilities or learning English as a second language, are at higher risk of being falsely accused of cheating.</a:t>
            </a:r>
          </a:p>
          <a:p>
            <a:pPr>
              <a:lnSpc>
                <a:spcPct val="120000"/>
              </a:lnSpc>
            </a:pPr>
            <a:r>
              <a:rPr lang="en-US" b="1" dirty="0"/>
              <a:t>Case Study: </a:t>
            </a:r>
            <a:r>
              <a:rPr lang="en-US" dirty="0"/>
              <a:t>The article highlights the story of Moira Olmsted, who was falsely accused of using AI to write an assignment due to her writing style, which was influenced by her autism spectrum disorder.</a:t>
            </a:r>
          </a:p>
          <a:p>
            <a:pPr>
              <a:lnSpc>
                <a:spcPct val="120000"/>
              </a:lnSpc>
            </a:pPr>
            <a:r>
              <a:rPr lang="en-US" b="1" dirty="0"/>
              <a:t>Widespread Use: </a:t>
            </a:r>
            <a:r>
              <a:rPr lang="en-US" dirty="0"/>
              <a:t>About two-thirds of teachers report using AI detection tools regularly, reflecting the growing reliance on technology to monitor academic integrity.</a:t>
            </a:r>
          </a:p>
          <a:p>
            <a:pPr>
              <a:lnSpc>
                <a:spcPct val="120000"/>
              </a:lnSpc>
            </a:pPr>
            <a:r>
              <a:rPr lang="en-US" b="1" dirty="0"/>
              <a:t>Accuracy Concerns: </a:t>
            </a:r>
            <a:r>
              <a:rPr lang="en-US" dirty="0"/>
              <a:t>Tests on essays submitted before the release of ChatGPT showed that AI detectors falsely flagged some essays as AI-generated.</a:t>
            </a:r>
          </a:p>
          <a:p>
            <a:pPr marL="0" indent="0">
              <a:lnSpc>
                <a:spcPct val="120000"/>
              </a:lnSpc>
              <a:buNone/>
            </a:pPr>
            <a:endParaRPr lang="en-US" dirty="0"/>
          </a:p>
          <a:p>
            <a:pPr marL="0" indent="0">
              <a:lnSpc>
                <a:spcPct val="120000"/>
              </a:lnSpc>
              <a:buNone/>
            </a:pPr>
            <a:r>
              <a:rPr lang="en-US" sz="2300" i="1" dirty="0"/>
              <a:t>Microsoft Copilot summary of “AI Detectors Falsely Accuse Students of Cheating – With Big Consequences”. </a:t>
            </a:r>
            <a:r>
              <a:rPr lang="en-US" sz="2300" i="1" dirty="0">
                <a:hlinkClick r:id="rId2"/>
              </a:rPr>
              <a:t>https://www.bloomberg.com/news/features/2024-10-18/do-ai-detectors-work-students-face-false-cheating-accusations</a:t>
            </a:r>
            <a:endParaRPr lang="en-US" sz="2300" i="1" dirty="0"/>
          </a:p>
        </p:txBody>
      </p:sp>
    </p:spTree>
    <p:extLst>
      <p:ext uri="{BB962C8B-B14F-4D97-AF65-F5344CB8AC3E}">
        <p14:creationId xmlns:p14="http://schemas.microsoft.com/office/powerpoint/2010/main" val="1151501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17C82C-9442-3B6C-9A48-E78CE6342663}"/>
              </a:ext>
            </a:extLst>
          </p:cNvPr>
          <p:cNvPicPr>
            <a:picLocks noChangeAspect="1"/>
          </p:cNvPicPr>
          <p:nvPr/>
        </p:nvPicPr>
        <p:blipFill>
          <a:blip r:embed="rId2"/>
          <a:stretch>
            <a:fillRect/>
          </a:stretch>
        </p:blipFill>
        <p:spPr>
          <a:xfrm>
            <a:off x="485439" y="838200"/>
            <a:ext cx="11221122" cy="4838215"/>
          </a:xfrm>
          <a:prstGeom prst="rect">
            <a:avLst/>
          </a:prstGeom>
        </p:spPr>
      </p:pic>
    </p:spTree>
    <p:extLst>
      <p:ext uri="{BB962C8B-B14F-4D97-AF65-F5344CB8AC3E}">
        <p14:creationId xmlns:p14="http://schemas.microsoft.com/office/powerpoint/2010/main" val="1374840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AE9B8B-2186-CB34-2340-8296DA83CCC5}"/>
              </a:ext>
            </a:extLst>
          </p:cNvPr>
          <p:cNvSpPr>
            <a:spLocks noGrp="1"/>
          </p:cNvSpPr>
          <p:nvPr>
            <p:ph type="title"/>
          </p:nvPr>
        </p:nvSpPr>
        <p:spPr/>
        <p:txBody>
          <a:bodyPr/>
          <a:lstStyle/>
          <a:p>
            <a:r>
              <a:rPr lang="en-US" dirty="0"/>
              <a:t>Security Policy</a:t>
            </a:r>
          </a:p>
        </p:txBody>
      </p:sp>
    </p:spTree>
    <p:extLst>
      <p:ext uri="{BB962C8B-B14F-4D97-AF65-F5344CB8AC3E}">
        <p14:creationId xmlns:p14="http://schemas.microsoft.com/office/powerpoint/2010/main" val="3647088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6A48C5-0E57-0A07-DCC0-5A72F39CD974}"/>
              </a:ext>
            </a:extLst>
          </p:cNvPr>
          <p:cNvSpPr>
            <a:spLocks noGrp="1"/>
          </p:cNvSpPr>
          <p:nvPr>
            <p:ph type="title"/>
          </p:nvPr>
        </p:nvSpPr>
        <p:spPr>
          <a:xfrm>
            <a:off x="838200" y="365125"/>
            <a:ext cx="10515600" cy="1006475"/>
          </a:xfrm>
        </p:spPr>
        <p:txBody>
          <a:bodyPr/>
          <a:lstStyle/>
          <a:p>
            <a:r>
              <a:rPr lang="en-US" dirty="0"/>
              <a:t>Questions to Inform a Security Policy</a:t>
            </a:r>
          </a:p>
        </p:txBody>
      </p:sp>
      <p:sp>
        <p:nvSpPr>
          <p:cNvPr id="5" name="Content Placeholder 4">
            <a:extLst>
              <a:ext uri="{FF2B5EF4-FFF2-40B4-BE49-F238E27FC236}">
                <a16:creationId xmlns:a16="http://schemas.microsoft.com/office/drawing/2014/main" id="{CA0C1311-D614-5453-AF18-887D368A34E6}"/>
              </a:ext>
            </a:extLst>
          </p:cNvPr>
          <p:cNvSpPr>
            <a:spLocks noGrp="1"/>
          </p:cNvSpPr>
          <p:nvPr>
            <p:ph idx="1"/>
          </p:nvPr>
        </p:nvSpPr>
        <p:spPr>
          <a:xfrm>
            <a:off x="838200" y="1600200"/>
            <a:ext cx="10515600" cy="4576763"/>
          </a:xfrm>
        </p:spPr>
        <p:txBody>
          <a:bodyPr>
            <a:normAutofit/>
          </a:bodyPr>
          <a:lstStyle/>
          <a:p>
            <a:r>
              <a:rPr lang="en-US" sz="3200" dirty="0"/>
              <a:t>What must be protected?</a:t>
            </a:r>
          </a:p>
          <a:p>
            <a:r>
              <a:rPr lang="en-US" sz="3200" dirty="0"/>
              <a:t>From whom should data be protected?</a:t>
            </a:r>
          </a:p>
          <a:p>
            <a:r>
              <a:rPr lang="en-US" sz="3200" dirty="0"/>
              <a:t>What costs are associated with security being breached and data being lost or stolen?</a:t>
            </a:r>
          </a:p>
          <a:p>
            <a:r>
              <a:rPr lang="en-US" sz="3200" dirty="0"/>
              <a:t>How likely is it that a threat will actually occur?</a:t>
            </a:r>
          </a:p>
          <a:p>
            <a:r>
              <a:rPr lang="en-US" sz="3200" dirty="0"/>
              <a:t>What’s the likelihood of a natural disaster?</a:t>
            </a:r>
          </a:p>
          <a:p>
            <a:r>
              <a:rPr lang="en-US" sz="3200" dirty="0"/>
              <a:t>What are the convenience costs associated with protection?</a:t>
            </a:r>
          </a:p>
          <a:p>
            <a:endParaRPr lang="en-US" sz="3200" dirty="0"/>
          </a:p>
        </p:txBody>
      </p:sp>
      <p:sp>
        <p:nvSpPr>
          <p:cNvPr id="6" name="Speech Bubble: Oval 5">
            <a:extLst>
              <a:ext uri="{FF2B5EF4-FFF2-40B4-BE49-F238E27FC236}">
                <a16:creationId xmlns:a16="http://schemas.microsoft.com/office/drawing/2014/main" id="{E19D2AA1-49FE-C53C-6A05-40C70ACBC8C9}"/>
              </a:ext>
            </a:extLst>
          </p:cNvPr>
          <p:cNvSpPr/>
          <p:nvPr/>
        </p:nvSpPr>
        <p:spPr>
          <a:xfrm>
            <a:off x="9906000" y="800100"/>
            <a:ext cx="1600200" cy="1143000"/>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dirty="0"/>
              <a:t>?</a:t>
            </a:r>
          </a:p>
        </p:txBody>
      </p:sp>
    </p:spTree>
    <p:extLst>
      <p:ext uri="{BB962C8B-B14F-4D97-AF65-F5344CB8AC3E}">
        <p14:creationId xmlns:p14="http://schemas.microsoft.com/office/powerpoint/2010/main" val="1427143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83F273E1-4BC7-941D-3EB2-2E2745182A75}"/>
              </a:ext>
            </a:extLst>
          </p:cNvPr>
          <p:cNvSpPr>
            <a:spLocks noGrp="1"/>
          </p:cNvSpPr>
          <p:nvPr>
            <p:ph type="title"/>
          </p:nvPr>
        </p:nvSpPr>
        <p:spPr>
          <a:xfrm>
            <a:off x="838200" y="643467"/>
            <a:ext cx="2951205" cy="5571066"/>
          </a:xfrm>
        </p:spPr>
        <p:txBody>
          <a:bodyPr>
            <a:normAutofit/>
          </a:bodyPr>
          <a:lstStyle/>
          <a:p>
            <a:r>
              <a:rPr lang="en-US" sz="4100">
                <a:solidFill>
                  <a:srgbClr val="FFFFFF"/>
                </a:solidFill>
              </a:rPr>
              <a:t>Components of a Security Policy</a:t>
            </a:r>
          </a:p>
        </p:txBody>
      </p:sp>
      <p:graphicFrame>
        <p:nvGraphicFramePr>
          <p:cNvPr id="5" name="Content Placeholder 2">
            <a:extLst>
              <a:ext uri="{FF2B5EF4-FFF2-40B4-BE49-F238E27FC236}">
                <a16:creationId xmlns:a16="http://schemas.microsoft.com/office/drawing/2014/main" id="{89A5ACAB-0699-C17C-DFF7-9052CC9BED27}"/>
              </a:ext>
            </a:extLst>
          </p:cNvPr>
          <p:cNvGraphicFramePr>
            <a:graphicFrameLocks noGrp="1"/>
          </p:cNvGraphicFramePr>
          <p:nvPr>
            <p:ph idx="1"/>
            <p:extLst>
              <p:ext uri="{D42A27DB-BD31-4B8C-83A1-F6EECF244321}">
                <p14:modId xmlns:p14="http://schemas.microsoft.com/office/powerpoint/2010/main" val="1846881165"/>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7721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D38A9-AC96-0C5A-48A5-10D00D57DE25}"/>
              </a:ext>
            </a:extLst>
          </p:cNvPr>
          <p:cNvSpPr>
            <a:spLocks noGrp="1"/>
          </p:cNvSpPr>
          <p:nvPr>
            <p:ph type="title"/>
          </p:nvPr>
        </p:nvSpPr>
        <p:spPr>
          <a:xfrm>
            <a:off x="76200" y="838200"/>
            <a:ext cx="4724400" cy="1325563"/>
          </a:xfrm>
        </p:spPr>
        <p:txBody>
          <a:bodyPr>
            <a:normAutofit/>
          </a:bodyPr>
          <a:lstStyle/>
          <a:p>
            <a:r>
              <a:rPr lang="en-US" dirty="0"/>
              <a:t>What is the Effect of Each Policy?</a:t>
            </a:r>
          </a:p>
        </p:txBody>
      </p:sp>
      <p:graphicFrame>
        <p:nvGraphicFramePr>
          <p:cNvPr id="4" name="Content Placeholder 2">
            <a:extLst>
              <a:ext uri="{FF2B5EF4-FFF2-40B4-BE49-F238E27FC236}">
                <a16:creationId xmlns:a16="http://schemas.microsoft.com/office/drawing/2014/main" id="{E0104CC9-F2CE-D839-A85C-BDBB5A77B8FF}"/>
              </a:ext>
            </a:extLst>
          </p:cNvPr>
          <p:cNvGraphicFramePr>
            <a:graphicFrameLocks noGrp="1"/>
          </p:cNvGraphicFramePr>
          <p:nvPr>
            <p:ph idx="1"/>
            <p:extLst>
              <p:ext uri="{D42A27DB-BD31-4B8C-83A1-F6EECF244321}">
                <p14:modId xmlns:p14="http://schemas.microsoft.com/office/powerpoint/2010/main" val="109398558"/>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9D9F732F-1710-1A50-172C-1D762DA3E007}"/>
              </a:ext>
            </a:extLst>
          </p:cNvPr>
          <p:cNvSpPr txBox="1"/>
          <p:nvPr/>
        </p:nvSpPr>
        <p:spPr>
          <a:xfrm>
            <a:off x="692646" y="2667000"/>
            <a:ext cx="3650754" cy="1631216"/>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sz="2000" dirty="0"/>
              <a:t>Who cares?</a:t>
            </a:r>
          </a:p>
          <a:p>
            <a:r>
              <a:rPr lang="en-US" sz="2000" dirty="0"/>
              <a:t>Who implements?</a:t>
            </a:r>
          </a:p>
          <a:p>
            <a:r>
              <a:rPr lang="en-US" sz="2000" dirty="0"/>
              <a:t>Who is constrained?</a:t>
            </a:r>
          </a:p>
          <a:p>
            <a:r>
              <a:rPr lang="en-US" sz="2000" dirty="0"/>
              <a:t>What is the consequence of violating the policy?</a:t>
            </a:r>
          </a:p>
        </p:txBody>
      </p:sp>
    </p:spTree>
    <p:extLst>
      <p:ext uri="{BB962C8B-B14F-4D97-AF65-F5344CB8AC3E}">
        <p14:creationId xmlns:p14="http://schemas.microsoft.com/office/powerpoint/2010/main" val="189920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AF3D348C-9060-45FA-9374-8A8BDC628B34}"/>
                                            </p:graphicEl>
                                          </p:spTgt>
                                        </p:tgtEl>
                                        <p:attrNameLst>
                                          <p:attrName>style.visibility</p:attrName>
                                        </p:attrNameLst>
                                      </p:cBhvr>
                                      <p:to>
                                        <p:strVal val="visible"/>
                                      </p:to>
                                    </p:set>
                                    <p:anim calcmode="lin" valueType="num">
                                      <p:cBhvr additive="base">
                                        <p:cTn id="7" dur="500" fill="hold"/>
                                        <p:tgtEl>
                                          <p:spTgt spid="4">
                                            <p:graphicEl>
                                              <a:dgm id="{AF3D348C-9060-45FA-9374-8A8BDC628B34}"/>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AF3D348C-9060-45FA-9374-8A8BDC628B34}"/>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graphicEl>
                                              <a:dgm id="{8AEED18A-67C2-4614-B41E-0B838A046555}"/>
                                            </p:graphicEl>
                                          </p:spTgt>
                                        </p:tgtEl>
                                        <p:attrNameLst>
                                          <p:attrName>style.visibility</p:attrName>
                                        </p:attrNameLst>
                                      </p:cBhvr>
                                      <p:to>
                                        <p:strVal val="visible"/>
                                      </p:to>
                                    </p:set>
                                    <p:anim calcmode="lin" valueType="num">
                                      <p:cBhvr additive="base">
                                        <p:cTn id="11" dur="500" fill="hold"/>
                                        <p:tgtEl>
                                          <p:spTgt spid="4">
                                            <p:graphicEl>
                                              <a:dgm id="{8AEED18A-67C2-4614-B41E-0B838A046555}"/>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graphicEl>
                                              <a:dgm id="{8AEED18A-67C2-4614-B41E-0B838A046555}"/>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graphicEl>
                                              <a:dgm id="{BDFA9267-CBAD-4A22-81DC-DFEDF94B1B3A}"/>
                                            </p:graphicEl>
                                          </p:spTgt>
                                        </p:tgtEl>
                                        <p:attrNameLst>
                                          <p:attrName>style.visibility</p:attrName>
                                        </p:attrNameLst>
                                      </p:cBhvr>
                                      <p:to>
                                        <p:strVal val="visible"/>
                                      </p:to>
                                    </p:set>
                                    <p:anim calcmode="lin" valueType="num">
                                      <p:cBhvr additive="base">
                                        <p:cTn id="17" dur="500" fill="hold"/>
                                        <p:tgtEl>
                                          <p:spTgt spid="4">
                                            <p:graphicEl>
                                              <a:dgm id="{BDFA9267-CBAD-4A22-81DC-DFEDF94B1B3A}"/>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graphicEl>
                                              <a:dgm id="{BDFA9267-CBAD-4A22-81DC-DFEDF94B1B3A}"/>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graphicEl>
                                              <a:dgm id="{128F6BF3-A3C5-4DC5-851A-BD450414FC7C}"/>
                                            </p:graphicEl>
                                          </p:spTgt>
                                        </p:tgtEl>
                                        <p:attrNameLst>
                                          <p:attrName>style.visibility</p:attrName>
                                        </p:attrNameLst>
                                      </p:cBhvr>
                                      <p:to>
                                        <p:strVal val="visible"/>
                                      </p:to>
                                    </p:set>
                                    <p:anim calcmode="lin" valueType="num">
                                      <p:cBhvr additive="base">
                                        <p:cTn id="21" dur="500" fill="hold"/>
                                        <p:tgtEl>
                                          <p:spTgt spid="4">
                                            <p:graphicEl>
                                              <a:dgm id="{128F6BF3-A3C5-4DC5-851A-BD450414FC7C}"/>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graphicEl>
                                              <a:dgm id="{128F6BF3-A3C5-4DC5-851A-BD450414FC7C}"/>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
                                            <p:graphicEl>
                                              <a:dgm id="{8D2EC4CB-839B-4005-8F03-EF966427D41D}"/>
                                            </p:graphicEl>
                                          </p:spTgt>
                                        </p:tgtEl>
                                        <p:attrNameLst>
                                          <p:attrName>style.visibility</p:attrName>
                                        </p:attrNameLst>
                                      </p:cBhvr>
                                      <p:to>
                                        <p:strVal val="visible"/>
                                      </p:to>
                                    </p:set>
                                    <p:anim calcmode="lin" valueType="num">
                                      <p:cBhvr additive="base">
                                        <p:cTn id="27" dur="500" fill="hold"/>
                                        <p:tgtEl>
                                          <p:spTgt spid="4">
                                            <p:graphicEl>
                                              <a:dgm id="{8D2EC4CB-839B-4005-8F03-EF966427D41D}"/>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graphicEl>
                                              <a:dgm id="{8D2EC4CB-839B-4005-8F03-EF966427D41D}"/>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
                                            <p:graphicEl>
                                              <a:dgm id="{08BA87EF-3B40-476C-94EF-B085A3618A85}"/>
                                            </p:graphicEl>
                                          </p:spTgt>
                                        </p:tgtEl>
                                        <p:attrNameLst>
                                          <p:attrName>style.visibility</p:attrName>
                                        </p:attrNameLst>
                                      </p:cBhvr>
                                      <p:to>
                                        <p:strVal val="visible"/>
                                      </p:to>
                                    </p:set>
                                    <p:anim calcmode="lin" valueType="num">
                                      <p:cBhvr additive="base">
                                        <p:cTn id="31" dur="500" fill="hold"/>
                                        <p:tgtEl>
                                          <p:spTgt spid="4">
                                            <p:graphicEl>
                                              <a:dgm id="{08BA87EF-3B40-476C-94EF-B085A3618A85}"/>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08BA87EF-3B40-476C-94EF-B085A3618A85}"/>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565F3C24-3082-47DC-9CA2-6D25073097FC}"/>
                                            </p:graphicEl>
                                          </p:spTgt>
                                        </p:tgtEl>
                                        <p:attrNameLst>
                                          <p:attrName>style.visibility</p:attrName>
                                        </p:attrNameLst>
                                      </p:cBhvr>
                                      <p:to>
                                        <p:strVal val="visible"/>
                                      </p:to>
                                    </p:set>
                                    <p:anim calcmode="lin" valueType="num">
                                      <p:cBhvr additive="base">
                                        <p:cTn id="37" dur="500" fill="hold"/>
                                        <p:tgtEl>
                                          <p:spTgt spid="4">
                                            <p:graphicEl>
                                              <a:dgm id="{565F3C24-3082-47DC-9CA2-6D25073097FC}"/>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565F3C24-3082-47DC-9CA2-6D25073097FC}"/>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graphicEl>
                                              <a:dgm id="{D71B2B10-B7D7-41AD-B5D4-920267A75A6F}"/>
                                            </p:graphicEl>
                                          </p:spTgt>
                                        </p:tgtEl>
                                        <p:attrNameLst>
                                          <p:attrName>style.visibility</p:attrName>
                                        </p:attrNameLst>
                                      </p:cBhvr>
                                      <p:to>
                                        <p:strVal val="visible"/>
                                      </p:to>
                                    </p:set>
                                    <p:anim calcmode="lin" valueType="num">
                                      <p:cBhvr additive="base">
                                        <p:cTn id="41" dur="500" fill="hold"/>
                                        <p:tgtEl>
                                          <p:spTgt spid="4">
                                            <p:graphicEl>
                                              <a:dgm id="{D71B2B10-B7D7-41AD-B5D4-920267A75A6F}"/>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graphicEl>
                                              <a:dgm id="{D71B2B10-B7D7-41AD-B5D4-920267A75A6F}"/>
                                            </p:graphic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graphicEl>
                                              <a:dgm id="{433E4FBD-3550-4FFB-97EA-62BBC0DDCE71}"/>
                                            </p:graphicEl>
                                          </p:spTgt>
                                        </p:tgtEl>
                                        <p:attrNameLst>
                                          <p:attrName>style.visibility</p:attrName>
                                        </p:attrNameLst>
                                      </p:cBhvr>
                                      <p:to>
                                        <p:strVal val="visible"/>
                                      </p:to>
                                    </p:set>
                                    <p:anim calcmode="lin" valueType="num">
                                      <p:cBhvr additive="base">
                                        <p:cTn id="47" dur="500" fill="hold"/>
                                        <p:tgtEl>
                                          <p:spTgt spid="4">
                                            <p:graphicEl>
                                              <a:dgm id="{433E4FBD-3550-4FFB-97EA-62BBC0DDCE71}"/>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graphicEl>
                                              <a:dgm id="{433E4FBD-3550-4FFB-97EA-62BBC0DDCE71}"/>
                                            </p:graphic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
                                            <p:graphicEl>
                                              <a:dgm id="{07391858-0BBB-4013-B798-0D50A52C7F33}"/>
                                            </p:graphicEl>
                                          </p:spTgt>
                                        </p:tgtEl>
                                        <p:attrNameLst>
                                          <p:attrName>style.visibility</p:attrName>
                                        </p:attrNameLst>
                                      </p:cBhvr>
                                      <p:to>
                                        <p:strVal val="visible"/>
                                      </p:to>
                                    </p:set>
                                    <p:anim calcmode="lin" valueType="num">
                                      <p:cBhvr additive="base">
                                        <p:cTn id="51" dur="500" fill="hold"/>
                                        <p:tgtEl>
                                          <p:spTgt spid="4">
                                            <p:graphicEl>
                                              <a:dgm id="{07391858-0BBB-4013-B798-0D50A52C7F33}"/>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graphicEl>
                                              <a:dgm id="{07391858-0BBB-4013-B798-0D50A52C7F33}"/>
                                            </p:graphic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4">
                                            <p:graphicEl>
                                              <a:dgm id="{DE54B0F9-D279-4E40-AF63-71E92B7BD90F}"/>
                                            </p:graphicEl>
                                          </p:spTgt>
                                        </p:tgtEl>
                                        <p:attrNameLst>
                                          <p:attrName>style.visibility</p:attrName>
                                        </p:attrNameLst>
                                      </p:cBhvr>
                                      <p:to>
                                        <p:strVal val="visible"/>
                                      </p:to>
                                    </p:set>
                                    <p:anim calcmode="lin" valueType="num">
                                      <p:cBhvr additive="base">
                                        <p:cTn id="57" dur="500" fill="hold"/>
                                        <p:tgtEl>
                                          <p:spTgt spid="4">
                                            <p:graphicEl>
                                              <a:dgm id="{DE54B0F9-D279-4E40-AF63-71E92B7BD90F}"/>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graphicEl>
                                              <a:dgm id="{DE54B0F9-D279-4E40-AF63-71E92B7BD90F}"/>
                                            </p:graphic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
                                            <p:graphicEl>
                                              <a:dgm id="{E958AF6F-6883-43B6-AB80-B7A147A3EFE5}"/>
                                            </p:graphicEl>
                                          </p:spTgt>
                                        </p:tgtEl>
                                        <p:attrNameLst>
                                          <p:attrName>style.visibility</p:attrName>
                                        </p:attrNameLst>
                                      </p:cBhvr>
                                      <p:to>
                                        <p:strVal val="visible"/>
                                      </p:to>
                                    </p:set>
                                    <p:anim calcmode="lin" valueType="num">
                                      <p:cBhvr additive="base">
                                        <p:cTn id="61" dur="500" fill="hold"/>
                                        <p:tgtEl>
                                          <p:spTgt spid="4">
                                            <p:graphicEl>
                                              <a:dgm id="{E958AF6F-6883-43B6-AB80-B7A147A3EFE5}"/>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graphicEl>
                                              <a:dgm id="{E958AF6F-6883-43B6-AB80-B7A147A3EFE5}"/>
                                            </p:graphic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
                                            <p:graphicEl>
                                              <a:dgm id="{943748EC-F53A-4E6A-A806-DE345A3C1F07}"/>
                                            </p:graphicEl>
                                          </p:spTgt>
                                        </p:tgtEl>
                                        <p:attrNameLst>
                                          <p:attrName>style.visibility</p:attrName>
                                        </p:attrNameLst>
                                      </p:cBhvr>
                                      <p:to>
                                        <p:strVal val="visible"/>
                                      </p:to>
                                    </p:set>
                                    <p:anim calcmode="lin" valueType="num">
                                      <p:cBhvr additive="base">
                                        <p:cTn id="67" dur="500" fill="hold"/>
                                        <p:tgtEl>
                                          <p:spTgt spid="4">
                                            <p:graphicEl>
                                              <a:dgm id="{943748EC-F53A-4E6A-A806-DE345A3C1F07}"/>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graphicEl>
                                              <a:dgm id="{943748EC-F53A-4E6A-A806-DE345A3C1F07}"/>
                                            </p:graphic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4">
                                            <p:graphicEl>
                                              <a:dgm id="{0A65FC75-8B54-4B16-AE02-271C323246E6}"/>
                                            </p:graphicEl>
                                          </p:spTgt>
                                        </p:tgtEl>
                                        <p:attrNameLst>
                                          <p:attrName>style.visibility</p:attrName>
                                        </p:attrNameLst>
                                      </p:cBhvr>
                                      <p:to>
                                        <p:strVal val="visible"/>
                                      </p:to>
                                    </p:set>
                                    <p:anim calcmode="lin" valueType="num">
                                      <p:cBhvr additive="base">
                                        <p:cTn id="71" dur="500" fill="hold"/>
                                        <p:tgtEl>
                                          <p:spTgt spid="4">
                                            <p:graphicEl>
                                              <a:dgm id="{0A65FC75-8B54-4B16-AE02-271C323246E6}"/>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4">
                                            <p:graphicEl>
                                              <a:dgm id="{0A65FC75-8B54-4B16-AE02-271C323246E6}"/>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324</Words>
  <Application>Microsoft Office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Security Policy</vt:lpstr>
      <vt:lpstr>Originality of Work</vt:lpstr>
      <vt:lpstr>PowerPoint Presentation</vt:lpstr>
      <vt:lpstr>PowerPoint Presentation</vt:lpstr>
      <vt:lpstr>Security Policy</vt:lpstr>
      <vt:lpstr>Questions to Inform a Security Policy</vt:lpstr>
      <vt:lpstr>Components of a Security Policy</vt:lpstr>
      <vt:lpstr>What is the Effect of Each Policy?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Brandt Redd</dc:creator>
  <cp:lastModifiedBy>Brandt Redd</cp:lastModifiedBy>
  <cp:revision>1</cp:revision>
  <dcterms:created xsi:type="dcterms:W3CDTF">2024-10-23T04:31:28Z</dcterms:created>
  <dcterms:modified xsi:type="dcterms:W3CDTF">2024-10-23T05:12:57Z</dcterms:modified>
</cp:coreProperties>
</file>