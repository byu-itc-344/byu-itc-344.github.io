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9" r:id="rId3"/>
    <p:sldId id="260" r:id="rId4"/>
    <p:sldId id="261" r:id="rId5"/>
    <p:sldId id="262" r:id="rId6"/>
    <p:sldId id="264" r:id="rId7"/>
    <p:sldId id="265" r:id="rId8"/>
    <p:sldId id="267" r:id="rId9"/>
    <p:sldId id="263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1294AA-9973-4E23-A5D5-2B1B94AF3597}" v="106" dt="2024-10-02T01:30:00.3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>
      <p:cViewPr varScale="1">
        <p:scale>
          <a:sx n="116" d="100"/>
          <a:sy n="116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andt Redd" userId="be8ed540b98adac0" providerId="LiveId" clId="{A31294AA-9973-4E23-A5D5-2B1B94AF3597}"/>
    <pc:docChg chg="undo custSel addSld delSld modSld">
      <pc:chgData name="Brandt Redd" userId="be8ed540b98adac0" providerId="LiveId" clId="{A31294AA-9973-4E23-A5D5-2B1B94AF3597}" dt="2024-10-02T18:27:38.904" v="6246" actId="2696"/>
      <pc:docMkLst>
        <pc:docMk/>
      </pc:docMkLst>
      <pc:sldChg chg="modSp mod">
        <pc:chgData name="Brandt Redd" userId="be8ed540b98adac0" providerId="LiveId" clId="{A31294AA-9973-4E23-A5D5-2B1B94AF3597}" dt="2024-09-30T03:49:46.692" v="60" actId="20577"/>
        <pc:sldMkLst>
          <pc:docMk/>
          <pc:sldMk cId="1024243916" sldId="256"/>
        </pc:sldMkLst>
        <pc:spChg chg="mod">
          <ac:chgData name="Brandt Redd" userId="be8ed540b98adac0" providerId="LiveId" clId="{A31294AA-9973-4E23-A5D5-2B1B94AF3597}" dt="2024-09-30T03:49:06.315" v="25" actId="20577"/>
          <ac:spMkLst>
            <pc:docMk/>
            <pc:sldMk cId="1024243916" sldId="256"/>
            <ac:spMk id="2" creationId="{C6888CDF-BF78-8608-A300-EF0C76680D96}"/>
          </ac:spMkLst>
        </pc:spChg>
        <pc:spChg chg="mod">
          <ac:chgData name="Brandt Redd" userId="be8ed540b98adac0" providerId="LiveId" clId="{A31294AA-9973-4E23-A5D5-2B1B94AF3597}" dt="2024-09-30T03:49:46.692" v="60" actId="20577"/>
          <ac:spMkLst>
            <pc:docMk/>
            <pc:sldMk cId="1024243916" sldId="256"/>
            <ac:spMk id="3" creationId="{644811BC-9047-9FEF-F3B2-165902676F49}"/>
          </ac:spMkLst>
        </pc:spChg>
      </pc:sldChg>
      <pc:sldChg chg="modSp new del mod">
        <pc:chgData name="Brandt Redd" userId="be8ed540b98adac0" providerId="LiveId" clId="{A31294AA-9973-4E23-A5D5-2B1B94AF3597}" dt="2024-09-30T19:35:41.247" v="4189" actId="2696"/>
        <pc:sldMkLst>
          <pc:docMk/>
          <pc:sldMk cId="2423267866" sldId="257"/>
        </pc:sldMkLst>
        <pc:spChg chg="mod">
          <ac:chgData name="Brandt Redd" userId="be8ed540b98adac0" providerId="LiveId" clId="{A31294AA-9973-4E23-A5D5-2B1B94AF3597}" dt="2024-09-30T04:01:49.372" v="339" actId="20577"/>
          <ac:spMkLst>
            <pc:docMk/>
            <pc:sldMk cId="2423267866" sldId="257"/>
            <ac:spMk id="3" creationId="{B84988E1-E5C9-6436-0C15-593EFCD80129}"/>
          </ac:spMkLst>
        </pc:spChg>
      </pc:sldChg>
      <pc:sldChg chg="modSp new del mod">
        <pc:chgData name="Brandt Redd" userId="be8ed540b98adac0" providerId="LiveId" clId="{A31294AA-9973-4E23-A5D5-2B1B94AF3597}" dt="2024-09-30T19:35:38.806" v="4188" actId="2696"/>
        <pc:sldMkLst>
          <pc:docMk/>
          <pc:sldMk cId="1516520358" sldId="258"/>
        </pc:sldMkLst>
        <pc:spChg chg="mod">
          <ac:chgData name="Brandt Redd" userId="be8ed540b98adac0" providerId="LiveId" clId="{A31294AA-9973-4E23-A5D5-2B1B94AF3597}" dt="2024-09-30T04:02:11.136" v="413" actId="20577"/>
          <ac:spMkLst>
            <pc:docMk/>
            <pc:sldMk cId="1516520358" sldId="258"/>
            <ac:spMk id="3" creationId="{4CE856CF-3186-6245-FA34-534A0AF7F05E}"/>
          </ac:spMkLst>
        </pc:spChg>
      </pc:sldChg>
      <pc:sldChg chg="modSp new del mod">
        <pc:chgData name="Brandt Redd" userId="be8ed540b98adac0" providerId="LiveId" clId="{A31294AA-9973-4E23-A5D5-2B1B94AF3597}" dt="2024-09-30T19:34:18.312" v="4173" actId="2696"/>
        <pc:sldMkLst>
          <pc:docMk/>
          <pc:sldMk cId="3503614308" sldId="259"/>
        </pc:sldMkLst>
        <pc:spChg chg="mod">
          <ac:chgData name="Brandt Redd" userId="be8ed540b98adac0" providerId="LiveId" clId="{A31294AA-9973-4E23-A5D5-2B1B94AF3597}" dt="2024-09-30T15:00:20.463" v="440" actId="14100"/>
          <ac:spMkLst>
            <pc:docMk/>
            <pc:sldMk cId="3503614308" sldId="259"/>
            <ac:spMk id="2" creationId="{1AF39B4C-32CA-C551-2FC8-1085A7B4E8E3}"/>
          </ac:spMkLst>
        </pc:spChg>
        <pc:spChg chg="mod">
          <ac:chgData name="Brandt Redd" userId="be8ed540b98adac0" providerId="LiveId" clId="{A31294AA-9973-4E23-A5D5-2B1B94AF3597}" dt="2024-09-30T15:18:32.576" v="779" actId="20577"/>
          <ac:spMkLst>
            <pc:docMk/>
            <pc:sldMk cId="3503614308" sldId="259"/>
            <ac:spMk id="3" creationId="{D9C21081-75E8-1DEB-0879-DB2FA6C90535}"/>
          </ac:spMkLst>
        </pc:spChg>
      </pc:sldChg>
      <pc:sldChg chg="modSp add mod">
        <pc:chgData name="Brandt Redd" userId="be8ed540b98adac0" providerId="LiveId" clId="{A31294AA-9973-4E23-A5D5-2B1B94AF3597}" dt="2024-10-02T16:15:20.296" v="6244" actId="6549"/>
        <pc:sldMkLst>
          <pc:docMk/>
          <pc:sldMk cId="4099984359" sldId="259"/>
        </pc:sldMkLst>
        <pc:spChg chg="mod">
          <ac:chgData name="Brandt Redd" userId="be8ed540b98adac0" providerId="LiveId" clId="{A31294AA-9973-4E23-A5D5-2B1B94AF3597}" dt="2024-10-02T16:15:20.296" v="6244" actId="6549"/>
          <ac:spMkLst>
            <pc:docMk/>
            <pc:sldMk cId="4099984359" sldId="259"/>
            <ac:spMk id="3" creationId="{EC4FCE34-DF17-C19B-9839-B578FF24148C}"/>
          </ac:spMkLst>
        </pc:spChg>
      </pc:sldChg>
      <pc:sldChg chg="addSp delSp modSp new mod setBg modClrScheme chgLayout">
        <pc:chgData name="Brandt Redd" userId="be8ed540b98adac0" providerId="LiveId" clId="{A31294AA-9973-4E23-A5D5-2B1B94AF3597}" dt="2024-09-30T15:24:23.786" v="1057" actId="255"/>
        <pc:sldMkLst>
          <pc:docMk/>
          <pc:sldMk cId="1012426985" sldId="260"/>
        </pc:sldMkLst>
        <pc:spChg chg="del">
          <ac:chgData name="Brandt Redd" userId="be8ed540b98adac0" providerId="LiveId" clId="{A31294AA-9973-4E23-A5D5-2B1B94AF3597}" dt="2024-09-30T15:23:58.941" v="1051" actId="700"/>
          <ac:spMkLst>
            <pc:docMk/>
            <pc:sldMk cId="1012426985" sldId="260"/>
            <ac:spMk id="2" creationId="{7077830E-0496-63B8-B6C1-E3B8BC3DE974}"/>
          </ac:spMkLst>
        </pc:spChg>
        <pc:spChg chg="mod ord">
          <ac:chgData name="Brandt Redd" userId="be8ed540b98adac0" providerId="LiveId" clId="{A31294AA-9973-4E23-A5D5-2B1B94AF3597}" dt="2024-09-30T15:24:23.786" v="1057" actId="255"/>
          <ac:spMkLst>
            <pc:docMk/>
            <pc:sldMk cId="1012426985" sldId="260"/>
            <ac:spMk id="3" creationId="{444EC056-ADE0-5528-3E07-DB5815EA1234}"/>
          </ac:spMkLst>
        </pc:spChg>
        <pc:spChg chg="add">
          <ac:chgData name="Brandt Redd" userId="be8ed540b98adac0" providerId="LiveId" clId="{A31294AA-9973-4E23-A5D5-2B1B94AF3597}" dt="2024-09-30T15:24:09.011" v="1054" actId="26606"/>
          <ac:spMkLst>
            <pc:docMk/>
            <pc:sldMk cId="1012426985" sldId="260"/>
            <ac:spMk id="10" creationId="{EDDBB197-D710-4A4F-A9CA-FD2177498BE8}"/>
          </ac:spMkLst>
        </pc:spChg>
        <pc:spChg chg="add">
          <ac:chgData name="Brandt Redd" userId="be8ed540b98adac0" providerId="LiveId" clId="{A31294AA-9973-4E23-A5D5-2B1B94AF3597}" dt="2024-09-30T15:24:09.011" v="1054" actId="26606"/>
          <ac:spMkLst>
            <pc:docMk/>
            <pc:sldMk cId="1012426985" sldId="260"/>
            <ac:spMk id="12" creationId="{975D1CFA-2CDB-4B64-BD9F-85744E8DA12F}"/>
          </ac:spMkLst>
        </pc:spChg>
        <pc:grpChg chg="add">
          <ac:chgData name="Brandt Redd" userId="be8ed540b98adac0" providerId="LiveId" clId="{A31294AA-9973-4E23-A5D5-2B1B94AF3597}" dt="2024-09-30T15:24:09.011" v="1054" actId="26606"/>
          <ac:grpSpMkLst>
            <pc:docMk/>
            <pc:sldMk cId="1012426985" sldId="260"/>
            <ac:grpSpMk id="14" creationId="{25EE5136-01F1-466C-962D-BA9B4C6757AA}"/>
          </ac:grpSpMkLst>
        </pc:grpChg>
        <pc:picChg chg="add">
          <ac:chgData name="Brandt Redd" userId="be8ed540b98adac0" providerId="LiveId" clId="{A31294AA-9973-4E23-A5D5-2B1B94AF3597}" dt="2024-09-30T15:24:09.011" v="1054" actId="26606"/>
          <ac:picMkLst>
            <pc:docMk/>
            <pc:sldMk cId="1012426985" sldId="260"/>
            <ac:picMk id="7" creationId="{18EB55A6-3E49-9804-26C2-720EE666C459}"/>
          </ac:picMkLst>
        </pc:picChg>
      </pc:sldChg>
      <pc:sldChg chg="addSp delSp modSp new mod modClrScheme chgLayout modNotesTx">
        <pc:chgData name="Brandt Redd" userId="be8ed540b98adac0" providerId="LiveId" clId="{A31294AA-9973-4E23-A5D5-2B1B94AF3597}" dt="2024-10-02T01:30:00.399" v="6243"/>
        <pc:sldMkLst>
          <pc:docMk/>
          <pc:sldMk cId="672308841" sldId="261"/>
        </pc:sldMkLst>
        <pc:spChg chg="del">
          <ac:chgData name="Brandt Redd" userId="be8ed540b98adac0" providerId="LiveId" clId="{A31294AA-9973-4E23-A5D5-2B1B94AF3597}" dt="2024-09-30T15:25:22.799" v="1059" actId="700"/>
          <ac:spMkLst>
            <pc:docMk/>
            <pc:sldMk cId="672308841" sldId="261"/>
            <ac:spMk id="2" creationId="{B0474FBD-211E-FD28-BB02-947BDF69C5E0}"/>
          </ac:spMkLst>
        </pc:spChg>
        <pc:spChg chg="del">
          <ac:chgData name="Brandt Redd" userId="be8ed540b98adac0" providerId="LiveId" clId="{A31294AA-9973-4E23-A5D5-2B1B94AF3597}" dt="2024-09-30T15:25:22.799" v="1059" actId="700"/>
          <ac:spMkLst>
            <pc:docMk/>
            <pc:sldMk cId="672308841" sldId="261"/>
            <ac:spMk id="3" creationId="{D5FF7BFE-3B15-395A-CF26-BCEA0C43ABDB}"/>
          </ac:spMkLst>
        </pc:spChg>
        <pc:spChg chg="add del mod">
          <ac:chgData name="Brandt Redd" userId="be8ed540b98adac0" providerId="LiveId" clId="{A31294AA-9973-4E23-A5D5-2B1B94AF3597}" dt="2024-09-30T16:47:46.466" v="3030"/>
          <ac:spMkLst>
            <pc:docMk/>
            <pc:sldMk cId="672308841" sldId="261"/>
            <ac:spMk id="6" creationId="{E9958CC3-92F6-A9D1-1A1C-09CB1A540D46}"/>
          </ac:spMkLst>
        </pc:spChg>
        <pc:graphicFrameChg chg="add del">
          <ac:chgData name="Brandt Redd" userId="be8ed540b98adac0" providerId="LiveId" clId="{A31294AA-9973-4E23-A5D5-2B1B94AF3597}" dt="2024-09-30T15:25:46.163" v="1061" actId="478"/>
          <ac:graphicFrameMkLst>
            <pc:docMk/>
            <pc:sldMk cId="672308841" sldId="261"/>
            <ac:graphicFrameMk id="4" creationId="{92D9C9FD-5A03-B39A-4216-4DAFC90ADC95}"/>
          </ac:graphicFrameMkLst>
        </pc:graphicFrameChg>
        <pc:graphicFrameChg chg="add mod modGraphic">
          <ac:chgData name="Brandt Redd" userId="be8ed540b98adac0" providerId="LiveId" clId="{A31294AA-9973-4E23-A5D5-2B1B94AF3597}" dt="2024-10-02T01:30:00.399" v="6243"/>
          <ac:graphicFrameMkLst>
            <pc:docMk/>
            <pc:sldMk cId="672308841" sldId="261"/>
            <ac:graphicFrameMk id="5" creationId="{182DB8E4-D439-EA4E-D9D9-E0AF8F2CD7C7}"/>
          </ac:graphicFrameMkLst>
        </pc:graphicFrameChg>
      </pc:sldChg>
      <pc:sldChg chg="addSp delSp modSp add mod modNotesTx">
        <pc:chgData name="Brandt Redd" userId="be8ed540b98adac0" providerId="LiveId" clId="{A31294AA-9973-4E23-A5D5-2B1B94AF3597}" dt="2024-09-30T19:57:29.173" v="5278" actId="20577"/>
        <pc:sldMkLst>
          <pc:docMk/>
          <pc:sldMk cId="3861205164" sldId="262"/>
        </pc:sldMkLst>
        <pc:spChg chg="add del mod">
          <ac:chgData name="Brandt Redd" userId="be8ed540b98adac0" providerId="LiveId" clId="{A31294AA-9973-4E23-A5D5-2B1B94AF3597}" dt="2024-09-30T17:02:45.281" v="3416" actId="478"/>
          <ac:spMkLst>
            <pc:docMk/>
            <pc:sldMk cId="3861205164" sldId="262"/>
            <ac:spMk id="2" creationId="{03861F45-DCB2-D30E-193E-DC768DF21020}"/>
          </ac:spMkLst>
        </pc:spChg>
        <pc:graphicFrameChg chg="mod modGraphic">
          <ac:chgData name="Brandt Redd" userId="be8ed540b98adac0" providerId="LiveId" clId="{A31294AA-9973-4E23-A5D5-2B1B94AF3597}" dt="2024-09-30T19:57:29.173" v="5278" actId="20577"/>
          <ac:graphicFrameMkLst>
            <pc:docMk/>
            <pc:sldMk cId="3861205164" sldId="262"/>
            <ac:graphicFrameMk id="5" creationId="{182DB8E4-D439-EA4E-D9D9-E0AF8F2CD7C7}"/>
          </ac:graphicFrameMkLst>
        </pc:graphicFrameChg>
      </pc:sldChg>
      <pc:sldChg chg="addSp modSp new mod modClrScheme chgLayout">
        <pc:chgData name="Brandt Redd" userId="be8ed540b98adac0" providerId="LiveId" clId="{A31294AA-9973-4E23-A5D5-2B1B94AF3597}" dt="2024-09-30T19:56:22.526" v="5109" actId="20577"/>
        <pc:sldMkLst>
          <pc:docMk/>
          <pc:sldMk cId="2692189360" sldId="263"/>
        </pc:sldMkLst>
        <pc:spChg chg="add mod">
          <ac:chgData name="Brandt Redd" userId="be8ed540b98adac0" providerId="LiveId" clId="{A31294AA-9973-4E23-A5D5-2B1B94AF3597}" dt="2024-09-30T16:58:24.893" v="3244" actId="20577"/>
          <ac:spMkLst>
            <pc:docMk/>
            <pc:sldMk cId="2692189360" sldId="263"/>
            <ac:spMk id="2" creationId="{BBCBFB93-FCFB-C445-0899-71EC2598A2E4}"/>
          </ac:spMkLst>
        </pc:spChg>
        <pc:spChg chg="add mod">
          <ac:chgData name="Brandt Redd" userId="be8ed540b98adac0" providerId="LiveId" clId="{A31294AA-9973-4E23-A5D5-2B1B94AF3597}" dt="2024-09-30T19:56:22.526" v="5109" actId="20577"/>
          <ac:spMkLst>
            <pc:docMk/>
            <pc:sldMk cId="2692189360" sldId="263"/>
            <ac:spMk id="3" creationId="{492FF158-F51D-A57C-0D28-A56F76910B96}"/>
          </ac:spMkLst>
        </pc:spChg>
      </pc:sldChg>
      <pc:sldChg chg="addSp delSp modSp new mod modClrScheme chgLayout">
        <pc:chgData name="Brandt Redd" userId="be8ed540b98adac0" providerId="LiveId" clId="{A31294AA-9973-4E23-A5D5-2B1B94AF3597}" dt="2024-09-30T19:45:20.279" v="4552" actId="22"/>
        <pc:sldMkLst>
          <pc:docMk/>
          <pc:sldMk cId="1998797205" sldId="264"/>
        </pc:sldMkLst>
        <pc:spChg chg="add del mod ord">
          <ac:chgData name="Brandt Redd" userId="be8ed540b98adac0" providerId="LiveId" clId="{A31294AA-9973-4E23-A5D5-2B1B94AF3597}" dt="2024-09-30T19:45:19.332" v="4551" actId="478"/>
          <ac:spMkLst>
            <pc:docMk/>
            <pc:sldMk cId="1998797205" sldId="264"/>
            <ac:spMk id="2" creationId="{BAF06DF6-5E9D-D8BE-9F2D-527256A64C75}"/>
          </ac:spMkLst>
        </pc:spChg>
        <pc:spChg chg="add del mod ord">
          <ac:chgData name="Brandt Redd" userId="be8ed540b98adac0" providerId="LiveId" clId="{A31294AA-9973-4E23-A5D5-2B1B94AF3597}" dt="2024-09-30T19:45:13.126" v="4549" actId="700"/>
          <ac:spMkLst>
            <pc:docMk/>
            <pc:sldMk cId="1998797205" sldId="264"/>
            <ac:spMk id="3" creationId="{80DADC7D-A013-813B-0A17-E1416820B570}"/>
          </ac:spMkLst>
        </pc:spChg>
        <pc:spChg chg="add del mod ord">
          <ac:chgData name="Brandt Redd" userId="be8ed540b98adac0" providerId="LiveId" clId="{A31294AA-9973-4E23-A5D5-2B1B94AF3597}" dt="2024-09-30T19:45:16.148" v="4550" actId="700"/>
          <ac:spMkLst>
            <pc:docMk/>
            <pc:sldMk cId="1998797205" sldId="264"/>
            <ac:spMk id="4" creationId="{5C618092-1E5C-2149-8D20-7DA7E68E870D}"/>
          </ac:spMkLst>
        </pc:spChg>
        <pc:spChg chg="add del mod ord">
          <ac:chgData name="Brandt Redd" userId="be8ed540b98adac0" providerId="LiveId" clId="{A31294AA-9973-4E23-A5D5-2B1B94AF3597}" dt="2024-09-30T19:45:16.148" v="4550" actId="700"/>
          <ac:spMkLst>
            <pc:docMk/>
            <pc:sldMk cId="1998797205" sldId="264"/>
            <ac:spMk id="5" creationId="{C3B36469-FD72-9101-878B-117E262BDA71}"/>
          </ac:spMkLst>
        </pc:spChg>
        <pc:picChg chg="add">
          <ac:chgData name="Brandt Redd" userId="be8ed540b98adac0" providerId="LiveId" clId="{A31294AA-9973-4E23-A5D5-2B1B94AF3597}" dt="2024-09-30T19:45:20.279" v="4552" actId="22"/>
          <ac:picMkLst>
            <pc:docMk/>
            <pc:sldMk cId="1998797205" sldId="264"/>
            <ac:picMk id="7" creationId="{70A4CA5C-E021-D816-F4A0-06345AB77C5C}"/>
          </ac:picMkLst>
        </pc:picChg>
      </pc:sldChg>
      <pc:sldChg chg="new del">
        <pc:chgData name="Brandt Redd" userId="be8ed540b98adac0" providerId="LiveId" clId="{A31294AA-9973-4E23-A5D5-2B1B94AF3597}" dt="2024-09-30T19:37:41.172" v="4225" actId="2696"/>
        <pc:sldMkLst>
          <pc:docMk/>
          <pc:sldMk cId="1461656943" sldId="265"/>
        </pc:sldMkLst>
      </pc:sldChg>
      <pc:sldChg chg="modSp new mod">
        <pc:chgData name="Brandt Redd" userId="be8ed540b98adac0" providerId="LiveId" clId="{A31294AA-9973-4E23-A5D5-2B1B94AF3597}" dt="2024-09-30T19:56:08.747" v="5093" actId="14100"/>
        <pc:sldMkLst>
          <pc:docMk/>
          <pc:sldMk cId="3197309792" sldId="265"/>
        </pc:sldMkLst>
        <pc:spChg chg="mod">
          <ac:chgData name="Brandt Redd" userId="be8ed540b98adac0" providerId="LiveId" clId="{A31294AA-9973-4E23-A5D5-2B1B94AF3597}" dt="2024-09-30T19:56:08.747" v="5093" actId="14100"/>
          <ac:spMkLst>
            <pc:docMk/>
            <pc:sldMk cId="3197309792" sldId="265"/>
            <ac:spMk id="2" creationId="{0CDC0264-4A60-DCC1-363C-A4BC092B53F7}"/>
          </ac:spMkLst>
        </pc:spChg>
        <pc:spChg chg="mod">
          <ac:chgData name="Brandt Redd" userId="be8ed540b98adac0" providerId="LiveId" clId="{A31294AA-9973-4E23-A5D5-2B1B94AF3597}" dt="2024-09-30T19:56:03.002" v="5092" actId="20577"/>
          <ac:spMkLst>
            <pc:docMk/>
            <pc:sldMk cId="3197309792" sldId="265"/>
            <ac:spMk id="3" creationId="{9C423164-6027-C112-AD9C-4AAA11B90872}"/>
          </ac:spMkLst>
        </pc:spChg>
      </pc:sldChg>
      <pc:sldChg chg="modSp new mod">
        <pc:chgData name="Brandt Redd" userId="be8ed540b98adac0" providerId="LiveId" clId="{A31294AA-9973-4E23-A5D5-2B1B94AF3597}" dt="2024-09-30T20:04:12.963" v="5591" actId="20577"/>
        <pc:sldMkLst>
          <pc:docMk/>
          <pc:sldMk cId="3797021285" sldId="266"/>
        </pc:sldMkLst>
        <pc:spChg chg="mod">
          <ac:chgData name="Brandt Redd" userId="be8ed540b98adac0" providerId="LiveId" clId="{A31294AA-9973-4E23-A5D5-2B1B94AF3597}" dt="2024-09-30T19:58:07.627" v="5303" actId="20577"/>
          <ac:spMkLst>
            <pc:docMk/>
            <pc:sldMk cId="3797021285" sldId="266"/>
            <ac:spMk id="2" creationId="{3E35AF71-BDE1-EFB1-25D2-7AF03DAD8765}"/>
          </ac:spMkLst>
        </pc:spChg>
        <pc:spChg chg="mod">
          <ac:chgData name="Brandt Redd" userId="be8ed540b98adac0" providerId="LiveId" clId="{A31294AA-9973-4E23-A5D5-2B1B94AF3597}" dt="2024-09-30T20:04:12.963" v="5591" actId="20577"/>
          <ac:spMkLst>
            <pc:docMk/>
            <pc:sldMk cId="3797021285" sldId="266"/>
            <ac:spMk id="3" creationId="{3FBB1947-8FDA-D339-4B5D-9C5C925A1A30}"/>
          </ac:spMkLst>
        </pc:spChg>
      </pc:sldChg>
      <pc:sldChg chg="modSp new mod">
        <pc:chgData name="Brandt Redd" userId="be8ed540b98adac0" providerId="LiveId" clId="{A31294AA-9973-4E23-A5D5-2B1B94AF3597}" dt="2024-09-30T19:57:09.896" v="5250" actId="20577"/>
        <pc:sldMkLst>
          <pc:docMk/>
          <pc:sldMk cId="1602132159" sldId="267"/>
        </pc:sldMkLst>
        <pc:spChg chg="mod">
          <ac:chgData name="Brandt Redd" userId="be8ed540b98adac0" providerId="LiveId" clId="{A31294AA-9973-4E23-A5D5-2B1B94AF3597}" dt="2024-09-30T19:56:42.991" v="5122" actId="20577"/>
          <ac:spMkLst>
            <pc:docMk/>
            <pc:sldMk cId="1602132159" sldId="267"/>
            <ac:spMk id="2" creationId="{75280AAB-2FCB-5782-ECF5-F2201F91F761}"/>
          </ac:spMkLst>
        </pc:spChg>
        <pc:spChg chg="mod">
          <ac:chgData name="Brandt Redd" userId="be8ed540b98adac0" providerId="LiveId" clId="{A31294AA-9973-4E23-A5D5-2B1B94AF3597}" dt="2024-09-30T19:57:09.896" v="5250" actId="20577"/>
          <ac:spMkLst>
            <pc:docMk/>
            <pc:sldMk cId="1602132159" sldId="267"/>
            <ac:spMk id="3" creationId="{0A5717A6-CA92-7756-E0FA-E08360C86DE0}"/>
          </ac:spMkLst>
        </pc:spChg>
      </pc:sldChg>
      <pc:sldChg chg="modSp new mod">
        <pc:chgData name="Brandt Redd" userId="be8ed540b98adac0" providerId="LiveId" clId="{A31294AA-9973-4E23-A5D5-2B1B94AF3597}" dt="2024-09-30T20:06:13.741" v="5836" actId="20577"/>
        <pc:sldMkLst>
          <pc:docMk/>
          <pc:sldMk cId="3021596739" sldId="268"/>
        </pc:sldMkLst>
        <pc:spChg chg="mod">
          <ac:chgData name="Brandt Redd" userId="be8ed540b98adac0" providerId="LiveId" clId="{A31294AA-9973-4E23-A5D5-2B1B94AF3597}" dt="2024-09-30T20:04:37.581" v="5602" actId="20577"/>
          <ac:spMkLst>
            <pc:docMk/>
            <pc:sldMk cId="3021596739" sldId="268"/>
            <ac:spMk id="2" creationId="{3AC843BC-CD34-EF17-F7D6-F2244F093EB6}"/>
          </ac:spMkLst>
        </pc:spChg>
        <pc:spChg chg="mod">
          <ac:chgData name="Brandt Redd" userId="be8ed540b98adac0" providerId="LiveId" clId="{A31294AA-9973-4E23-A5D5-2B1B94AF3597}" dt="2024-09-30T20:06:13.741" v="5836" actId="20577"/>
          <ac:spMkLst>
            <pc:docMk/>
            <pc:sldMk cId="3021596739" sldId="268"/>
            <ac:spMk id="3" creationId="{98346DB4-8A26-F02B-53EF-3168F5B9EA03}"/>
          </ac:spMkLst>
        </pc:spChg>
      </pc:sldChg>
      <pc:sldChg chg="modSp new del mod">
        <pc:chgData name="Brandt Redd" userId="be8ed540b98adac0" providerId="LiveId" clId="{A31294AA-9973-4E23-A5D5-2B1B94AF3597}" dt="2024-09-30T20:38:15.023" v="6191" actId="47"/>
        <pc:sldMkLst>
          <pc:docMk/>
          <pc:sldMk cId="686845498" sldId="269"/>
        </pc:sldMkLst>
        <pc:spChg chg="mod">
          <ac:chgData name="Brandt Redd" userId="be8ed540b98adac0" providerId="LiveId" clId="{A31294AA-9973-4E23-A5D5-2B1B94AF3597}" dt="2024-09-30T20:36:35.657" v="5850" actId="20577"/>
          <ac:spMkLst>
            <pc:docMk/>
            <pc:sldMk cId="686845498" sldId="269"/>
            <ac:spMk id="2" creationId="{BBA2F110-916F-5351-0088-04C6E52B5106}"/>
          </ac:spMkLst>
        </pc:spChg>
        <pc:spChg chg="mod">
          <ac:chgData name="Brandt Redd" userId="be8ed540b98adac0" providerId="LiveId" clId="{A31294AA-9973-4E23-A5D5-2B1B94AF3597}" dt="2024-09-30T20:37:41.029" v="6189" actId="20577"/>
          <ac:spMkLst>
            <pc:docMk/>
            <pc:sldMk cId="686845498" sldId="269"/>
            <ac:spMk id="3" creationId="{0A8AE874-127F-4106-028D-04EFFA16DEE2}"/>
          </ac:spMkLst>
        </pc:spChg>
      </pc:sldChg>
      <pc:sldChg chg="add del">
        <pc:chgData name="Brandt Redd" userId="be8ed540b98adac0" providerId="LiveId" clId="{A31294AA-9973-4E23-A5D5-2B1B94AF3597}" dt="2024-10-02T18:27:38.904" v="6246" actId="2696"/>
        <pc:sldMkLst>
          <pc:docMk/>
          <pc:sldMk cId="2844548947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5D64F2-701D-49EF-AE37-B6EB2F69FB26}" type="datetimeFigureOut">
              <a:rPr lang="en-US" smtClean="0"/>
              <a:t>2024-10-02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E68B7-520E-4050-AC50-88B6FF9F8D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293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NBF=NetBIOS frames. NetBIOS is a session-layer API while NBF is a Microsoft transport protocol supporting NetBIOS. In contemporary Windows installations, NBF has been replaced by NBT which is NetBIOS over TCP/IP.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68B7-520E-4050-AC50-88B6FF9F8D6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703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E68B7-520E-4050-AC50-88B6FF9F8D6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3839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B0B30-62D0-EC1E-FFA4-655F446F9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4A7720-4AF4-99E9-06B9-166815E80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FE081E-93FF-64B7-2BC0-3760F23DA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EAC8-A7C6-4445-9556-84B4FC66B99A}" type="datetimeFigureOut">
              <a:rPr lang="en-US" smtClean="0"/>
              <a:t>2024-10-02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2FC0B-CC1C-1E00-3F1F-32401F73A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8E074-BF95-3CCA-3271-B8366ED0E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ADF7-581E-490D-AF40-F9C3B047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94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788DF-2D3F-90CC-5BEC-2B2D4EC7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BDC71-BC1C-4F8D-9983-5BE9E094B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A2F23-DA3C-5D1E-2261-C42CC9E8A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EAC8-A7C6-4445-9556-84B4FC66B99A}" type="datetimeFigureOut">
              <a:rPr lang="en-US" smtClean="0"/>
              <a:t>2024-10-02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38BF6-0C49-A4B1-FFF9-5014DEB5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69ECB-77D0-BDD8-AE83-4135EC9EF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ADF7-581E-490D-AF40-F9C3B047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907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0D99-43E7-462A-B380-7A67FACD8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B0E9C-5F9D-F3A8-2B76-83EFD2B31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566834-967B-AB15-4259-8740998BF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EAC8-A7C6-4445-9556-84B4FC66B99A}" type="datetimeFigureOut">
              <a:rPr lang="en-US" smtClean="0"/>
              <a:t>2024-10-02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C7A1E-19A6-9943-24DA-BB548920F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A5D91-1A53-21E5-A816-85F76FC8C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ADF7-581E-490D-AF40-F9C3B047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3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8F1DA-D21D-76C3-78C5-D804C135C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E6137-24B6-8C90-CDBE-BCE1B5FC2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581B22-3B7B-3241-9226-16A463A05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A012FE-24C5-6EDA-8D40-593B1F3D5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EAC8-A7C6-4445-9556-84B4FC66B99A}" type="datetimeFigureOut">
              <a:rPr lang="en-US" smtClean="0"/>
              <a:t>2024-10-02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05D091-C193-F717-6C13-D32AA6764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E94F5B-4ADC-5F18-717A-76BF8896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ADF7-581E-490D-AF40-F9C3B047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167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648C1-CAD9-244F-4722-34C7481F9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E3C7B-D301-4AC5-8C2B-14C42E8B7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410AB2-394F-34A3-26F1-E73BE4A82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50D038-3AE6-60C9-DB86-9C376387C2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6C3152-CF25-7F4C-223D-B198859301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A775B1-2FA3-2FF0-0E8B-423061F4F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EAC8-A7C6-4445-9556-84B4FC66B99A}" type="datetimeFigureOut">
              <a:rPr lang="en-US" smtClean="0"/>
              <a:t>2024-10-02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D720C8-68EB-A15E-0AF3-617F30C4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11030E-3552-75BD-3046-FB2DF2593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ADF7-581E-490D-AF40-F9C3B047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48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3DA7B-B485-5AB5-C86B-22E1521A9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87F42C-1527-8F27-8C1B-F59168120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EAC8-A7C6-4445-9556-84B4FC66B99A}" type="datetimeFigureOut">
              <a:rPr lang="en-US" smtClean="0"/>
              <a:t>2024-10-02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44531-57FC-FCB9-145C-EA65870E9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1FBF63-C2A6-28A3-1CF7-8A9BE3DED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ADF7-581E-490D-AF40-F9C3B047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806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317938-9458-F891-BC53-A7FBFD97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EAC8-A7C6-4445-9556-84B4FC66B99A}" type="datetimeFigureOut">
              <a:rPr lang="en-US" smtClean="0"/>
              <a:t>2024-10-02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BA059E-BA56-5339-3AD2-D857447B0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26B46-2958-2B86-99C8-71DD47A79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ADF7-581E-490D-AF40-F9C3B047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921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9FCC3-16F7-DBC3-91E0-8DC99D7D9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A02CE-9138-D36E-BDF2-E6EC51BD3A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7FC9E-ACB5-0141-719F-A783696F4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132C2-CEB1-F2C6-C00F-4B7DA4FE8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EAC8-A7C6-4445-9556-84B4FC66B99A}" type="datetimeFigureOut">
              <a:rPr lang="en-US" smtClean="0"/>
              <a:t>2024-10-02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D175AF-2C81-93CE-AB58-B060D6E55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BB520-E485-C2F3-3DE0-1A90CE777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ADF7-581E-490D-AF40-F9C3B047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604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4E069-2006-F796-8FCE-F8F0A2818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307C5D-01EA-2F5B-5815-6B21B08BB9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3B8F42-8178-B3B1-29DF-AD8B85B515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E52754-8979-F4A2-B3D0-ACC6F60D1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EAC8-A7C6-4445-9556-84B4FC66B99A}" type="datetimeFigureOut">
              <a:rPr lang="en-US" smtClean="0"/>
              <a:t>2024-10-02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718AFE-18B9-3535-A6F3-CDD9FC469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52311-9FB3-989D-BB87-71CF0768E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ADF7-581E-490D-AF40-F9C3B047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197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DCAFE-03F2-5250-5F02-010D0663B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4C3E1-5740-5A76-EA0E-E00FCD5262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10908-C0A2-C8C3-1B92-2E990171B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EAC8-A7C6-4445-9556-84B4FC66B99A}" type="datetimeFigureOut">
              <a:rPr lang="en-US" smtClean="0"/>
              <a:t>2024-10-02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51218-6C98-6BFE-E73F-114C0E0E4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53B399-6596-B341-6E37-57FD7F20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ADF7-581E-490D-AF40-F9C3B047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866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E03D07-8914-656E-7F56-321E52D40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F2A0B1-F4EF-FBE5-897D-206ADB426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FD4EE-5B6D-37C9-4E5E-EE4384542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4EAC8-A7C6-4445-9556-84B4FC66B99A}" type="datetimeFigureOut">
              <a:rPr lang="en-US" smtClean="0"/>
              <a:t>2024-10-02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7C550-6CB3-997D-EC4B-2EC3CB048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48C42-64A4-516F-A1D4-D865F4BCC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2ADF7-581E-490D-AF40-F9C3B047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04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36C2B1-BFAA-270C-BD57-1678AC5CD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2E959-0576-4CAF-5356-4EACA0CD7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1CB0F-6CF1-F5A9-526A-ACF38A9E9A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94EAC8-A7C6-4445-9556-84B4FC66B99A}" type="datetimeFigureOut">
              <a:rPr lang="en-US" smtClean="0"/>
              <a:t>2024-10-02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581A5-4C31-A21E-D56C-F907449EF0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78294-4692-4A04-248B-59C5D7146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E2ADF7-581E-490D-AF40-F9C3B047A4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49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8CDF-BF78-8608-A300-EF0C76680D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Modern Operating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811BC-9047-9FEF-F3B2-165902676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IT&amp;C 344 – S07</a:t>
            </a:r>
          </a:p>
        </p:txBody>
      </p:sp>
    </p:spTree>
    <p:extLst>
      <p:ext uri="{BB962C8B-B14F-4D97-AF65-F5344CB8AC3E}">
        <p14:creationId xmlns:p14="http://schemas.microsoft.com/office/powerpoint/2010/main" val="1024243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Rolls of blueprints">
            <a:extLst>
              <a:ext uri="{FF2B5EF4-FFF2-40B4-BE49-F238E27FC236}">
                <a16:creationId xmlns:a16="http://schemas.microsoft.com/office/drawing/2014/main" id="{7684A135-D800-2DB8-5DAA-4CEDF38BD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67C8AD-B6FC-B32F-158B-E0C12AB6E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5475"/>
          </a:xfrm>
        </p:spPr>
        <p:txBody>
          <a:bodyPr>
            <a:normAutofit fontScale="90000"/>
          </a:bodyPr>
          <a:lstStyle/>
          <a:p>
            <a:r>
              <a:rPr lang="en-US" dirty="0"/>
              <a:t>Final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FCE34-DF17-C19B-9839-B578FF241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534400" cy="54864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You will form teams of 3-4 people</a:t>
            </a:r>
          </a:p>
          <a:p>
            <a:pPr lvl="1"/>
            <a:r>
              <a:rPr lang="en-US" sz="2000" dirty="0"/>
              <a:t>You may select your own team members or join a pool to be assigned to a team.</a:t>
            </a:r>
          </a:p>
          <a:p>
            <a:r>
              <a:rPr lang="en-US" sz="2400" dirty="0"/>
              <a:t>Four Graded Components</a:t>
            </a:r>
          </a:p>
          <a:p>
            <a:pPr lvl="1"/>
            <a:r>
              <a:rPr lang="en-US" sz="2000" dirty="0"/>
              <a:t>Working Project</a:t>
            </a:r>
          </a:p>
          <a:p>
            <a:pPr lvl="1"/>
            <a:r>
              <a:rPr lang="en-US" sz="2000" dirty="0"/>
              <a:t>Final Presentation</a:t>
            </a:r>
          </a:p>
          <a:p>
            <a:pPr lvl="1"/>
            <a:r>
              <a:rPr lang="en-US" sz="2000" dirty="0"/>
              <a:t>Documentation</a:t>
            </a:r>
          </a:p>
          <a:p>
            <a:pPr lvl="1"/>
            <a:r>
              <a:rPr lang="en-US" sz="2000" dirty="0"/>
              <a:t>Peer Evaluation (must be submitted by all team members)</a:t>
            </a:r>
          </a:p>
          <a:p>
            <a:r>
              <a:rPr lang="en-US" sz="2400" dirty="0"/>
              <a:t>Project Options</a:t>
            </a:r>
          </a:p>
          <a:p>
            <a:pPr lvl="1"/>
            <a:r>
              <a:rPr lang="en-US" sz="2000" dirty="0"/>
              <a:t>Create your own Linux Distro</a:t>
            </a:r>
          </a:p>
          <a:p>
            <a:pPr lvl="1"/>
            <a:r>
              <a:rPr lang="en-US" sz="2000" dirty="0"/>
              <a:t>Create a Kubernetes Cluster</a:t>
            </a:r>
          </a:p>
          <a:p>
            <a:pPr lvl="1"/>
            <a:r>
              <a:rPr lang="en-US" sz="2000" dirty="0"/>
              <a:t>Modify an Operating System to contain needed Tools</a:t>
            </a:r>
          </a:p>
          <a:p>
            <a:pPr lvl="1"/>
            <a:r>
              <a:rPr lang="en-US" sz="2000" dirty="0"/>
              <a:t>Create a Resource Monitoring Dashboard</a:t>
            </a:r>
          </a:p>
          <a:p>
            <a:pPr lvl="1"/>
            <a:r>
              <a:rPr lang="en-US" sz="2000" dirty="0"/>
              <a:t>Build a Process Scheduling Simulator</a:t>
            </a:r>
          </a:p>
          <a:p>
            <a:pPr lvl="1"/>
            <a:r>
              <a:rPr lang="en-US" sz="2000" dirty="0"/>
              <a:t>Another OS-related project as approved by your instructor.</a:t>
            </a:r>
          </a:p>
          <a:p>
            <a:r>
              <a:rPr lang="en-US" sz="2400" dirty="0"/>
              <a:t>Details will be posted in </a:t>
            </a:r>
            <a:r>
              <a:rPr lang="en-US" sz="2400" dirty="0" err="1"/>
              <a:t>LearningSuite</a:t>
            </a:r>
            <a:r>
              <a:rPr lang="en-US" sz="2400" dirty="0"/>
              <a:t> shortly</a:t>
            </a:r>
          </a:p>
        </p:txBody>
      </p:sp>
    </p:spTree>
    <p:extLst>
      <p:ext uri="{BB962C8B-B14F-4D97-AF65-F5344CB8AC3E}">
        <p14:creationId xmlns:p14="http://schemas.microsoft.com/office/powerpoint/2010/main" val="4099984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4EC056-ADE0-5528-3E07-DB5815EA123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609600"/>
            <a:ext cx="4977578" cy="545137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3200" dirty="0">
                <a:solidFill>
                  <a:schemeClr val="tx2"/>
                </a:solidFill>
              </a:rPr>
              <a:t>Operating System history is mostly useful for understanding why certain features were developed and where they appear on our systems.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Gears">
            <a:extLst>
              <a:ext uri="{FF2B5EF4-FFF2-40B4-BE49-F238E27FC236}">
                <a16:creationId xmlns:a16="http://schemas.microsoft.com/office/drawing/2014/main" id="{18EB55A6-3E49-9804-26C2-720EE666C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426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2DB8E4-D439-EA4E-D9D9-E0AF8F2CD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906258"/>
              </p:ext>
            </p:extLst>
          </p:nvPr>
        </p:nvGraphicFramePr>
        <p:xfrm>
          <a:off x="114299" y="0"/>
          <a:ext cx="11963401" cy="673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9111">
                  <a:extLst>
                    <a:ext uri="{9D8B030D-6E8A-4147-A177-3AD203B41FA5}">
                      <a16:colId xmlns:a16="http://schemas.microsoft.com/office/drawing/2014/main" val="4014656081"/>
                    </a:ext>
                  </a:extLst>
                </a:gridCol>
                <a:gridCol w="594545">
                  <a:extLst>
                    <a:ext uri="{9D8B030D-6E8A-4147-A177-3AD203B41FA5}">
                      <a16:colId xmlns:a16="http://schemas.microsoft.com/office/drawing/2014/main" val="1624886686"/>
                    </a:ext>
                  </a:extLst>
                </a:gridCol>
                <a:gridCol w="797560">
                  <a:extLst>
                    <a:ext uri="{9D8B030D-6E8A-4147-A177-3AD203B41FA5}">
                      <a16:colId xmlns:a16="http://schemas.microsoft.com/office/drawing/2014/main" val="1695515001"/>
                    </a:ext>
                  </a:extLst>
                </a:gridCol>
                <a:gridCol w="877316">
                  <a:extLst>
                    <a:ext uri="{9D8B030D-6E8A-4147-A177-3AD203B41FA5}">
                      <a16:colId xmlns:a16="http://schemas.microsoft.com/office/drawing/2014/main" val="1859539603"/>
                    </a:ext>
                  </a:extLst>
                </a:gridCol>
                <a:gridCol w="877316">
                  <a:extLst>
                    <a:ext uri="{9D8B030D-6E8A-4147-A177-3AD203B41FA5}">
                      <a16:colId xmlns:a16="http://schemas.microsoft.com/office/drawing/2014/main" val="4042320605"/>
                    </a:ext>
                  </a:extLst>
                </a:gridCol>
                <a:gridCol w="1127253">
                  <a:extLst>
                    <a:ext uri="{9D8B030D-6E8A-4147-A177-3AD203B41FA5}">
                      <a16:colId xmlns:a16="http://schemas.microsoft.com/office/drawing/2014/main" val="2664407813"/>
                    </a:ext>
                  </a:extLst>
                </a:gridCol>
                <a:gridCol w="1424939">
                  <a:extLst>
                    <a:ext uri="{9D8B030D-6E8A-4147-A177-3AD203B41FA5}">
                      <a16:colId xmlns:a16="http://schemas.microsoft.com/office/drawing/2014/main" val="2192900598"/>
                    </a:ext>
                  </a:extLst>
                </a:gridCol>
                <a:gridCol w="957072">
                  <a:extLst>
                    <a:ext uri="{9D8B030D-6E8A-4147-A177-3AD203B41FA5}">
                      <a16:colId xmlns:a16="http://schemas.microsoft.com/office/drawing/2014/main" val="2396568375"/>
                    </a:ext>
                  </a:extLst>
                </a:gridCol>
                <a:gridCol w="957072">
                  <a:extLst>
                    <a:ext uri="{9D8B030D-6E8A-4147-A177-3AD203B41FA5}">
                      <a16:colId xmlns:a16="http://schemas.microsoft.com/office/drawing/2014/main" val="1051552364"/>
                    </a:ext>
                  </a:extLst>
                </a:gridCol>
                <a:gridCol w="1276096">
                  <a:extLst>
                    <a:ext uri="{9D8B030D-6E8A-4147-A177-3AD203B41FA5}">
                      <a16:colId xmlns:a16="http://schemas.microsoft.com/office/drawing/2014/main" val="1616212139"/>
                    </a:ext>
                  </a:extLst>
                </a:gridCol>
                <a:gridCol w="1595121">
                  <a:extLst>
                    <a:ext uri="{9D8B030D-6E8A-4147-A177-3AD203B41FA5}">
                      <a16:colId xmlns:a16="http://schemas.microsoft.com/office/drawing/2014/main" val="2192738259"/>
                    </a:ext>
                  </a:extLst>
                </a:gridCol>
              </a:tblGrid>
              <a:tr h="172720">
                <a:tc>
                  <a:txBody>
                    <a:bodyPr/>
                    <a:lstStyle/>
                    <a:p>
                      <a:r>
                        <a:rPr lang="en-US" sz="1400" dirty="0"/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Mem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Reg Size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Task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CLI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GUI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File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334081"/>
                  </a:ext>
                </a:extLst>
              </a:tr>
              <a:tr h="458894">
                <a:tc>
                  <a:txBody>
                    <a:bodyPr/>
                    <a:lstStyle/>
                    <a:p>
                      <a:r>
                        <a:rPr lang="en-US" sz="1400" dirty="0"/>
                        <a:t>PC-DOS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bit</a:t>
                      </a:r>
                    </a:p>
                    <a:p>
                      <a:r>
                        <a:rPr lang="en-US" sz="1400" dirty="0"/>
                        <a:t>640K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Single-Tasking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command.com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313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MS-DOS 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bit</a:t>
                      </a:r>
                    </a:p>
                    <a:p>
                      <a:r>
                        <a:rPr lang="en-US" sz="1400" dirty="0"/>
                        <a:t>640K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Single-Tasking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command.com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US" sz="1400" b="0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Party</a:t>
                      </a:r>
                      <a:endParaRPr lang="en-US" sz="11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FAT</a:t>
                      </a:r>
                    </a:p>
                    <a:p>
                      <a:r>
                        <a:rPr lang="en-US" sz="1400"/>
                        <a:t>FAT16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922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Windows 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bit</a:t>
                      </a:r>
                    </a:p>
                    <a:p>
                      <a:r>
                        <a:rPr lang="en-US" sz="1400" dirty="0"/>
                        <a:t>640K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Single-Tasking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command.com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Windows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en-US" sz="1400" b="0" i="0" kern="1200" baseline="300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rd</a:t>
                      </a: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Party</a:t>
                      </a:r>
                      <a:endParaRPr lang="en-US" sz="1100" dirty="0"/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FAT</a:t>
                      </a:r>
                    </a:p>
                    <a:p>
                      <a:r>
                        <a:rPr lang="en-US" sz="1400" dirty="0"/>
                        <a:t>FAT16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Not very usable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167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Windows 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 bit</a:t>
                      </a:r>
                    </a:p>
                    <a:p>
                      <a:r>
                        <a:rPr lang="en-US" sz="1400" dirty="0"/>
                        <a:t>640K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16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Cooperative 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command.com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NBF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FAT</a:t>
                      </a:r>
                    </a:p>
                    <a:p>
                      <a:r>
                        <a:rPr lang="en-US" sz="1400" dirty="0"/>
                        <a:t>FAT16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First popular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009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Windows 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Preemptive 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command.com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NBF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IP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FAT</a:t>
                      </a:r>
                    </a:p>
                    <a:p>
                      <a:r>
                        <a:rPr lang="en-US" sz="1400" dirty="0"/>
                        <a:t>FAT16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More reliable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64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Windows 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Preemptive 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command.com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NBF</a:t>
                      </a:r>
                    </a:p>
                    <a:p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FAT</a:t>
                      </a:r>
                    </a:p>
                    <a:p>
                      <a:r>
                        <a:rPr lang="en-US" sz="1400" dirty="0"/>
                        <a:t>FAT16, 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Plug-and-play hardware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192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Windows 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Preemptive 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cmd.exe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NBF</a:t>
                      </a:r>
                    </a:p>
                    <a:p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FAT12, 16, 32</a:t>
                      </a:r>
                    </a:p>
                    <a:p>
                      <a:r>
                        <a:rPr lang="en-US" sz="1400" dirty="0"/>
                        <a:t>NTFS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Extremely popular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984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Windows Vista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48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Preemptive 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cmd.exe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FAT12, 16, 32</a:t>
                      </a:r>
                    </a:p>
                    <a:p>
                      <a:r>
                        <a:rPr lang="en-US" sz="1400" dirty="0"/>
                        <a:t>NTFS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Document Search</a:t>
                      </a:r>
                    </a:p>
                    <a:p>
                      <a:r>
                        <a:rPr lang="en-US" sz="1200" dirty="0"/>
                        <a:t>Enhanced Security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605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Windows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48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Preemptive 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cmd.exe</a:t>
                      </a:r>
                    </a:p>
                    <a:p>
                      <a:r>
                        <a:rPr lang="en-US" sz="1400" dirty="0"/>
                        <a:t>PowerShell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FAT12, 16, 32</a:t>
                      </a:r>
                    </a:p>
                    <a:p>
                      <a:r>
                        <a:rPr lang="en-US" sz="1400" dirty="0"/>
                        <a:t>NTFS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The “fixed” version of Vista.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210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Windows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48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Preemptive 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cmd.exe</a:t>
                      </a:r>
                    </a:p>
                    <a:p>
                      <a:r>
                        <a:rPr lang="en-US" sz="1400" dirty="0"/>
                        <a:t>PowerShell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FAT12, 16, 32</a:t>
                      </a:r>
                    </a:p>
                    <a:p>
                      <a:r>
                        <a:rPr lang="en-US" sz="1400" dirty="0"/>
                        <a:t>NTFS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Tablet-Centric UX</a:t>
                      </a:r>
                      <a:br>
                        <a:rPr lang="en-US" sz="1200" dirty="0"/>
                      </a:b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9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Windows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48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Preemptive 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cmd.exe</a:t>
                      </a:r>
                    </a:p>
                    <a:p>
                      <a:r>
                        <a:rPr lang="en-US" sz="1400" dirty="0"/>
                        <a:t>PowerShell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FAT12, 16, 32</a:t>
                      </a:r>
                    </a:p>
                    <a:p>
                      <a:r>
                        <a:rPr lang="en-US" sz="1400" dirty="0"/>
                        <a:t>NTFS, </a:t>
                      </a:r>
                      <a:r>
                        <a:rPr lang="en-US" sz="1400" dirty="0" err="1"/>
                        <a:t>ReFS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WSL, WSL2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1164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Windows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48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Preemptive Multitasking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cmd.exe</a:t>
                      </a:r>
                    </a:p>
                    <a:p>
                      <a:r>
                        <a:rPr lang="en-US" sz="1400" dirty="0"/>
                        <a:t>PowerShell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FAT12, 16, 32</a:t>
                      </a:r>
                    </a:p>
                    <a:p>
                      <a:r>
                        <a:rPr lang="en-US" sz="1400" dirty="0"/>
                        <a:t>NTFS, </a:t>
                      </a:r>
                      <a:r>
                        <a:rPr lang="en-US" sz="1400" dirty="0" err="1"/>
                        <a:t>ReFS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Enhanced hardware security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073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308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2DB8E4-D439-EA4E-D9D9-E0AF8F2CD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1634841"/>
              </p:ext>
            </p:extLst>
          </p:nvPr>
        </p:nvGraphicFramePr>
        <p:xfrm>
          <a:off x="114298" y="0"/>
          <a:ext cx="11925301" cy="673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8511">
                  <a:extLst>
                    <a:ext uri="{9D8B030D-6E8A-4147-A177-3AD203B41FA5}">
                      <a16:colId xmlns:a16="http://schemas.microsoft.com/office/drawing/2014/main" val="4014656081"/>
                    </a:ext>
                  </a:extLst>
                </a:gridCol>
                <a:gridCol w="630480">
                  <a:extLst>
                    <a:ext uri="{9D8B030D-6E8A-4147-A177-3AD203B41FA5}">
                      <a16:colId xmlns:a16="http://schemas.microsoft.com/office/drawing/2014/main" val="1624886686"/>
                    </a:ext>
                  </a:extLst>
                </a:gridCol>
                <a:gridCol w="845766">
                  <a:extLst>
                    <a:ext uri="{9D8B030D-6E8A-4147-A177-3AD203B41FA5}">
                      <a16:colId xmlns:a16="http://schemas.microsoft.com/office/drawing/2014/main" val="1695515001"/>
                    </a:ext>
                  </a:extLst>
                </a:gridCol>
                <a:gridCol w="930343">
                  <a:extLst>
                    <a:ext uri="{9D8B030D-6E8A-4147-A177-3AD203B41FA5}">
                      <a16:colId xmlns:a16="http://schemas.microsoft.com/office/drawing/2014/main" val="1859539603"/>
                    </a:ext>
                  </a:extLst>
                </a:gridCol>
                <a:gridCol w="930343">
                  <a:extLst>
                    <a:ext uri="{9D8B030D-6E8A-4147-A177-3AD203B41FA5}">
                      <a16:colId xmlns:a16="http://schemas.microsoft.com/office/drawing/2014/main" val="2647922413"/>
                    </a:ext>
                  </a:extLst>
                </a:gridCol>
                <a:gridCol w="930343">
                  <a:extLst>
                    <a:ext uri="{9D8B030D-6E8A-4147-A177-3AD203B41FA5}">
                      <a16:colId xmlns:a16="http://schemas.microsoft.com/office/drawing/2014/main" val="4042320605"/>
                    </a:ext>
                  </a:extLst>
                </a:gridCol>
                <a:gridCol w="1276192">
                  <a:extLst>
                    <a:ext uri="{9D8B030D-6E8A-4147-A177-3AD203B41FA5}">
                      <a16:colId xmlns:a16="http://schemas.microsoft.com/office/drawing/2014/main" val="2664407813"/>
                    </a:ext>
                  </a:extLst>
                </a:gridCol>
                <a:gridCol w="1212085">
                  <a:extLst>
                    <a:ext uri="{9D8B030D-6E8A-4147-A177-3AD203B41FA5}">
                      <a16:colId xmlns:a16="http://schemas.microsoft.com/office/drawing/2014/main" val="2192900598"/>
                    </a:ext>
                  </a:extLst>
                </a:gridCol>
                <a:gridCol w="1292891">
                  <a:extLst>
                    <a:ext uri="{9D8B030D-6E8A-4147-A177-3AD203B41FA5}">
                      <a16:colId xmlns:a16="http://schemas.microsoft.com/office/drawing/2014/main" val="2396568375"/>
                    </a:ext>
                  </a:extLst>
                </a:gridCol>
                <a:gridCol w="1131279">
                  <a:extLst>
                    <a:ext uri="{9D8B030D-6E8A-4147-A177-3AD203B41FA5}">
                      <a16:colId xmlns:a16="http://schemas.microsoft.com/office/drawing/2014/main" val="1051552364"/>
                    </a:ext>
                  </a:extLst>
                </a:gridCol>
                <a:gridCol w="1177068">
                  <a:extLst>
                    <a:ext uri="{9D8B030D-6E8A-4147-A177-3AD203B41FA5}">
                      <a16:colId xmlns:a16="http://schemas.microsoft.com/office/drawing/2014/main" val="1616212139"/>
                    </a:ext>
                  </a:extLst>
                </a:gridCol>
              </a:tblGrid>
              <a:tr h="172720">
                <a:tc>
                  <a:txBody>
                    <a:bodyPr/>
                    <a:lstStyle/>
                    <a:p>
                      <a:r>
                        <a:rPr lang="en-US" sz="1400" dirty="0"/>
                        <a:t>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Mem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Reg Size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Proc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Kernel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Task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CLI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GUI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File Systems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1334081"/>
                  </a:ext>
                </a:extLst>
              </a:tr>
              <a:tr h="458894">
                <a:tc>
                  <a:txBody>
                    <a:bodyPr/>
                    <a:lstStyle/>
                    <a:p>
                      <a:r>
                        <a:rPr lang="en-US" sz="1400" dirty="0"/>
                        <a:t>MacOS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Single-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QuickDraw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3133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MacOS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System 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68000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Single-</a:t>
                      </a:r>
                      <a:br>
                        <a:rPr lang="en-US" sz="1400" dirty="0"/>
                      </a:br>
                      <a:r>
                        <a:rPr lang="en-US" sz="1400" dirty="0"/>
                        <a:t>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QuickDraw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AppleTalk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6922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MacOS</a:t>
                      </a:r>
                    </a:p>
                    <a:p>
                      <a:r>
                        <a:rPr lang="en-US" sz="1400" dirty="0"/>
                        <a:t>System 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24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68000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Task Switching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QuickDraw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AppleShare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167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MacOS</a:t>
                      </a:r>
                    </a:p>
                    <a:p>
                      <a:r>
                        <a:rPr lang="en-US" sz="1400" dirty="0"/>
                        <a:t>System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68000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Task Switching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QuickDraw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AppleShare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009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MacOS</a:t>
                      </a:r>
                    </a:p>
                    <a:p>
                      <a:r>
                        <a:rPr lang="en-US" sz="1400" dirty="0"/>
                        <a:t>System 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68000</a:t>
                      </a:r>
                    </a:p>
                    <a:p>
                      <a:r>
                        <a:rPr lang="en-US" sz="1400" dirty="0"/>
                        <a:t>PowerPC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Cooperative</a:t>
                      </a:r>
                    </a:p>
                    <a:p>
                      <a:r>
                        <a:rPr lang="en-US" sz="1400" dirty="0"/>
                        <a:t>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QuickDraw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AppleShare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4642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MacOS</a:t>
                      </a:r>
                    </a:p>
                    <a:p>
                      <a:r>
                        <a:rPr lang="en-US" sz="1400" dirty="0"/>
                        <a:t>System 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PowerPC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Cooperative</a:t>
                      </a:r>
                    </a:p>
                    <a:p>
                      <a:r>
                        <a:rPr lang="en-US" sz="1400" dirty="0"/>
                        <a:t>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Platinum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AppleShare</a:t>
                      </a:r>
                    </a:p>
                    <a:p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HFS+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1924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Mac OS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PowerPC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Cooperative</a:t>
                      </a:r>
                    </a:p>
                    <a:p>
                      <a:r>
                        <a:rPr lang="en-US" sz="1400" dirty="0"/>
                        <a:t>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Platinum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AppleShare</a:t>
                      </a:r>
                    </a:p>
                    <a:p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HFS+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89841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Mac OS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PowerPC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Darwin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Preemptive 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Aqua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HFS+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605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MacOS Tiger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48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PowerPC</a:t>
                      </a:r>
                    </a:p>
                    <a:p>
                      <a:r>
                        <a:rPr lang="en-US" sz="1400" dirty="0"/>
                        <a:t>x86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Darwin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Preemptive 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Aqua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Extended HFS+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5291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MacOS Catalina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48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x86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Darwin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Preemptive 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Zsh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Aqua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210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MacOS Big Sur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x86</a:t>
                      </a:r>
                    </a:p>
                    <a:p>
                      <a:r>
                        <a:rPr lang="en-US" sz="1400" dirty="0"/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Darwin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Preemptive 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Zsh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Aqua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9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MacOS Sequoia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42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64 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Darwin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Preemptive Multitasking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Zsh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Aqua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073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1205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0A4CA5C-E021-D816-F4A0-06345AB77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517" y="0"/>
            <a:ext cx="102629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97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C0264-4A60-DCC1-363C-A4BC092B5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6475"/>
          </a:xfrm>
        </p:spPr>
        <p:txBody>
          <a:bodyPr/>
          <a:lstStyle/>
          <a:p>
            <a:r>
              <a:rPr lang="en-US" dirty="0"/>
              <a:t>Unix / Linux Important Branches as of 2024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23164-6027-C112-AD9C-4AAA11B90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5333999"/>
          </a:xfrm>
        </p:spPr>
        <p:txBody>
          <a:bodyPr>
            <a:normAutofit/>
          </a:bodyPr>
          <a:lstStyle/>
          <a:p>
            <a:r>
              <a:rPr lang="en-US" dirty="0"/>
              <a:t>Linux</a:t>
            </a:r>
          </a:p>
          <a:p>
            <a:pPr lvl="1"/>
            <a:r>
              <a:rPr lang="en-US" dirty="0"/>
              <a:t>Open source kernel independently developed by Linus Torvalds</a:t>
            </a:r>
          </a:p>
          <a:p>
            <a:pPr lvl="1"/>
            <a:r>
              <a:rPr lang="en-US" dirty="0"/>
              <a:t>Most distros use the Gnu Project utilities</a:t>
            </a:r>
          </a:p>
          <a:p>
            <a:pPr lvl="1"/>
            <a:r>
              <a:rPr lang="en-US" dirty="0"/>
              <a:t>Basis of Android OS</a:t>
            </a:r>
          </a:p>
          <a:p>
            <a:r>
              <a:rPr lang="en-US" dirty="0"/>
              <a:t>BSD / FreeBSD</a:t>
            </a:r>
          </a:p>
          <a:p>
            <a:pPr lvl="1"/>
            <a:r>
              <a:rPr lang="en-US" dirty="0"/>
              <a:t>Open source kernel independently developed at UC Berkley</a:t>
            </a:r>
          </a:p>
          <a:p>
            <a:pPr lvl="1"/>
            <a:r>
              <a:rPr lang="en-US" dirty="0"/>
              <a:t>Basis of MacOS Darwin, Base OS for </a:t>
            </a:r>
            <a:r>
              <a:rPr lang="en-US" dirty="0" err="1"/>
              <a:t>PfSense</a:t>
            </a:r>
            <a:r>
              <a:rPr lang="en-US" dirty="0"/>
              <a:t> and </a:t>
            </a:r>
            <a:r>
              <a:rPr lang="en-US" dirty="0" err="1"/>
              <a:t>OpnSense</a:t>
            </a:r>
            <a:endParaRPr lang="en-US" dirty="0"/>
          </a:p>
          <a:p>
            <a:pPr lvl="1"/>
            <a:r>
              <a:rPr lang="en-US" dirty="0"/>
              <a:t>Also uses the Gnu Project  utilities</a:t>
            </a:r>
          </a:p>
          <a:p>
            <a:r>
              <a:rPr lang="en-US" dirty="0"/>
              <a:t>UnixWare</a:t>
            </a:r>
          </a:p>
          <a:p>
            <a:pPr lvl="1"/>
            <a:r>
              <a:rPr lang="en-US" dirty="0"/>
              <a:t>The only remaining distribution that is based on copyrighted Unix source code.</a:t>
            </a:r>
          </a:p>
          <a:p>
            <a:pPr lvl="1"/>
            <a:r>
              <a:rPr lang="en-US" dirty="0"/>
              <a:t>Small market share. Limited to 32-bit operations.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3097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80AAB-2FCB-5782-ECF5-F2201F91F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717A6-CA92-7756-E0FA-E08360C86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Tasking</a:t>
            </a:r>
          </a:p>
          <a:p>
            <a:r>
              <a:rPr lang="en-US" dirty="0"/>
              <a:t>Single Tasking with Task-Switching</a:t>
            </a:r>
          </a:p>
          <a:p>
            <a:r>
              <a:rPr lang="en-US" dirty="0"/>
              <a:t>Cooperative Multitasking</a:t>
            </a:r>
          </a:p>
          <a:p>
            <a:r>
              <a:rPr lang="en-US" dirty="0"/>
              <a:t>Preemptive Multitasking</a:t>
            </a:r>
          </a:p>
        </p:txBody>
      </p:sp>
    </p:spTree>
    <p:extLst>
      <p:ext uri="{BB962C8B-B14F-4D97-AF65-F5344CB8AC3E}">
        <p14:creationId xmlns:p14="http://schemas.microsoft.com/office/powerpoint/2010/main" val="1602132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BFB93-FCFB-C445-0899-71EC2598A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FF158-F51D-A57C-0D28-A56F76910B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Hierarchical Folders</a:t>
            </a:r>
          </a:p>
          <a:p>
            <a:r>
              <a:rPr lang="en-US" dirty="0"/>
              <a:t>MacOS: Data fork and Resource fork</a:t>
            </a:r>
          </a:p>
          <a:p>
            <a:r>
              <a:rPr lang="en-US" dirty="0"/>
              <a:t>NTFS: Multiple Streams</a:t>
            </a:r>
          </a:p>
          <a:p>
            <a:r>
              <a:rPr lang="en-US" dirty="0"/>
              <a:t>Access Controls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189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AF71-BDE1-EFB1-25D2-7AF03DAD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Command-Line 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B1947-8FDA-D339-4B5D-9C5C925A1A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DOS: command.com -&gt; cmd.exe</a:t>
            </a:r>
          </a:p>
          <a:p>
            <a:r>
              <a:rPr lang="en-US" dirty="0"/>
              <a:t>Windows: PowerShell</a:t>
            </a:r>
          </a:p>
          <a:p>
            <a:r>
              <a:rPr lang="en-US" dirty="0"/>
              <a:t>Unix / Linux:</a:t>
            </a:r>
          </a:p>
          <a:p>
            <a:pPr lvl="1"/>
            <a:r>
              <a:rPr lang="en-US" dirty="0" err="1"/>
              <a:t>sh</a:t>
            </a:r>
            <a:r>
              <a:rPr lang="en-US" dirty="0"/>
              <a:t> – </a:t>
            </a:r>
            <a:r>
              <a:rPr lang="en-US" dirty="0" err="1"/>
              <a:t>Bourne</a:t>
            </a:r>
            <a:r>
              <a:rPr lang="en-US" dirty="0"/>
              <a:t> Shell)</a:t>
            </a:r>
          </a:p>
          <a:p>
            <a:pPr lvl="1"/>
            <a:r>
              <a:rPr lang="en-US" dirty="0"/>
              <a:t>bash - “</a:t>
            </a:r>
            <a:r>
              <a:rPr lang="en-US" dirty="0" err="1"/>
              <a:t>Bourne</a:t>
            </a:r>
            <a:r>
              <a:rPr lang="en-US" dirty="0"/>
              <a:t> Again Shell”, open source</a:t>
            </a:r>
          </a:p>
          <a:p>
            <a:pPr lvl="1"/>
            <a:r>
              <a:rPr lang="en-US" dirty="0" err="1"/>
              <a:t>zsh</a:t>
            </a:r>
            <a:r>
              <a:rPr lang="en-US" dirty="0"/>
              <a:t> – Z Shell, enhanced bash</a:t>
            </a:r>
          </a:p>
          <a:p>
            <a:pPr lvl="1"/>
            <a:r>
              <a:rPr lang="en-US" dirty="0" err="1"/>
              <a:t>csh</a:t>
            </a:r>
            <a:r>
              <a:rPr lang="en-US" dirty="0"/>
              <a:t>, </a:t>
            </a:r>
            <a:r>
              <a:rPr lang="en-US" dirty="0" err="1"/>
              <a:t>tcsh</a:t>
            </a:r>
            <a:r>
              <a:rPr lang="en-US" dirty="0"/>
              <a:t> – C Shell</a:t>
            </a:r>
          </a:p>
          <a:p>
            <a:pPr lvl="1"/>
            <a:r>
              <a:rPr lang="en-US" dirty="0"/>
              <a:t>Others: fish, dash, </a:t>
            </a:r>
            <a:r>
              <a:rPr lang="en-US" dirty="0" err="1"/>
              <a:t>ksh</a:t>
            </a: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021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843BC-CD34-EF17-F7D6-F2244F093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46DB4-8A26-F02B-53EF-3168F5B9E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Third-Party</a:t>
            </a:r>
          </a:p>
          <a:p>
            <a:pPr lvl="1"/>
            <a:r>
              <a:rPr lang="en-US" dirty="0"/>
              <a:t>Novell: Primarily focused on file servers and printer sharing</a:t>
            </a:r>
          </a:p>
          <a:p>
            <a:r>
              <a:rPr lang="en-US" dirty="0"/>
              <a:t>Proprietary</a:t>
            </a:r>
          </a:p>
          <a:p>
            <a:pPr lvl="1"/>
            <a:r>
              <a:rPr lang="en-US" dirty="0"/>
              <a:t>Microsoft NetBIOS/NetBEUI</a:t>
            </a:r>
          </a:p>
          <a:p>
            <a:pPr lvl="1"/>
            <a:r>
              <a:rPr lang="en-US" dirty="0"/>
              <a:t>AppleTalk, AppleShare</a:t>
            </a:r>
          </a:p>
          <a:p>
            <a:r>
              <a:rPr lang="en-US" dirty="0"/>
              <a:t>Standardized and Interoperable</a:t>
            </a:r>
          </a:p>
          <a:p>
            <a:pPr lvl="1"/>
            <a:r>
              <a:rPr lang="en-US" dirty="0"/>
              <a:t>IP (TCP/IP)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5967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846</Words>
  <Application>Microsoft Office PowerPoint</Application>
  <PresentationFormat>Widescreen</PresentationFormat>
  <Paragraphs>369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Modern Operating Systems</vt:lpstr>
      <vt:lpstr>Final Project</vt:lpstr>
      <vt:lpstr>PowerPoint Presentation</vt:lpstr>
      <vt:lpstr>PowerPoint Presentation</vt:lpstr>
      <vt:lpstr>PowerPoint Presentation</vt:lpstr>
      <vt:lpstr>PowerPoint Presentation</vt:lpstr>
      <vt:lpstr>Unix / Linux Important Branches as of 2024</vt:lpstr>
      <vt:lpstr>Task Models</vt:lpstr>
      <vt:lpstr>File Systems</vt:lpstr>
      <vt:lpstr>Command-Line Interfaces</vt:lpstr>
      <vt:lpstr>Networking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Brandt Redd</dc:creator>
  <cp:lastModifiedBy>Brandt Redd</cp:lastModifiedBy>
  <cp:revision>1</cp:revision>
  <dcterms:created xsi:type="dcterms:W3CDTF">2024-09-30T03:48:15Z</dcterms:created>
  <dcterms:modified xsi:type="dcterms:W3CDTF">2024-10-02T18:27:43Z</dcterms:modified>
</cp:coreProperties>
</file>