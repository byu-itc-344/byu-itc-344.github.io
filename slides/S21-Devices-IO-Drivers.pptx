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782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49B04-49E8-47E7-A154-8533A92AEB82}" v="91" dt="2024-11-18T17:56:10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>
      <p:cViewPr varScale="1">
        <p:scale>
          <a:sx n="100" d="100"/>
          <a:sy n="100" d="100"/>
        </p:scale>
        <p:origin x="8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86749B04-49E8-47E7-A154-8533A92AEB82}"/>
    <pc:docChg chg="undo redo custSel addSld delSld modSld sldOrd">
      <pc:chgData name="Brandt Redd" userId="be8ed540b98adac0" providerId="LiveId" clId="{86749B04-49E8-47E7-A154-8533A92AEB82}" dt="2024-11-18T18:00:43.550" v="4346" actId="1076"/>
      <pc:docMkLst>
        <pc:docMk/>
      </pc:docMkLst>
      <pc:sldChg chg="addSp modSp mod">
        <pc:chgData name="Brandt Redd" userId="be8ed540b98adac0" providerId="LiveId" clId="{86749B04-49E8-47E7-A154-8533A92AEB82}" dt="2024-11-18T17:19:53.497" v="3700" actId="1076"/>
        <pc:sldMkLst>
          <pc:docMk/>
          <pc:sldMk cId="3857069846" sldId="257"/>
        </pc:sldMkLst>
        <pc:spChg chg="mod">
          <ac:chgData name="Brandt Redd" userId="be8ed540b98adac0" providerId="LiveId" clId="{86749B04-49E8-47E7-A154-8533A92AEB82}" dt="2024-11-18T04:20:01.476" v="1822" actId="1076"/>
          <ac:spMkLst>
            <pc:docMk/>
            <pc:sldMk cId="3857069846" sldId="257"/>
            <ac:spMk id="4" creationId="{073A7AE6-4785-61B1-0329-E3B2DFF65E1D}"/>
          </ac:spMkLst>
        </pc:spChg>
        <pc:spChg chg="mod">
          <ac:chgData name="Brandt Redd" userId="be8ed540b98adac0" providerId="LiveId" clId="{86749B04-49E8-47E7-A154-8533A92AEB82}" dt="2024-11-18T04:20:12.831" v="1824" actId="1076"/>
          <ac:spMkLst>
            <pc:docMk/>
            <pc:sldMk cId="3857069846" sldId="257"/>
            <ac:spMk id="51" creationId="{B216094B-F0F0-6C44-D6B4-DF8B54586849}"/>
          </ac:spMkLst>
        </pc:spChg>
        <pc:spChg chg="mod">
          <ac:chgData name="Brandt Redd" userId="be8ed540b98adac0" providerId="LiveId" clId="{86749B04-49E8-47E7-A154-8533A92AEB82}" dt="2024-11-18T17:19:52.202" v="3697" actId="1076"/>
          <ac:spMkLst>
            <pc:docMk/>
            <pc:sldMk cId="3857069846" sldId="257"/>
            <ac:spMk id="64" creationId="{32340F2E-EAB6-4603-7C4D-83680A833D68}"/>
          </ac:spMkLst>
        </pc:spChg>
        <pc:spChg chg="mod">
          <ac:chgData name="Brandt Redd" userId="be8ed540b98adac0" providerId="LiveId" clId="{86749B04-49E8-47E7-A154-8533A92AEB82}" dt="2024-11-18T17:19:52.202" v="3697" actId="1076"/>
          <ac:spMkLst>
            <pc:docMk/>
            <pc:sldMk cId="3857069846" sldId="257"/>
            <ac:spMk id="65" creationId="{37392806-A511-4D96-C92A-02D021A05EC6}"/>
          </ac:spMkLst>
        </pc:spChg>
        <pc:picChg chg="add mod">
          <ac:chgData name="Brandt Redd" userId="be8ed540b98adac0" providerId="LiveId" clId="{86749B04-49E8-47E7-A154-8533A92AEB82}" dt="2024-11-18T17:19:53.497" v="3700" actId="1076"/>
          <ac:picMkLst>
            <pc:docMk/>
            <pc:sldMk cId="3857069846" sldId="257"/>
            <ac:picMk id="1026" creationId="{66C031DF-1F6F-3689-30CB-41B9554F0727}"/>
          </ac:picMkLst>
        </pc:picChg>
        <pc:cxnChg chg="add mod">
          <ac:chgData name="Brandt Redd" userId="be8ed540b98adac0" providerId="LiveId" clId="{86749B04-49E8-47E7-A154-8533A92AEB82}" dt="2024-11-18T04:20:18.490" v="1825"/>
          <ac:cxnSpMkLst>
            <pc:docMk/>
            <pc:sldMk cId="3857069846" sldId="257"/>
            <ac:cxnSpMk id="66" creationId="{C8F6BAF5-1149-FD99-A272-B34152D76C09}"/>
          </ac:cxnSpMkLst>
        </pc:cxnChg>
        <pc:cxnChg chg="add mod">
          <ac:chgData name="Brandt Redd" userId="be8ed540b98adac0" providerId="LiveId" clId="{86749B04-49E8-47E7-A154-8533A92AEB82}" dt="2024-11-18T04:20:18.490" v="1825"/>
          <ac:cxnSpMkLst>
            <pc:docMk/>
            <pc:sldMk cId="3857069846" sldId="257"/>
            <ac:cxnSpMk id="67" creationId="{5CB6C66A-9B7B-C16A-4196-293BAD5CA5EC}"/>
          </ac:cxnSpMkLst>
        </pc:cxnChg>
        <pc:cxnChg chg="add mod">
          <ac:chgData name="Brandt Redd" userId="be8ed540b98adac0" providerId="LiveId" clId="{86749B04-49E8-47E7-A154-8533A92AEB82}" dt="2024-11-18T04:20:18.490" v="1825"/>
          <ac:cxnSpMkLst>
            <pc:docMk/>
            <pc:sldMk cId="3857069846" sldId="257"/>
            <ac:cxnSpMk id="68" creationId="{617E15B9-C234-A90C-88B3-FF4F57DD5789}"/>
          </ac:cxnSpMkLst>
        </pc:cxnChg>
        <pc:cxnChg chg="add mod">
          <ac:chgData name="Brandt Redd" userId="be8ed540b98adac0" providerId="LiveId" clId="{86749B04-49E8-47E7-A154-8533A92AEB82}" dt="2024-11-18T04:20:18.490" v="1825"/>
          <ac:cxnSpMkLst>
            <pc:docMk/>
            <pc:sldMk cId="3857069846" sldId="257"/>
            <ac:cxnSpMk id="69" creationId="{B9535993-5CBA-29AA-F43F-BCF439D391F0}"/>
          </ac:cxnSpMkLst>
        </pc:cxnChg>
        <pc:cxnChg chg="add mod">
          <ac:chgData name="Brandt Redd" userId="be8ed540b98adac0" providerId="LiveId" clId="{86749B04-49E8-47E7-A154-8533A92AEB82}" dt="2024-11-18T04:20:18.490" v="1825"/>
          <ac:cxnSpMkLst>
            <pc:docMk/>
            <pc:sldMk cId="3857069846" sldId="257"/>
            <ac:cxnSpMk id="70" creationId="{27976014-FF6C-4E8C-6D81-0DB861B276E7}"/>
          </ac:cxnSpMkLst>
        </pc:cxnChg>
        <pc:cxnChg chg="add mod">
          <ac:chgData name="Brandt Redd" userId="be8ed540b98adac0" providerId="LiveId" clId="{86749B04-49E8-47E7-A154-8533A92AEB82}" dt="2024-11-18T04:20:18.490" v="1825"/>
          <ac:cxnSpMkLst>
            <pc:docMk/>
            <pc:sldMk cId="3857069846" sldId="257"/>
            <ac:cxnSpMk id="71" creationId="{67C9FFD7-CBBD-7710-9A0B-D8A839C430DB}"/>
          </ac:cxnSpMkLst>
        </pc:cxnChg>
        <pc:cxnChg chg="add mod">
          <ac:chgData name="Brandt Redd" userId="be8ed540b98adac0" providerId="LiveId" clId="{86749B04-49E8-47E7-A154-8533A92AEB82}" dt="2024-11-18T04:20:18.490" v="1825"/>
          <ac:cxnSpMkLst>
            <pc:docMk/>
            <pc:sldMk cId="3857069846" sldId="257"/>
            <ac:cxnSpMk id="72" creationId="{CABBC78C-05A7-56AD-C817-23594B944EB0}"/>
          </ac:cxnSpMkLst>
        </pc:cxnChg>
        <pc:cxnChg chg="add mod">
          <ac:chgData name="Brandt Redd" userId="be8ed540b98adac0" providerId="LiveId" clId="{86749B04-49E8-47E7-A154-8533A92AEB82}" dt="2024-11-18T04:20:18.490" v="1825"/>
          <ac:cxnSpMkLst>
            <pc:docMk/>
            <pc:sldMk cId="3857069846" sldId="257"/>
            <ac:cxnSpMk id="73" creationId="{C47FC078-928E-FC4C-0376-E4579447CA32}"/>
          </ac:cxnSpMkLst>
        </pc:cxnChg>
      </pc:sldChg>
      <pc:sldChg chg="addSp delSp modSp mod">
        <pc:chgData name="Brandt Redd" userId="be8ed540b98adac0" providerId="LiveId" clId="{86749B04-49E8-47E7-A154-8533A92AEB82}" dt="2024-11-18T03:38:29.313" v="471" actId="1076"/>
        <pc:sldMkLst>
          <pc:docMk/>
          <pc:sldMk cId="4037328353" sldId="258"/>
        </pc:sldMkLst>
        <pc:spChg chg="add mod">
          <ac:chgData name="Brandt Redd" userId="be8ed540b98adac0" providerId="LiveId" clId="{86749B04-49E8-47E7-A154-8533A92AEB82}" dt="2024-11-18T03:34:56.778" v="170" actId="14100"/>
          <ac:spMkLst>
            <pc:docMk/>
            <pc:sldMk cId="4037328353" sldId="258"/>
            <ac:spMk id="3" creationId="{B07EC21E-8692-9AE2-8F2C-84586E3DDB50}"/>
          </ac:spMkLst>
        </pc:spChg>
        <pc:spChg chg="del">
          <ac:chgData name="Brandt Redd" userId="be8ed540b98adac0" providerId="LiveId" clId="{86749B04-49E8-47E7-A154-8533A92AEB82}" dt="2024-11-18T03:31:05.678" v="0" actId="478"/>
          <ac:spMkLst>
            <pc:docMk/>
            <pc:sldMk cId="4037328353" sldId="258"/>
            <ac:spMk id="4" creationId="{7E405D79-F5B5-4DE9-61EC-093394E86E23}"/>
          </ac:spMkLst>
        </pc:spChg>
        <pc:spChg chg="add mod">
          <ac:chgData name="Brandt Redd" userId="be8ed540b98adac0" providerId="LiveId" clId="{86749B04-49E8-47E7-A154-8533A92AEB82}" dt="2024-11-18T03:32:19.727" v="15" actId="1076"/>
          <ac:spMkLst>
            <pc:docMk/>
            <pc:sldMk cId="4037328353" sldId="258"/>
            <ac:spMk id="5" creationId="{A648ADDF-3B73-0CC1-5476-12A3700E7A7B}"/>
          </ac:spMkLst>
        </pc:spChg>
        <pc:spChg chg="add del mod">
          <ac:chgData name="Brandt Redd" userId="be8ed540b98adac0" providerId="LiveId" clId="{86749B04-49E8-47E7-A154-8533A92AEB82}" dt="2024-11-18T03:33:56.811" v="131" actId="478"/>
          <ac:spMkLst>
            <pc:docMk/>
            <pc:sldMk cId="4037328353" sldId="258"/>
            <ac:spMk id="6" creationId="{7AC88307-FF11-D889-E9D4-0524B3AA3E8F}"/>
          </ac:spMkLst>
        </pc:spChg>
        <pc:spChg chg="add mod">
          <ac:chgData name="Brandt Redd" userId="be8ed540b98adac0" providerId="LiveId" clId="{86749B04-49E8-47E7-A154-8533A92AEB82}" dt="2024-11-18T03:32:45.418" v="37" actId="1036"/>
          <ac:spMkLst>
            <pc:docMk/>
            <pc:sldMk cId="4037328353" sldId="258"/>
            <ac:spMk id="7" creationId="{1634E52A-1D1F-26E0-19C2-1CB4FCA24028}"/>
          </ac:spMkLst>
        </pc:spChg>
        <pc:spChg chg="add mod">
          <ac:chgData name="Brandt Redd" userId="be8ed540b98adac0" providerId="LiveId" clId="{86749B04-49E8-47E7-A154-8533A92AEB82}" dt="2024-11-18T03:33:10.328" v="96" actId="20577"/>
          <ac:spMkLst>
            <pc:docMk/>
            <pc:sldMk cId="4037328353" sldId="258"/>
            <ac:spMk id="8" creationId="{12291535-DB3B-1FE1-6985-04B7EB4F7960}"/>
          </ac:spMkLst>
        </pc:spChg>
        <pc:spChg chg="add del mod">
          <ac:chgData name="Brandt Redd" userId="be8ed540b98adac0" providerId="LiveId" clId="{86749B04-49E8-47E7-A154-8533A92AEB82}" dt="2024-11-18T03:33:44.633" v="128" actId="478"/>
          <ac:spMkLst>
            <pc:docMk/>
            <pc:sldMk cId="4037328353" sldId="258"/>
            <ac:spMk id="9" creationId="{FA3729A9-638C-40D6-F0C6-0AE822D2008B}"/>
          </ac:spMkLst>
        </pc:spChg>
        <pc:spChg chg="add mod">
          <ac:chgData name="Brandt Redd" userId="be8ed540b98adac0" providerId="LiveId" clId="{86749B04-49E8-47E7-A154-8533A92AEB82}" dt="2024-11-18T03:35:11.072" v="172" actId="1076"/>
          <ac:spMkLst>
            <pc:docMk/>
            <pc:sldMk cId="4037328353" sldId="258"/>
            <ac:spMk id="13" creationId="{86035901-4169-05F2-A9FB-8084B40E6695}"/>
          </ac:spMkLst>
        </pc:spChg>
        <pc:spChg chg="add mod">
          <ac:chgData name="Brandt Redd" userId="be8ed540b98adac0" providerId="LiveId" clId="{86749B04-49E8-47E7-A154-8533A92AEB82}" dt="2024-11-18T03:35:13.271" v="174" actId="571"/>
          <ac:spMkLst>
            <pc:docMk/>
            <pc:sldMk cId="4037328353" sldId="258"/>
            <ac:spMk id="15" creationId="{7DC8C723-0FEE-34EB-66D6-53ADFC5789F2}"/>
          </ac:spMkLst>
        </pc:spChg>
        <pc:spChg chg="add mod">
          <ac:chgData name="Brandt Redd" userId="be8ed540b98adac0" providerId="LiveId" clId="{86749B04-49E8-47E7-A154-8533A92AEB82}" dt="2024-11-18T03:35:13.271" v="174" actId="571"/>
          <ac:spMkLst>
            <pc:docMk/>
            <pc:sldMk cId="4037328353" sldId="258"/>
            <ac:spMk id="16" creationId="{E961E54E-B9FF-DF2D-7561-3D0C8B14A00F}"/>
          </ac:spMkLst>
        </pc:spChg>
        <pc:spChg chg="add mod">
          <ac:chgData name="Brandt Redd" userId="be8ed540b98adac0" providerId="LiveId" clId="{86749B04-49E8-47E7-A154-8533A92AEB82}" dt="2024-11-18T03:35:34.703" v="187" actId="1076"/>
          <ac:spMkLst>
            <pc:docMk/>
            <pc:sldMk cId="4037328353" sldId="258"/>
            <ac:spMk id="17" creationId="{46F19013-CEFC-6FB2-3D50-5B9314046442}"/>
          </ac:spMkLst>
        </pc:spChg>
        <pc:spChg chg="add mod">
          <ac:chgData name="Brandt Redd" userId="be8ed540b98adac0" providerId="LiveId" clId="{86749B04-49E8-47E7-A154-8533A92AEB82}" dt="2024-11-18T03:36:16.132" v="232" actId="1076"/>
          <ac:spMkLst>
            <pc:docMk/>
            <pc:sldMk cId="4037328353" sldId="258"/>
            <ac:spMk id="19" creationId="{FBB92B05-EC84-6E00-B2D0-B1C542DAA294}"/>
          </ac:spMkLst>
        </pc:spChg>
        <pc:spChg chg="add del mod">
          <ac:chgData name="Brandt Redd" userId="be8ed540b98adac0" providerId="LiveId" clId="{86749B04-49E8-47E7-A154-8533A92AEB82}" dt="2024-11-18T03:36:46.610" v="234" actId="478"/>
          <ac:spMkLst>
            <pc:docMk/>
            <pc:sldMk cId="4037328353" sldId="258"/>
            <ac:spMk id="20" creationId="{F4C543FA-C280-AB87-4180-5C5F7F2EF4F7}"/>
          </ac:spMkLst>
        </pc:spChg>
        <pc:spChg chg="add del mod">
          <ac:chgData name="Brandt Redd" userId="be8ed540b98adac0" providerId="LiveId" clId="{86749B04-49E8-47E7-A154-8533A92AEB82}" dt="2024-11-18T03:36:57.047" v="236" actId="478"/>
          <ac:spMkLst>
            <pc:docMk/>
            <pc:sldMk cId="4037328353" sldId="258"/>
            <ac:spMk id="21" creationId="{893FA239-B481-3AC1-1EC1-3291B6BB7160}"/>
          </ac:spMkLst>
        </pc:spChg>
        <pc:spChg chg="add mod">
          <ac:chgData name="Brandt Redd" userId="be8ed540b98adac0" providerId="LiveId" clId="{86749B04-49E8-47E7-A154-8533A92AEB82}" dt="2024-11-18T03:38:29.313" v="471" actId="1076"/>
          <ac:spMkLst>
            <pc:docMk/>
            <pc:sldMk cId="4037328353" sldId="258"/>
            <ac:spMk id="22" creationId="{868034F2-AAEC-AE04-6907-057D37932BF6}"/>
          </ac:spMkLst>
        </pc:spChg>
        <pc:spChg chg="del">
          <ac:chgData name="Brandt Redd" userId="be8ed540b98adac0" providerId="LiveId" clId="{86749B04-49E8-47E7-A154-8533A92AEB82}" dt="2024-11-18T03:31:05.678" v="0" actId="478"/>
          <ac:spMkLst>
            <pc:docMk/>
            <pc:sldMk cId="4037328353" sldId="258"/>
            <ac:spMk id="51" creationId="{D4FAEF02-7E38-796A-F6DD-D6E0524637F7}"/>
          </ac:spMkLst>
        </pc:spChg>
        <pc:spChg chg="del">
          <ac:chgData name="Brandt Redd" userId="be8ed540b98adac0" providerId="LiveId" clId="{86749B04-49E8-47E7-A154-8533A92AEB82}" dt="2024-11-18T03:31:05.678" v="0" actId="478"/>
          <ac:spMkLst>
            <pc:docMk/>
            <pc:sldMk cId="4037328353" sldId="258"/>
            <ac:spMk id="53" creationId="{45EBFA95-510A-454B-38C6-92FFE5558341}"/>
          </ac:spMkLst>
        </pc:spChg>
        <pc:spChg chg="del">
          <ac:chgData name="Brandt Redd" userId="be8ed540b98adac0" providerId="LiveId" clId="{86749B04-49E8-47E7-A154-8533A92AEB82}" dt="2024-11-18T03:31:05.678" v="0" actId="478"/>
          <ac:spMkLst>
            <pc:docMk/>
            <pc:sldMk cId="4037328353" sldId="258"/>
            <ac:spMk id="55" creationId="{59FB1420-4E82-69C5-DBFA-CDD5C6B979CD}"/>
          </ac:spMkLst>
        </pc:spChg>
        <pc:spChg chg="del">
          <ac:chgData name="Brandt Redd" userId="be8ed540b98adac0" providerId="LiveId" clId="{86749B04-49E8-47E7-A154-8533A92AEB82}" dt="2024-11-18T03:31:05.678" v="0" actId="478"/>
          <ac:spMkLst>
            <pc:docMk/>
            <pc:sldMk cId="4037328353" sldId="258"/>
            <ac:spMk id="56" creationId="{7C8E3397-4837-F4C3-2CA9-102BDFAD5066}"/>
          </ac:spMkLst>
        </pc:spChg>
        <pc:spChg chg="del">
          <ac:chgData name="Brandt Redd" userId="be8ed540b98adac0" providerId="LiveId" clId="{86749B04-49E8-47E7-A154-8533A92AEB82}" dt="2024-11-18T03:31:05.678" v="0" actId="478"/>
          <ac:spMkLst>
            <pc:docMk/>
            <pc:sldMk cId="4037328353" sldId="258"/>
            <ac:spMk id="57" creationId="{326420EB-14BA-5390-F6F7-6246741D938B}"/>
          </ac:spMkLst>
        </pc:spChg>
        <pc:spChg chg="del">
          <ac:chgData name="Brandt Redd" userId="be8ed540b98adac0" providerId="LiveId" clId="{86749B04-49E8-47E7-A154-8533A92AEB82}" dt="2024-11-18T03:31:05.678" v="0" actId="478"/>
          <ac:spMkLst>
            <pc:docMk/>
            <pc:sldMk cId="4037328353" sldId="258"/>
            <ac:spMk id="58" creationId="{7B99AE5D-87BF-ADFD-BCC4-310A5B554A21}"/>
          </ac:spMkLst>
        </pc:spChg>
        <pc:spChg chg="del">
          <ac:chgData name="Brandt Redd" userId="be8ed540b98adac0" providerId="LiveId" clId="{86749B04-49E8-47E7-A154-8533A92AEB82}" dt="2024-11-18T03:31:05.678" v="0" actId="478"/>
          <ac:spMkLst>
            <pc:docMk/>
            <pc:sldMk cId="4037328353" sldId="258"/>
            <ac:spMk id="59" creationId="{13BF229E-35BE-30B6-2400-3AEE09B7AC1A}"/>
          </ac:spMkLst>
        </pc:spChg>
        <pc:spChg chg="del">
          <ac:chgData name="Brandt Redd" userId="be8ed540b98adac0" providerId="LiveId" clId="{86749B04-49E8-47E7-A154-8533A92AEB82}" dt="2024-11-18T03:31:05.678" v="0" actId="478"/>
          <ac:spMkLst>
            <pc:docMk/>
            <pc:sldMk cId="4037328353" sldId="258"/>
            <ac:spMk id="64" creationId="{7527C919-51DA-D992-8E7F-B287239FAD4E}"/>
          </ac:spMkLst>
        </pc:spChg>
        <pc:spChg chg="del">
          <ac:chgData name="Brandt Redd" userId="be8ed540b98adac0" providerId="LiveId" clId="{86749B04-49E8-47E7-A154-8533A92AEB82}" dt="2024-11-18T03:31:05.678" v="0" actId="478"/>
          <ac:spMkLst>
            <pc:docMk/>
            <pc:sldMk cId="4037328353" sldId="258"/>
            <ac:spMk id="65" creationId="{D3152973-9A28-89D0-0208-3F7C2EEC1E41}"/>
          </ac:spMkLst>
        </pc:spChg>
        <pc:cxnChg chg="add mod">
          <ac:chgData name="Brandt Redd" userId="be8ed540b98adac0" providerId="LiveId" clId="{86749B04-49E8-47E7-A154-8533A92AEB82}" dt="2024-11-18T03:35:41.667" v="200" actId="1036"/>
          <ac:cxnSpMkLst>
            <pc:docMk/>
            <pc:sldMk cId="4037328353" sldId="258"/>
            <ac:cxnSpMk id="11" creationId="{5027A684-94B1-55DE-785E-E3F6E8BB53C4}"/>
          </ac:cxnSpMkLst>
        </pc:cxnChg>
        <pc:cxnChg chg="add mod">
          <ac:chgData name="Brandt Redd" userId="be8ed540b98adac0" providerId="LiveId" clId="{86749B04-49E8-47E7-A154-8533A92AEB82}" dt="2024-11-18T03:35:46.085" v="213" actId="1037"/>
          <ac:cxnSpMkLst>
            <pc:docMk/>
            <pc:sldMk cId="4037328353" sldId="258"/>
            <ac:cxnSpMk id="18" creationId="{6C7DAAF5-9507-0E2C-03D9-2F8DC9B68DAD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24" creationId="{408C4E98-D438-666D-B56A-6BA108B7FA4D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27" creationId="{C2BBE65E-774C-2144-068A-3A30CA83661D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28" creationId="{775ADBCB-D6F0-A5D4-1AC7-23620B6412BE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29" creationId="{C3CFEA21-2E31-B491-BF9E-0B675F4D973C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30" creationId="{EE58B505-EB2A-CB46-168D-DC6D27FAD6F9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31" creationId="{59D7389F-7959-BEEC-4FF2-996127CF6D05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32" creationId="{956E1C94-FF75-FEE0-33E5-0DD762DF9F04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33" creationId="{2A2211E1-96FB-ACC8-997B-772FA7644F16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34" creationId="{C8C8B8B1-09FF-330F-EE58-CA02A4483E50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35" creationId="{845015E0-8D86-7B69-93EC-6085005F5628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36" creationId="{65616988-68DA-8FE1-18C5-98638EE87EB8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37" creationId="{FC6A385F-3634-35D0-9CBF-6C18B19C6B1C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38" creationId="{E4E3ACAB-218B-5C76-B81E-7910B761F856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39" creationId="{DEEFDEAB-9703-FA88-529B-87122B49C8C1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40" creationId="{632FB8C5-7E59-D72F-3954-63FE1205DC2E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41" creationId="{47021746-7F17-ECBF-45A8-BFDF5B168967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42" creationId="{D8F09D46-6CC7-B92F-2709-E374D9477DF7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43" creationId="{BF57EDD5-C572-D5C0-A206-29CDFB3635CE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44" creationId="{7ED65793-E553-00F1-CE8D-5F639C0F8974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45" creationId="{B6021CE2-60AB-E6CA-C199-3E1DED8D7918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46" creationId="{F3D59FDB-AB25-2CA5-FB6F-B14EBE31BCF9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47" creationId="{25F7BC9C-E522-8520-FB10-D8A7343D23E1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48" creationId="{66C0B346-9B5E-DEF9-6FAF-29CD4933E9F5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49" creationId="{4E717ED6-D40F-4761-4BD7-0D56F8691D0D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50" creationId="{F4BCD43C-EF94-5E33-F30C-F56CF04820DA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52" creationId="{A07143EF-34DC-0FF9-600E-C9F5C5590D6B}"/>
          </ac:cxnSpMkLst>
        </pc:cxnChg>
        <pc:cxnChg chg="del">
          <ac:chgData name="Brandt Redd" userId="be8ed540b98adac0" providerId="LiveId" clId="{86749B04-49E8-47E7-A154-8533A92AEB82}" dt="2024-11-18T03:31:05.678" v="0" actId="478"/>
          <ac:cxnSpMkLst>
            <pc:docMk/>
            <pc:sldMk cId="4037328353" sldId="258"/>
            <ac:cxnSpMk id="54" creationId="{82CBA25E-58A2-926D-FC4D-1FEB88E97C5D}"/>
          </ac:cxnSpMkLst>
        </pc:cxnChg>
      </pc:sldChg>
      <pc:sldChg chg="new del">
        <pc:chgData name="Brandt Redd" userId="be8ed540b98adac0" providerId="LiveId" clId="{86749B04-49E8-47E7-A154-8533A92AEB82}" dt="2024-11-18T03:39:23.005" v="482" actId="680"/>
        <pc:sldMkLst>
          <pc:docMk/>
          <pc:sldMk cId="1703929101" sldId="259"/>
        </pc:sldMkLst>
      </pc:sldChg>
      <pc:sldChg chg="addSp delSp modSp add mod ord">
        <pc:chgData name="Brandt Redd" userId="be8ed540b98adac0" providerId="LiveId" clId="{86749B04-49E8-47E7-A154-8533A92AEB82}" dt="2024-11-18T03:54:10.738" v="952" actId="1076"/>
        <pc:sldMkLst>
          <pc:docMk/>
          <pc:sldMk cId="3480454358" sldId="259"/>
        </pc:sldMkLst>
        <pc:spChg chg="mod">
          <ac:chgData name="Brandt Redd" userId="be8ed540b98adac0" providerId="LiveId" clId="{86749B04-49E8-47E7-A154-8533A92AEB82}" dt="2024-11-18T03:39:47.431" v="515" actId="20577"/>
          <ac:spMkLst>
            <pc:docMk/>
            <pc:sldMk cId="3480454358" sldId="259"/>
            <ac:spMk id="2" creationId="{D176793D-328C-F0B6-190C-BD4E059F7177}"/>
          </ac:spMkLst>
        </pc:spChg>
        <pc:spChg chg="add mod">
          <ac:chgData name="Brandt Redd" userId="be8ed540b98adac0" providerId="LiveId" clId="{86749B04-49E8-47E7-A154-8533A92AEB82}" dt="2024-11-18T03:42:21.668" v="547" actId="13822"/>
          <ac:spMkLst>
            <pc:docMk/>
            <pc:sldMk cId="3480454358" sldId="259"/>
            <ac:spMk id="3" creationId="{AD0CC588-7EE3-5EF4-3B09-4E9B8D632462}"/>
          </ac:spMkLst>
        </pc:spChg>
        <pc:spChg chg="mod">
          <ac:chgData name="Brandt Redd" userId="be8ed540b98adac0" providerId="LiveId" clId="{86749B04-49E8-47E7-A154-8533A92AEB82}" dt="2024-11-18T03:40:48.934" v="522" actId="14100"/>
          <ac:spMkLst>
            <pc:docMk/>
            <pc:sldMk cId="3480454358" sldId="259"/>
            <ac:spMk id="4" creationId="{73D2402B-3741-4ED7-D5A9-629AD3F786A4}"/>
          </ac:spMkLst>
        </pc:spChg>
        <pc:spChg chg="add del">
          <ac:chgData name="Brandt Redd" userId="be8ed540b98adac0" providerId="LiveId" clId="{86749B04-49E8-47E7-A154-8533A92AEB82}" dt="2024-11-18T03:42:30.214" v="549" actId="11529"/>
          <ac:spMkLst>
            <pc:docMk/>
            <pc:sldMk cId="3480454358" sldId="259"/>
            <ac:spMk id="5" creationId="{3A534894-14F5-D159-D217-AE8CBFC9C66B}"/>
          </ac:spMkLst>
        </pc:spChg>
        <pc:spChg chg="add mod">
          <ac:chgData name="Brandt Redd" userId="be8ed540b98adac0" providerId="LiveId" clId="{86749B04-49E8-47E7-A154-8533A92AEB82}" dt="2024-11-18T03:42:56.160" v="570" actId="20577"/>
          <ac:spMkLst>
            <pc:docMk/>
            <pc:sldMk cId="3480454358" sldId="259"/>
            <ac:spMk id="6" creationId="{7A8E372C-E384-AF8F-F7D8-6EB2C59729B3}"/>
          </ac:spMkLst>
        </pc:spChg>
        <pc:spChg chg="add mod ord">
          <ac:chgData name="Brandt Redd" userId="be8ed540b98adac0" providerId="LiveId" clId="{86749B04-49E8-47E7-A154-8533A92AEB82}" dt="2024-11-18T03:50:43.208" v="661" actId="166"/>
          <ac:spMkLst>
            <pc:docMk/>
            <pc:sldMk cId="3480454358" sldId="259"/>
            <ac:spMk id="10" creationId="{9A918530-2A13-721B-053A-DDE6FA41187B}"/>
          </ac:spMkLst>
        </pc:spChg>
        <pc:spChg chg="add mod">
          <ac:chgData name="Brandt Redd" userId="be8ed540b98adac0" providerId="LiveId" clId="{86749B04-49E8-47E7-A154-8533A92AEB82}" dt="2024-11-18T03:49:04.358" v="620" actId="1038"/>
          <ac:spMkLst>
            <pc:docMk/>
            <pc:sldMk cId="3480454358" sldId="259"/>
            <ac:spMk id="14" creationId="{EDCCAF9B-F024-6A26-9CFE-AF15C7ED37CA}"/>
          </ac:spMkLst>
        </pc:spChg>
        <pc:spChg chg="add mod">
          <ac:chgData name="Brandt Redd" userId="be8ed540b98adac0" providerId="LiveId" clId="{86749B04-49E8-47E7-A154-8533A92AEB82}" dt="2024-11-18T03:49:04.358" v="620" actId="1038"/>
          <ac:spMkLst>
            <pc:docMk/>
            <pc:sldMk cId="3480454358" sldId="259"/>
            <ac:spMk id="15" creationId="{3B33F0E0-4872-7B64-D8A7-617EF0987218}"/>
          </ac:spMkLst>
        </pc:spChg>
        <pc:spChg chg="add mod">
          <ac:chgData name="Brandt Redd" userId="be8ed540b98adac0" providerId="LiveId" clId="{86749B04-49E8-47E7-A154-8533A92AEB82}" dt="2024-11-18T03:49:04.358" v="620" actId="1038"/>
          <ac:spMkLst>
            <pc:docMk/>
            <pc:sldMk cId="3480454358" sldId="259"/>
            <ac:spMk id="16" creationId="{380A9BBC-D9D0-12F4-F1BD-B9AD6B5BC237}"/>
          </ac:spMkLst>
        </pc:spChg>
        <pc:spChg chg="add mod">
          <ac:chgData name="Brandt Redd" userId="be8ed540b98adac0" providerId="LiveId" clId="{86749B04-49E8-47E7-A154-8533A92AEB82}" dt="2024-11-18T03:49:04.358" v="620" actId="1038"/>
          <ac:spMkLst>
            <pc:docMk/>
            <pc:sldMk cId="3480454358" sldId="259"/>
            <ac:spMk id="17" creationId="{F8BE66AA-0736-A0D5-1ED2-1E3E839DFFBB}"/>
          </ac:spMkLst>
        </pc:spChg>
        <pc:spChg chg="del">
          <ac:chgData name="Brandt Redd" userId="be8ed540b98adac0" providerId="LiveId" clId="{86749B04-49E8-47E7-A154-8533A92AEB82}" dt="2024-11-18T03:40:01.289" v="516" actId="478"/>
          <ac:spMkLst>
            <pc:docMk/>
            <pc:sldMk cId="3480454358" sldId="259"/>
            <ac:spMk id="51" creationId="{811D3D0B-C430-5857-6CDE-47AD3D604A14}"/>
          </ac:spMkLst>
        </pc:spChg>
        <pc:spChg chg="del">
          <ac:chgData name="Brandt Redd" userId="be8ed540b98adac0" providerId="LiveId" clId="{86749B04-49E8-47E7-A154-8533A92AEB82}" dt="2024-11-18T03:40:01.289" v="516" actId="478"/>
          <ac:spMkLst>
            <pc:docMk/>
            <pc:sldMk cId="3480454358" sldId="259"/>
            <ac:spMk id="53" creationId="{96F4431E-B002-80BD-00BC-B4922589F688}"/>
          </ac:spMkLst>
        </pc:spChg>
        <pc:spChg chg="del">
          <ac:chgData name="Brandt Redd" userId="be8ed540b98adac0" providerId="LiveId" clId="{86749B04-49E8-47E7-A154-8533A92AEB82}" dt="2024-11-18T03:40:01.289" v="516" actId="478"/>
          <ac:spMkLst>
            <pc:docMk/>
            <pc:sldMk cId="3480454358" sldId="259"/>
            <ac:spMk id="55" creationId="{448EFE28-5B3D-139B-2FE6-713849E075FC}"/>
          </ac:spMkLst>
        </pc:spChg>
        <pc:spChg chg="del">
          <ac:chgData name="Brandt Redd" userId="be8ed540b98adac0" providerId="LiveId" clId="{86749B04-49E8-47E7-A154-8533A92AEB82}" dt="2024-11-18T03:40:01.289" v="516" actId="478"/>
          <ac:spMkLst>
            <pc:docMk/>
            <pc:sldMk cId="3480454358" sldId="259"/>
            <ac:spMk id="56" creationId="{A4870AF7-7E45-2141-236A-CC15CE2BE60C}"/>
          </ac:spMkLst>
        </pc:spChg>
        <pc:spChg chg="del">
          <ac:chgData name="Brandt Redd" userId="be8ed540b98adac0" providerId="LiveId" clId="{86749B04-49E8-47E7-A154-8533A92AEB82}" dt="2024-11-18T03:40:01.289" v="516" actId="478"/>
          <ac:spMkLst>
            <pc:docMk/>
            <pc:sldMk cId="3480454358" sldId="259"/>
            <ac:spMk id="57" creationId="{655FC431-FBA2-708E-DB24-C8FA40FAEDBD}"/>
          </ac:spMkLst>
        </pc:spChg>
        <pc:spChg chg="del">
          <ac:chgData name="Brandt Redd" userId="be8ed540b98adac0" providerId="LiveId" clId="{86749B04-49E8-47E7-A154-8533A92AEB82}" dt="2024-11-18T03:40:01.289" v="516" actId="478"/>
          <ac:spMkLst>
            <pc:docMk/>
            <pc:sldMk cId="3480454358" sldId="259"/>
            <ac:spMk id="58" creationId="{B011F0B9-3340-262E-B0F1-4AAB9F104BEB}"/>
          </ac:spMkLst>
        </pc:spChg>
        <pc:spChg chg="del">
          <ac:chgData name="Brandt Redd" userId="be8ed540b98adac0" providerId="LiveId" clId="{86749B04-49E8-47E7-A154-8533A92AEB82}" dt="2024-11-18T03:40:01.289" v="516" actId="478"/>
          <ac:spMkLst>
            <pc:docMk/>
            <pc:sldMk cId="3480454358" sldId="259"/>
            <ac:spMk id="59" creationId="{0E0A6115-97A8-4D40-7112-A1760EC194FE}"/>
          </ac:spMkLst>
        </pc:spChg>
        <pc:spChg chg="mod">
          <ac:chgData name="Brandt Redd" userId="be8ed540b98adac0" providerId="LiveId" clId="{86749B04-49E8-47E7-A154-8533A92AEB82}" dt="2024-11-18T03:53:26.641" v="838" actId="14100"/>
          <ac:spMkLst>
            <pc:docMk/>
            <pc:sldMk cId="3480454358" sldId="259"/>
            <ac:spMk id="64" creationId="{3C391D78-5D2C-8066-03EF-65472D8C5A96}"/>
          </ac:spMkLst>
        </pc:spChg>
        <pc:spChg chg="mod">
          <ac:chgData name="Brandt Redd" userId="be8ed540b98adac0" providerId="LiveId" clId="{86749B04-49E8-47E7-A154-8533A92AEB82}" dt="2024-11-18T03:54:10.738" v="952" actId="1076"/>
          <ac:spMkLst>
            <pc:docMk/>
            <pc:sldMk cId="3480454358" sldId="259"/>
            <ac:spMk id="65" creationId="{FB594AB7-6D84-980B-6E3A-FDF904FFB083}"/>
          </ac:spMkLst>
        </pc:spChg>
        <pc:spChg chg="add mod">
          <ac:chgData name="Brandt Redd" userId="be8ed540b98adac0" providerId="LiveId" clId="{86749B04-49E8-47E7-A154-8533A92AEB82}" dt="2024-11-18T03:49:39.782" v="640" actId="1076"/>
          <ac:spMkLst>
            <pc:docMk/>
            <pc:sldMk cId="3480454358" sldId="259"/>
            <ac:spMk id="76" creationId="{95869E75-7944-224D-86A4-3B314BDACAFC}"/>
          </ac:spMkLst>
        </pc:spChg>
        <pc:spChg chg="add mod">
          <ac:chgData name="Brandt Redd" userId="be8ed540b98adac0" providerId="LiveId" clId="{86749B04-49E8-47E7-A154-8533A92AEB82}" dt="2024-11-18T03:49:59.673" v="647" actId="1037"/>
          <ac:spMkLst>
            <pc:docMk/>
            <pc:sldMk cId="3480454358" sldId="259"/>
            <ac:spMk id="77" creationId="{0FBAD36F-7A44-8649-EE1D-7176552D83B8}"/>
          </ac:spMkLst>
        </pc:spChg>
        <pc:spChg chg="add mod">
          <ac:chgData name="Brandt Redd" userId="be8ed540b98adac0" providerId="LiveId" clId="{86749B04-49E8-47E7-A154-8533A92AEB82}" dt="2024-11-18T03:50:22.670" v="660" actId="1076"/>
          <ac:spMkLst>
            <pc:docMk/>
            <pc:sldMk cId="3480454358" sldId="259"/>
            <ac:spMk id="78" creationId="{3B9C8060-060B-4994-9EDC-2632F84521E8}"/>
          </ac:spMkLst>
        </pc:spChg>
        <pc:cxnChg chg="add mod">
          <ac:chgData name="Brandt Redd" userId="be8ed540b98adac0" providerId="LiveId" clId="{86749B04-49E8-47E7-A154-8533A92AEB82}" dt="2024-11-18T03:43:30.219" v="573" actId="208"/>
          <ac:cxnSpMkLst>
            <pc:docMk/>
            <pc:sldMk cId="3480454358" sldId="259"/>
            <ac:cxnSpMk id="8" creationId="{C3C1AF38-52E8-6632-85E7-3AD700FE992F}"/>
          </ac:cxnSpMkLst>
        </pc:cxnChg>
        <pc:cxnChg chg="add mod">
          <ac:chgData name="Brandt Redd" userId="be8ed540b98adac0" providerId="LiveId" clId="{86749B04-49E8-47E7-A154-8533A92AEB82}" dt="2024-11-18T03:44:16.891" v="583" actId="1037"/>
          <ac:cxnSpMkLst>
            <pc:docMk/>
            <pc:sldMk cId="3480454358" sldId="259"/>
            <ac:cxnSpMk id="11" creationId="{EB026DF4-1782-B8CE-AE1D-98E6A84DB182}"/>
          </ac:cxnSpMkLst>
        </pc:cxnChg>
        <pc:cxnChg chg="add mod">
          <ac:chgData name="Brandt Redd" userId="be8ed540b98adac0" providerId="LiveId" clId="{86749B04-49E8-47E7-A154-8533A92AEB82}" dt="2024-11-18T03:49:09.400" v="621" actId="14100"/>
          <ac:cxnSpMkLst>
            <pc:docMk/>
            <pc:sldMk cId="3480454358" sldId="259"/>
            <ac:cxnSpMk id="18" creationId="{97366C60-0D0F-19EF-A9DE-393899F965B2}"/>
          </ac:cxnSpMkLst>
        </pc:cxnChg>
        <pc:cxnChg chg="add mod">
          <ac:chgData name="Brandt Redd" userId="be8ed540b98adac0" providerId="LiveId" clId="{86749B04-49E8-47E7-A154-8533A92AEB82}" dt="2024-11-18T03:49:13.390" v="622" actId="14100"/>
          <ac:cxnSpMkLst>
            <pc:docMk/>
            <pc:sldMk cId="3480454358" sldId="259"/>
            <ac:cxnSpMk id="21" creationId="{20EEE8C8-CE1D-A50E-722A-B7682B8145AD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24" creationId="{820FFC83-7A6F-7A70-66DE-4D019852D13A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27" creationId="{2A8F4705-CEBB-7406-7B03-5BB1AB5F230C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28" creationId="{ABD83480-18DF-E087-DDD0-ECD738FEA70D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29" creationId="{8473874F-57E0-9C3F-9981-5C3ECF3F6FCF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30" creationId="{0040E67D-4E7F-9817-AD11-795E77A9CF1B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31" creationId="{AFD83909-8262-4B15-5205-04D57EC3D28D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32" creationId="{754F2F8D-A158-B63B-D739-235D9F88160B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33" creationId="{52764E9E-46B3-A194-32B4-AFFB727F2164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34" creationId="{609061D9-1C5E-4F60-E34F-9695A4B63EB7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35" creationId="{7AD8C1B9-55D6-5654-4099-C2B142C2F71C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36" creationId="{672B3A5C-F7BA-F380-2B31-CAB2D8D0515B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37" creationId="{56EE3A30-EA3F-9BFE-D2EA-7400CB3ED3C2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38" creationId="{72BF7EAF-FA11-B9B4-20FB-D3EF889511B3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39" creationId="{12FF0BFE-8C83-D4F2-6FF7-7A197A33C618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40" creationId="{8156BB9A-9D8E-67F8-1898-DF1C8CFBCA90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41" creationId="{2B2BDC95-729E-E60B-629B-AD827472D3F8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42" creationId="{C36F70E9-8EB1-F3E2-6CAB-8CDF0ED05FBB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43" creationId="{BF73D0E3-E66A-A568-34A8-336F56902EF7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44" creationId="{49A73812-732B-2C2F-DAF4-C5EF6D88F82D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45" creationId="{88E359EB-C63B-45A6-9712-059B8C5D9E60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46" creationId="{4E3B53C4-CA94-DAAA-F3C1-FA5A127C0152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47" creationId="{05FC7730-C455-3485-6238-D795C357BD74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48" creationId="{F7CDA3BD-E2EC-E5E0-B2D0-25BCF5806B08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49" creationId="{17844D7A-26EB-CB8A-F716-01450EDB287C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50" creationId="{500A46F5-AD6E-1E59-DEC1-4F5D874C496D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52" creationId="{9A30C857-BF51-B8DE-FC56-EB133E77EE3A}"/>
          </ac:cxnSpMkLst>
        </pc:cxnChg>
        <pc:cxnChg chg="del">
          <ac:chgData name="Brandt Redd" userId="be8ed540b98adac0" providerId="LiveId" clId="{86749B04-49E8-47E7-A154-8533A92AEB82}" dt="2024-11-18T03:40:01.289" v="516" actId="478"/>
          <ac:cxnSpMkLst>
            <pc:docMk/>
            <pc:sldMk cId="3480454358" sldId="259"/>
            <ac:cxnSpMk id="54" creationId="{480CABCA-7506-AE69-3A93-0D8A7DF1C6E2}"/>
          </ac:cxnSpMkLst>
        </pc:cxnChg>
        <pc:cxnChg chg="add mod">
          <ac:chgData name="Brandt Redd" userId="be8ed540b98adac0" providerId="LiveId" clId="{86749B04-49E8-47E7-A154-8533A92AEB82}" dt="2024-11-18T03:49:16.763" v="623" actId="14100"/>
          <ac:cxnSpMkLst>
            <pc:docMk/>
            <pc:sldMk cId="3480454358" sldId="259"/>
            <ac:cxnSpMk id="62" creationId="{F031957A-E665-81D6-211A-B3895893029F}"/>
          </ac:cxnSpMkLst>
        </pc:cxnChg>
        <pc:cxnChg chg="add mod">
          <ac:chgData name="Brandt Redd" userId="be8ed540b98adac0" providerId="LiveId" clId="{86749B04-49E8-47E7-A154-8533A92AEB82}" dt="2024-11-18T03:49:20.634" v="624" actId="14100"/>
          <ac:cxnSpMkLst>
            <pc:docMk/>
            <pc:sldMk cId="3480454358" sldId="259"/>
            <ac:cxnSpMk id="63" creationId="{E32503CD-B83B-A691-4157-36BD97F74864}"/>
          </ac:cxnSpMkLst>
        </pc:cxnChg>
      </pc:sldChg>
      <pc:sldChg chg="addSp delSp modSp add mod">
        <pc:chgData name="Brandt Redd" userId="be8ed540b98adac0" providerId="LiveId" clId="{86749B04-49E8-47E7-A154-8533A92AEB82}" dt="2024-11-18T04:03:15.018" v="1567" actId="14100"/>
        <pc:sldMkLst>
          <pc:docMk/>
          <pc:sldMk cId="4122213797" sldId="260"/>
        </pc:sldMkLst>
        <pc:spChg chg="mod">
          <ac:chgData name="Brandt Redd" userId="be8ed540b98adac0" providerId="LiveId" clId="{86749B04-49E8-47E7-A154-8533A92AEB82}" dt="2024-11-18T03:54:37.454" v="978" actId="20577"/>
          <ac:spMkLst>
            <pc:docMk/>
            <pc:sldMk cId="4122213797" sldId="260"/>
            <ac:spMk id="2" creationId="{D80396A4-15B4-C0EF-3E30-77A78C2FB6AF}"/>
          </ac:spMkLst>
        </pc:spChg>
        <pc:spChg chg="add mod">
          <ac:chgData name="Brandt Redd" userId="be8ed540b98adac0" providerId="LiveId" clId="{86749B04-49E8-47E7-A154-8533A92AEB82}" dt="2024-11-18T04:03:15.018" v="1567" actId="14100"/>
          <ac:spMkLst>
            <pc:docMk/>
            <pc:sldMk cId="4122213797" sldId="260"/>
            <ac:spMk id="5" creationId="{22904AF3-ADA2-B768-D551-3D294DFF75D5}"/>
          </ac:spMkLst>
        </pc:spChg>
        <pc:spChg chg="mod">
          <ac:chgData name="Brandt Redd" userId="be8ed540b98adac0" providerId="LiveId" clId="{86749B04-49E8-47E7-A154-8533A92AEB82}" dt="2024-11-18T04:02:04.302" v="1562" actId="1076"/>
          <ac:spMkLst>
            <pc:docMk/>
            <pc:sldMk cId="4122213797" sldId="260"/>
            <ac:spMk id="64" creationId="{5A87FA44-81A5-4A02-4ADA-39AD3D34FFEC}"/>
          </ac:spMkLst>
        </pc:spChg>
        <pc:spChg chg="del">
          <ac:chgData name="Brandt Redd" userId="be8ed540b98adac0" providerId="LiveId" clId="{86749B04-49E8-47E7-A154-8533A92AEB82}" dt="2024-11-18T03:55:05.727" v="1044" actId="478"/>
          <ac:spMkLst>
            <pc:docMk/>
            <pc:sldMk cId="4122213797" sldId="260"/>
            <ac:spMk id="65" creationId="{503605B6-4AFA-02AF-658E-301822BB78D4}"/>
          </ac:spMkLst>
        </pc:spChg>
      </pc:sldChg>
      <pc:sldChg chg="addSp delSp modSp add mod">
        <pc:chgData name="Brandt Redd" userId="be8ed540b98adac0" providerId="LiveId" clId="{86749B04-49E8-47E7-A154-8533A92AEB82}" dt="2024-11-18T04:18:23.009" v="1796" actId="1076"/>
        <pc:sldMkLst>
          <pc:docMk/>
          <pc:sldMk cId="466815718" sldId="261"/>
        </pc:sldMkLst>
        <pc:spChg chg="mod">
          <ac:chgData name="Brandt Redd" userId="be8ed540b98adac0" providerId="LiveId" clId="{86749B04-49E8-47E7-A154-8533A92AEB82}" dt="2024-11-18T04:05:01.761" v="1598" actId="20577"/>
          <ac:spMkLst>
            <pc:docMk/>
            <pc:sldMk cId="466815718" sldId="261"/>
            <ac:spMk id="2" creationId="{0B894C4A-8F02-64BC-CA67-CD3AC87166E6}"/>
          </ac:spMkLst>
        </pc:spChg>
        <pc:spChg chg="del">
          <ac:chgData name="Brandt Redd" userId="be8ed540b98adac0" providerId="LiveId" clId="{86749B04-49E8-47E7-A154-8533A92AEB82}" dt="2024-11-18T04:05:31.547" v="1600" actId="478"/>
          <ac:spMkLst>
            <pc:docMk/>
            <pc:sldMk cId="466815718" sldId="261"/>
            <ac:spMk id="3" creationId="{5683B48C-82B1-FD72-CC33-A927B7F76A7E}"/>
          </ac:spMkLst>
        </pc:spChg>
        <pc:spChg chg="del">
          <ac:chgData name="Brandt Redd" userId="be8ed540b98adac0" providerId="LiveId" clId="{86749B04-49E8-47E7-A154-8533A92AEB82}" dt="2024-11-18T04:05:31.547" v="1600" actId="478"/>
          <ac:spMkLst>
            <pc:docMk/>
            <pc:sldMk cId="466815718" sldId="261"/>
            <ac:spMk id="4" creationId="{2B47A66D-7D46-8E8A-1CDF-06B4CF5EC11F}"/>
          </ac:spMkLst>
        </pc:spChg>
        <pc:spChg chg="del">
          <ac:chgData name="Brandt Redd" userId="be8ed540b98adac0" providerId="LiveId" clId="{86749B04-49E8-47E7-A154-8533A92AEB82}" dt="2024-11-18T04:05:34.551" v="1601" actId="478"/>
          <ac:spMkLst>
            <pc:docMk/>
            <pc:sldMk cId="466815718" sldId="261"/>
            <ac:spMk id="5" creationId="{4B5B2D69-BFF2-DAC4-8937-AAD22141674D}"/>
          </ac:spMkLst>
        </pc:spChg>
        <pc:spChg chg="del">
          <ac:chgData name="Brandt Redd" userId="be8ed540b98adac0" providerId="LiveId" clId="{86749B04-49E8-47E7-A154-8533A92AEB82}" dt="2024-11-18T04:05:31.547" v="1600" actId="478"/>
          <ac:spMkLst>
            <pc:docMk/>
            <pc:sldMk cId="466815718" sldId="261"/>
            <ac:spMk id="6" creationId="{BE02D577-451E-DF44-085C-81060284F62A}"/>
          </ac:spMkLst>
        </pc:spChg>
        <pc:spChg chg="add mod">
          <ac:chgData name="Brandt Redd" userId="be8ed540b98adac0" providerId="LiveId" clId="{86749B04-49E8-47E7-A154-8533A92AEB82}" dt="2024-11-18T04:07:58.528" v="1624" actId="13822"/>
          <ac:spMkLst>
            <pc:docMk/>
            <pc:sldMk cId="466815718" sldId="261"/>
            <ac:spMk id="7" creationId="{CA333C8E-52CF-37FA-2B2B-15EB9F1A81AF}"/>
          </ac:spMkLst>
        </pc:spChg>
        <pc:spChg chg="add mod">
          <ac:chgData name="Brandt Redd" userId="be8ed540b98adac0" providerId="LiveId" clId="{86749B04-49E8-47E7-A154-8533A92AEB82}" dt="2024-11-18T04:08:58.225" v="1639" actId="20577"/>
          <ac:spMkLst>
            <pc:docMk/>
            <pc:sldMk cId="466815718" sldId="261"/>
            <ac:spMk id="9" creationId="{91DEE058-5701-3C10-66A9-CC75725EA7C1}"/>
          </ac:spMkLst>
        </pc:spChg>
        <pc:spChg chg="del">
          <ac:chgData name="Brandt Redd" userId="be8ed540b98adac0" providerId="LiveId" clId="{86749B04-49E8-47E7-A154-8533A92AEB82}" dt="2024-11-18T04:05:31.547" v="1600" actId="478"/>
          <ac:spMkLst>
            <pc:docMk/>
            <pc:sldMk cId="466815718" sldId="261"/>
            <ac:spMk id="10" creationId="{202EF019-CEEC-EDDB-0BDD-420884FBC2D4}"/>
          </ac:spMkLst>
        </pc:spChg>
        <pc:spChg chg="add mod">
          <ac:chgData name="Brandt Redd" userId="be8ed540b98adac0" providerId="LiveId" clId="{86749B04-49E8-47E7-A154-8533A92AEB82}" dt="2024-11-18T04:08:34.686" v="1629" actId="571"/>
          <ac:spMkLst>
            <pc:docMk/>
            <pc:sldMk cId="466815718" sldId="261"/>
            <ac:spMk id="12" creationId="{32F52D07-AA85-78F5-671B-0A61F32C8139}"/>
          </ac:spMkLst>
        </pc:spChg>
        <pc:spChg chg="add mod">
          <ac:chgData name="Brandt Redd" userId="be8ed540b98adac0" providerId="LiveId" clId="{86749B04-49E8-47E7-A154-8533A92AEB82}" dt="2024-11-18T04:08:34.293" v="1628" actId="571"/>
          <ac:spMkLst>
            <pc:docMk/>
            <pc:sldMk cId="466815718" sldId="261"/>
            <ac:spMk id="13" creationId="{BA06C47C-C270-FF1B-DFB4-6BA3B7DB962A}"/>
          </ac:spMkLst>
        </pc:spChg>
        <pc:spChg chg="del">
          <ac:chgData name="Brandt Redd" userId="be8ed540b98adac0" providerId="LiveId" clId="{86749B04-49E8-47E7-A154-8533A92AEB82}" dt="2024-11-18T04:05:26.820" v="1599" actId="478"/>
          <ac:spMkLst>
            <pc:docMk/>
            <pc:sldMk cId="466815718" sldId="261"/>
            <ac:spMk id="14" creationId="{04AD235B-C307-98F5-4F26-D56E598B4F8C}"/>
          </ac:spMkLst>
        </pc:spChg>
        <pc:spChg chg="del">
          <ac:chgData name="Brandt Redd" userId="be8ed540b98adac0" providerId="LiveId" clId="{86749B04-49E8-47E7-A154-8533A92AEB82}" dt="2024-11-18T04:05:26.820" v="1599" actId="478"/>
          <ac:spMkLst>
            <pc:docMk/>
            <pc:sldMk cId="466815718" sldId="261"/>
            <ac:spMk id="15" creationId="{805D4C1E-D8BE-D9A3-9591-D044C4C33946}"/>
          </ac:spMkLst>
        </pc:spChg>
        <pc:spChg chg="del">
          <ac:chgData name="Brandt Redd" userId="be8ed540b98adac0" providerId="LiveId" clId="{86749B04-49E8-47E7-A154-8533A92AEB82}" dt="2024-11-18T04:05:26.820" v="1599" actId="478"/>
          <ac:spMkLst>
            <pc:docMk/>
            <pc:sldMk cId="466815718" sldId="261"/>
            <ac:spMk id="16" creationId="{85FE7DBC-F91F-0AF1-7E65-7B19C73EB204}"/>
          </ac:spMkLst>
        </pc:spChg>
        <pc:spChg chg="del">
          <ac:chgData name="Brandt Redd" userId="be8ed540b98adac0" providerId="LiveId" clId="{86749B04-49E8-47E7-A154-8533A92AEB82}" dt="2024-11-18T04:05:26.820" v="1599" actId="478"/>
          <ac:spMkLst>
            <pc:docMk/>
            <pc:sldMk cId="466815718" sldId="261"/>
            <ac:spMk id="17" creationId="{49C6505B-0EF3-2B34-52E1-A01E6EB85706}"/>
          </ac:spMkLst>
        </pc:spChg>
        <pc:spChg chg="add mod">
          <ac:chgData name="Brandt Redd" userId="be8ed540b98adac0" providerId="LiveId" clId="{86749B04-49E8-47E7-A154-8533A92AEB82}" dt="2024-11-18T04:09:44.736" v="1643" actId="571"/>
          <ac:spMkLst>
            <pc:docMk/>
            <pc:sldMk cId="466815718" sldId="261"/>
            <ac:spMk id="23" creationId="{041C1FCC-DBAE-A1B5-3257-A32A244F7327}"/>
          </ac:spMkLst>
        </pc:spChg>
        <pc:spChg chg="add del mod">
          <ac:chgData name="Brandt Redd" userId="be8ed540b98adac0" providerId="LiveId" clId="{86749B04-49E8-47E7-A154-8533A92AEB82}" dt="2024-11-18T04:10:00.266" v="1646" actId="478"/>
          <ac:spMkLst>
            <pc:docMk/>
            <pc:sldMk cId="466815718" sldId="261"/>
            <ac:spMk id="24" creationId="{243F01BF-B9E1-65C0-DA5A-6A976CB49D18}"/>
          </ac:spMkLst>
        </pc:spChg>
        <pc:spChg chg="add mod">
          <ac:chgData name="Brandt Redd" userId="be8ed540b98adac0" providerId="LiveId" clId="{86749B04-49E8-47E7-A154-8533A92AEB82}" dt="2024-11-18T04:09:55.215" v="1645" actId="571"/>
          <ac:spMkLst>
            <pc:docMk/>
            <pc:sldMk cId="466815718" sldId="261"/>
            <ac:spMk id="26" creationId="{5C9741CF-4C1C-0112-2698-1CDCC42C5DBC}"/>
          </ac:spMkLst>
        </pc:spChg>
        <pc:spChg chg="add mod">
          <ac:chgData name="Brandt Redd" userId="be8ed540b98adac0" providerId="LiveId" clId="{86749B04-49E8-47E7-A154-8533A92AEB82}" dt="2024-11-18T04:10:08.162" v="1647" actId="571"/>
          <ac:spMkLst>
            <pc:docMk/>
            <pc:sldMk cId="466815718" sldId="261"/>
            <ac:spMk id="27" creationId="{BFD28096-D254-A5F0-FDCD-84AF03F9ADCD}"/>
          </ac:spMkLst>
        </pc:spChg>
        <pc:spChg chg="add mod">
          <ac:chgData name="Brandt Redd" userId="be8ed540b98adac0" providerId="LiveId" clId="{86749B04-49E8-47E7-A154-8533A92AEB82}" dt="2024-11-18T04:10:15.877" v="1648" actId="571"/>
          <ac:spMkLst>
            <pc:docMk/>
            <pc:sldMk cId="466815718" sldId="261"/>
            <ac:spMk id="28" creationId="{2906B311-7617-EBEC-8E4B-9EEA269BA0B2}"/>
          </ac:spMkLst>
        </pc:spChg>
        <pc:spChg chg="add mod">
          <ac:chgData name="Brandt Redd" userId="be8ed540b98adac0" providerId="LiveId" clId="{86749B04-49E8-47E7-A154-8533A92AEB82}" dt="2024-11-18T04:14:06.126" v="1696" actId="13822"/>
          <ac:spMkLst>
            <pc:docMk/>
            <pc:sldMk cId="466815718" sldId="261"/>
            <ac:spMk id="45" creationId="{68B1E2E4-ED94-8768-9343-4EA6B5B93D42}"/>
          </ac:spMkLst>
        </pc:spChg>
        <pc:spChg chg="add mod">
          <ac:chgData name="Brandt Redd" userId="be8ed540b98adac0" providerId="LiveId" clId="{86749B04-49E8-47E7-A154-8533A92AEB82}" dt="2024-11-18T04:14:22.590" v="1700" actId="20577"/>
          <ac:spMkLst>
            <pc:docMk/>
            <pc:sldMk cId="466815718" sldId="261"/>
            <ac:spMk id="49" creationId="{6631BA6D-6DF2-57FC-1E9E-44FAF4405EF4}"/>
          </ac:spMkLst>
        </pc:spChg>
        <pc:spChg chg="add del mod">
          <ac:chgData name="Brandt Redd" userId="be8ed540b98adac0" providerId="LiveId" clId="{86749B04-49E8-47E7-A154-8533A92AEB82}" dt="2024-11-18T04:14:58.561" v="1706" actId="478"/>
          <ac:spMkLst>
            <pc:docMk/>
            <pc:sldMk cId="466815718" sldId="261"/>
            <ac:spMk id="54" creationId="{0D88D005-2622-4B1A-5E6C-923A5518BC84}"/>
          </ac:spMkLst>
        </pc:spChg>
        <pc:spChg chg="add mod">
          <ac:chgData name="Brandt Redd" userId="be8ed540b98adac0" providerId="LiveId" clId="{86749B04-49E8-47E7-A154-8533A92AEB82}" dt="2024-11-18T04:15:16.505" v="1727" actId="20577"/>
          <ac:spMkLst>
            <pc:docMk/>
            <pc:sldMk cId="466815718" sldId="261"/>
            <ac:spMk id="55" creationId="{A2E65F7B-99D0-D106-8292-5286B671E3E9}"/>
          </ac:spMkLst>
        </pc:spChg>
        <pc:spChg chg="add del mod">
          <ac:chgData name="Brandt Redd" userId="be8ed540b98adac0" providerId="LiveId" clId="{86749B04-49E8-47E7-A154-8533A92AEB82}" dt="2024-11-18T04:15:23.470" v="1729" actId="478"/>
          <ac:spMkLst>
            <pc:docMk/>
            <pc:sldMk cId="466815718" sldId="261"/>
            <ac:spMk id="60" creationId="{17C746DF-7154-0B56-68F1-EE4B80855F94}"/>
          </ac:spMkLst>
        </pc:spChg>
        <pc:spChg chg="del">
          <ac:chgData name="Brandt Redd" userId="be8ed540b98adac0" providerId="LiveId" clId="{86749B04-49E8-47E7-A154-8533A92AEB82}" dt="2024-11-18T04:05:26.820" v="1599" actId="478"/>
          <ac:spMkLst>
            <pc:docMk/>
            <pc:sldMk cId="466815718" sldId="261"/>
            <ac:spMk id="64" creationId="{4430ACE0-49C8-8D7C-B6B9-F6CEA75F6644}"/>
          </ac:spMkLst>
        </pc:spChg>
        <pc:spChg chg="add mod">
          <ac:chgData name="Brandt Redd" userId="be8ed540b98adac0" providerId="LiveId" clId="{86749B04-49E8-47E7-A154-8533A92AEB82}" dt="2024-11-18T04:17:22.397" v="1764" actId="20577"/>
          <ac:spMkLst>
            <pc:docMk/>
            <pc:sldMk cId="466815718" sldId="261"/>
            <ac:spMk id="65" creationId="{4C177CEF-3145-3742-74B8-1B5D0BAFC3B3}"/>
          </ac:spMkLst>
        </pc:spChg>
        <pc:spChg chg="add mod">
          <ac:chgData name="Brandt Redd" userId="be8ed540b98adac0" providerId="LiveId" clId="{86749B04-49E8-47E7-A154-8533A92AEB82}" dt="2024-11-18T04:16:57.792" v="1749" actId="20577"/>
          <ac:spMkLst>
            <pc:docMk/>
            <pc:sldMk cId="466815718" sldId="261"/>
            <ac:spMk id="67" creationId="{2C02EF82-874D-539D-0D50-8193E5F83E4B}"/>
          </ac:spMkLst>
        </pc:spChg>
        <pc:spChg chg="add del mod">
          <ac:chgData name="Brandt Redd" userId="be8ed540b98adac0" providerId="LiveId" clId="{86749B04-49E8-47E7-A154-8533A92AEB82}" dt="2024-11-18T04:16:42.186" v="1743" actId="478"/>
          <ac:spMkLst>
            <pc:docMk/>
            <pc:sldMk cId="466815718" sldId="261"/>
            <ac:spMk id="68" creationId="{D9AD2451-0A41-5D66-C885-D211AFBB870F}"/>
          </ac:spMkLst>
        </pc:spChg>
        <pc:spChg chg="add mod">
          <ac:chgData name="Brandt Redd" userId="be8ed540b98adac0" providerId="LiveId" clId="{86749B04-49E8-47E7-A154-8533A92AEB82}" dt="2024-11-18T04:17:26.151" v="1768" actId="20577"/>
          <ac:spMkLst>
            <pc:docMk/>
            <pc:sldMk cId="466815718" sldId="261"/>
            <ac:spMk id="69" creationId="{B9DB809F-F63E-3F42-42AA-37BFB9460D8B}"/>
          </ac:spMkLst>
        </pc:spChg>
        <pc:spChg chg="del">
          <ac:chgData name="Brandt Redd" userId="be8ed540b98adac0" providerId="LiveId" clId="{86749B04-49E8-47E7-A154-8533A92AEB82}" dt="2024-11-18T04:05:31.547" v="1600" actId="478"/>
          <ac:spMkLst>
            <pc:docMk/>
            <pc:sldMk cId="466815718" sldId="261"/>
            <ac:spMk id="76" creationId="{6D605377-7779-B7D9-E823-482471459EDD}"/>
          </ac:spMkLst>
        </pc:spChg>
        <pc:spChg chg="del">
          <ac:chgData name="Brandt Redd" userId="be8ed540b98adac0" providerId="LiveId" clId="{86749B04-49E8-47E7-A154-8533A92AEB82}" dt="2024-11-18T04:05:26.820" v="1599" actId="478"/>
          <ac:spMkLst>
            <pc:docMk/>
            <pc:sldMk cId="466815718" sldId="261"/>
            <ac:spMk id="77" creationId="{602F0CF2-C12D-A5F6-5965-938E5623025E}"/>
          </ac:spMkLst>
        </pc:spChg>
        <pc:spChg chg="del">
          <ac:chgData name="Brandt Redd" userId="be8ed540b98adac0" providerId="LiveId" clId="{86749B04-49E8-47E7-A154-8533A92AEB82}" dt="2024-11-18T04:05:26.820" v="1599" actId="478"/>
          <ac:spMkLst>
            <pc:docMk/>
            <pc:sldMk cId="466815718" sldId="261"/>
            <ac:spMk id="78" creationId="{CCDEA2C1-7402-8626-426C-06C4B2CA3C3D}"/>
          </ac:spMkLst>
        </pc:spChg>
        <pc:spChg chg="add mod">
          <ac:chgData name="Brandt Redd" userId="be8ed540b98adac0" providerId="LiveId" clId="{86749B04-49E8-47E7-A154-8533A92AEB82}" dt="2024-11-18T04:18:23.009" v="1796" actId="1076"/>
          <ac:spMkLst>
            <pc:docMk/>
            <pc:sldMk cId="466815718" sldId="261"/>
            <ac:spMk id="79" creationId="{C151353D-BDDE-CBD0-D0DD-8C835E54A825}"/>
          </ac:spMkLst>
        </pc:spChg>
        <pc:cxnChg chg="del mod">
          <ac:chgData name="Brandt Redd" userId="be8ed540b98adac0" providerId="LiveId" clId="{86749B04-49E8-47E7-A154-8533A92AEB82}" dt="2024-11-18T04:05:31.547" v="1600" actId="478"/>
          <ac:cxnSpMkLst>
            <pc:docMk/>
            <pc:sldMk cId="466815718" sldId="261"/>
            <ac:cxnSpMk id="8" creationId="{D7A2CA3D-A0BC-0F1B-B6E6-805B3032E3A8}"/>
          </ac:cxnSpMkLst>
        </pc:cxnChg>
        <pc:cxnChg chg="del mod">
          <ac:chgData name="Brandt Redd" userId="be8ed540b98adac0" providerId="LiveId" clId="{86749B04-49E8-47E7-A154-8533A92AEB82}" dt="2024-11-18T04:05:31.547" v="1600" actId="478"/>
          <ac:cxnSpMkLst>
            <pc:docMk/>
            <pc:sldMk cId="466815718" sldId="261"/>
            <ac:cxnSpMk id="11" creationId="{ED72EFBC-A07A-464E-62E0-50EDE3D25796}"/>
          </ac:cxnSpMkLst>
        </pc:cxnChg>
        <pc:cxnChg chg="del mod">
          <ac:chgData name="Brandt Redd" userId="be8ed540b98adac0" providerId="LiveId" clId="{86749B04-49E8-47E7-A154-8533A92AEB82}" dt="2024-11-18T04:05:26.820" v="1599" actId="478"/>
          <ac:cxnSpMkLst>
            <pc:docMk/>
            <pc:sldMk cId="466815718" sldId="261"/>
            <ac:cxnSpMk id="18" creationId="{711C08D0-E45A-1313-3289-51CC3D3AB9EC}"/>
          </ac:cxnSpMkLst>
        </pc:cxnChg>
        <pc:cxnChg chg="add mod">
          <ac:chgData name="Brandt Redd" userId="be8ed540b98adac0" providerId="LiveId" clId="{86749B04-49E8-47E7-A154-8533A92AEB82}" dt="2024-11-18T04:09:33.953" v="1642" actId="692"/>
          <ac:cxnSpMkLst>
            <pc:docMk/>
            <pc:sldMk cId="466815718" sldId="261"/>
            <ac:cxnSpMk id="20" creationId="{7EDAB2C8-6ED5-E06B-C64F-54164795420B}"/>
          </ac:cxnSpMkLst>
        </pc:cxnChg>
        <pc:cxnChg chg="del mod">
          <ac:chgData name="Brandt Redd" userId="be8ed540b98adac0" providerId="LiveId" clId="{86749B04-49E8-47E7-A154-8533A92AEB82}" dt="2024-11-18T04:05:26.820" v="1599" actId="478"/>
          <ac:cxnSpMkLst>
            <pc:docMk/>
            <pc:sldMk cId="466815718" sldId="261"/>
            <ac:cxnSpMk id="21" creationId="{D7A63D88-B277-F712-654C-951F8CE612DE}"/>
          </ac:cxnSpMkLst>
        </pc:cxnChg>
        <pc:cxnChg chg="add del mod">
          <ac:chgData name="Brandt Redd" userId="be8ed540b98adac0" providerId="LiveId" clId="{86749B04-49E8-47E7-A154-8533A92AEB82}" dt="2024-11-18T04:10:45.823" v="1651" actId="478"/>
          <ac:cxnSpMkLst>
            <pc:docMk/>
            <pc:sldMk cId="466815718" sldId="261"/>
            <ac:cxnSpMk id="30" creationId="{4938F289-DE71-F40D-B1CA-DF4930DB9E25}"/>
          </ac:cxnSpMkLst>
        </pc:cxnChg>
        <pc:cxnChg chg="add mod">
          <ac:chgData name="Brandt Redd" userId="be8ed540b98adac0" providerId="LiveId" clId="{86749B04-49E8-47E7-A154-8533A92AEB82}" dt="2024-11-18T04:11:08.500" v="1654" actId="13822"/>
          <ac:cxnSpMkLst>
            <pc:docMk/>
            <pc:sldMk cId="466815718" sldId="261"/>
            <ac:cxnSpMk id="33" creationId="{D25DF950-2010-290F-2FE1-230FFCF39513}"/>
          </ac:cxnSpMkLst>
        </pc:cxnChg>
        <pc:cxnChg chg="add mod">
          <ac:chgData name="Brandt Redd" userId="be8ed540b98adac0" providerId="LiveId" clId="{86749B04-49E8-47E7-A154-8533A92AEB82}" dt="2024-11-18T04:11:22.969" v="1657" actId="14100"/>
          <ac:cxnSpMkLst>
            <pc:docMk/>
            <pc:sldMk cId="466815718" sldId="261"/>
            <ac:cxnSpMk id="34" creationId="{5803AD66-EAEC-EAB2-2B00-878E1E3F006D}"/>
          </ac:cxnSpMkLst>
        </pc:cxnChg>
        <pc:cxnChg chg="add mod">
          <ac:chgData name="Brandt Redd" userId="be8ed540b98adac0" providerId="LiveId" clId="{86749B04-49E8-47E7-A154-8533A92AEB82}" dt="2024-11-18T04:11:41.379" v="1660" actId="14100"/>
          <ac:cxnSpMkLst>
            <pc:docMk/>
            <pc:sldMk cId="466815718" sldId="261"/>
            <ac:cxnSpMk id="37" creationId="{97063CD7-ACD5-F2C1-A53B-8E81BDB45CB8}"/>
          </ac:cxnSpMkLst>
        </pc:cxnChg>
        <pc:cxnChg chg="add mod">
          <ac:chgData name="Brandt Redd" userId="be8ed540b98adac0" providerId="LiveId" clId="{86749B04-49E8-47E7-A154-8533A92AEB82}" dt="2024-11-18T04:11:57.615" v="1665" actId="14100"/>
          <ac:cxnSpMkLst>
            <pc:docMk/>
            <pc:sldMk cId="466815718" sldId="261"/>
            <ac:cxnSpMk id="40" creationId="{A03CCBE9-6317-D6B9-0DE0-97D65693CD26}"/>
          </ac:cxnSpMkLst>
        </pc:cxnChg>
        <pc:cxnChg chg="add mod">
          <ac:chgData name="Brandt Redd" userId="be8ed540b98adac0" providerId="LiveId" clId="{86749B04-49E8-47E7-A154-8533A92AEB82}" dt="2024-11-18T04:13:27.228" v="1684" actId="692"/>
          <ac:cxnSpMkLst>
            <pc:docMk/>
            <pc:sldMk cId="466815718" sldId="261"/>
            <ac:cxnSpMk id="47" creationId="{1CE28E06-BABE-8315-AF4F-6239D57621DA}"/>
          </ac:cxnSpMkLst>
        </pc:cxnChg>
        <pc:cxnChg chg="add mod">
          <ac:chgData name="Brandt Redd" userId="be8ed540b98adac0" providerId="LiveId" clId="{86749B04-49E8-47E7-A154-8533A92AEB82}" dt="2024-11-18T04:14:32.246" v="1703" actId="14100"/>
          <ac:cxnSpMkLst>
            <pc:docMk/>
            <pc:sldMk cId="466815718" sldId="261"/>
            <ac:cxnSpMk id="50" creationId="{91BC18EA-2C66-A609-709C-AC4C53EE489D}"/>
          </ac:cxnSpMkLst>
        </pc:cxnChg>
        <pc:cxnChg chg="add mod">
          <ac:chgData name="Brandt Redd" userId="be8ed540b98adac0" providerId="LiveId" clId="{86749B04-49E8-47E7-A154-8533A92AEB82}" dt="2024-11-18T04:15:07.195" v="1709" actId="14100"/>
          <ac:cxnSpMkLst>
            <pc:docMk/>
            <pc:sldMk cId="466815718" sldId="261"/>
            <ac:cxnSpMk id="56" creationId="{2E3946DB-CB30-730D-7EB0-9108432F4697}"/>
          </ac:cxnSpMkLst>
        </pc:cxnChg>
        <pc:cxnChg chg="del mod">
          <ac:chgData name="Brandt Redd" userId="be8ed540b98adac0" providerId="LiveId" clId="{86749B04-49E8-47E7-A154-8533A92AEB82}" dt="2024-11-18T04:05:31.547" v="1600" actId="478"/>
          <ac:cxnSpMkLst>
            <pc:docMk/>
            <pc:sldMk cId="466815718" sldId="261"/>
            <ac:cxnSpMk id="62" creationId="{C3DA0A3C-23CD-8F86-0917-261A4F21D058}"/>
          </ac:cxnSpMkLst>
        </pc:cxnChg>
        <pc:cxnChg chg="del mod">
          <ac:chgData name="Brandt Redd" userId="be8ed540b98adac0" providerId="LiveId" clId="{86749B04-49E8-47E7-A154-8533A92AEB82}" dt="2024-11-18T04:05:31.547" v="1600" actId="478"/>
          <ac:cxnSpMkLst>
            <pc:docMk/>
            <pc:sldMk cId="466815718" sldId="261"/>
            <ac:cxnSpMk id="63" creationId="{040A1B68-8C60-F848-B98D-4E181D3552DD}"/>
          </ac:cxnSpMkLst>
        </pc:cxnChg>
        <pc:cxnChg chg="add mod">
          <ac:chgData name="Brandt Redd" userId="be8ed540b98adac0" providerId="LiveId" clId="{86749B04-49E8-47E7-A154-8533A92AEB82}" dt="2024-11-18T04:17:43.547" v="1772" actId="14100"/>
          <ac:cxnSpMkLst>
            <pc:docMk/>
            <pc:sldMk cId="466815718" sldId="261"/>
            <ac:cxnSpMk id="70" creationId="{96027689-94EC-2CAA-ED38-67EF69F7CB63}"/>
          </ac:cxnSpMkLst>
        </pc:cxnChg>
        <pc:cxnChg chg="add mod">
          <ac:chgData name="Brandt Redd" userId="be8ed540b98adac0" providerId="LiveId" clId="{86749B04-49E8-47E7-A154-8533A92AEB82}" dt="2024-11-18T04:17:56.951" v="1776" actId="14100"/>
          <ac:cxnSpMkLst>
            <pc:docMk/>
            <pc:sldMk cId="466815718" sldId="261"/>
            <ac:cxnSpMk id="73" creationId="{2FA7B90E-D4F7-03BF-C407-BB744CB8F7F8}"/>
          </ac:cxnSpMkLst>
        </pc:cxnChg>
      </pc:sldChg>
      <pc:sldChg chg="new del">
        <pc:chgData name="Brandt Redd" userId="be8ed540b98adac0" providerId="LiveId" clId="{86749B04-49E8-47E7-A154-8533A92AEB82}" dt="2024-11-18T04:04:41.857" v="1569" actId="680"/>
        <pc:sldMkLst>
          <pc:docMk/>
          <pc:sldMk cId="3598381310" sldId="261"/>
        </pc:sldMkLst>
      </pc:sldChg>
      <pc:sldChg chg="addSp delSp modSp add mod">
        <pc:chgData name="Brandt Redd" userId="be8ed540b98adac0" providerId="LiveId" clId="{86749B04-49E8-47E7-A154-8533A92AEB82}" dt="2024-11-18T04:35:51.172" v="2377" actId="14100"/>
        <pc:sldMkLst>
          <pc:docMk/>
          <pc:sldMk cId="1530163074" sldId="262"/>
        </pc:sldMkLst>
        <pc:spChg chg="mod">
          <ac:chgData name="Brandt Redd" userId="be8ed540b98adac0" providerId="LiveId" clId="{86749B04-49E8-47E7-A154-8533A92AEB82}" dt="2024-11-18T04:19:30.874" v="1818" actId="20577"/>
          <ac:spMkLst>
            <pc:docMk/>
            <pc:sldMk cId="1530163074" sldId="262"/>
            <ac:spMk id="2" creationId="{E32CEAC6-EB97-FC90-C15C-61CEEE8B4FD6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7" creationId="{23035BFB-BE49-AE42-B5FF-2B3F026B1AFA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9" creationId="{66F0808C-8966-5CEF-FD8E-FBE9B519B197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23" creationId="{AFD645E0-DC15-3CBA-6B9D-9E44B39C8A62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26" creationId="{B7051435-26C3-F4C4-2E1B-BBFEA9DBEDD5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27" creationId="{9CB37FF7-6058-B855-CBB5-5442F4EA1D6C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28" creationId="{ED42A1BB-AA1C-EDF8-2A05-2FC502F0BECD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45" creationId="{535620A3-A34B-6C1E-250E-E7A21FAA6A18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49" creationId="{6C446CF5-79FC-0CEC-8FB3-E5B93689CF08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55" creationId="{E825AC0C-4203-3921-5EEA-D431937EFD91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65" creationId="{DEF732A0-3401-FBBE-FD91-2342004F794B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67" creationId="{6F92EB33-B91A-4B36-1D75-9E45F56B858A}"/>
          </ac:spMkLst>
        </pc:spChg>
        <pc:spChg chg="del">
          <ac:chgData name="Brandt Redd" userId="be8ed540b98adac0" providerId="LiveId" clId="{86749B04-49E8-47E7-A154-8533A92AEB82}" dt="2024-11-18T04:19:41.144" v="1820" actId="478"/>
          <ac:spMkLst>
            <pc:docMk/>
            <pc:sldMk cId="1530163074" sldId="262"/>
            <ac:spMk id="69" creationId="{A34D6B71-E4BC-D7A0-40D0-0CF89A2617A9}"/>
          </ac:spMkLst>
        </pc:spChg>
        <pc:spChg chg="del">
          <ac:chgData name="Brandt Redd" userId="be8ed540b98adac0" providerId="LiveId" clId="{86749B04-49E8-47E7-A154-8533A92AEB82}" dt="2024-11-18T04:19:35.506" v="1819" actId="478"/>
          <ac:spMkLst>
            <pc:docMk/>
            <pc:sldMk cId="1530163074" sldId="262"/>
            <ac:spMk id="79" creationId="{031594E4-49C7-E578-BAF3-0D87E8D397B5}"/>
          </ac:spMkLst>
        </pc:spChg>
        <pc:spChg chg="add mod">
          <ac:chgData name="Brandt Redd" userId="be8ed540b98adac0" providerId="LiveId" clId="{86749B04-49E8-47E7-A154-8533A92AEB82}" dt="2024-11-18T04:24:54.860" v="1975" actId="403"/>
          <ac:spMkLst>
            <pc:docMk/>
            <pc:sldMk cId="1530163074" sldId="262"/>
            <ac:spMk id="99" creationId="{F9C677DC-C5C5-958A-FC8B-7652DD0D3570}"/>
          </ac:spMkLst>
        </pc:spChg>
        <pc:spChg chg="add del">
          <ac:chgData name="Brandt Redd" userId="be8ed540b98adac0" providerId="LiveId" clId="{86749B04-49E8-47E7-A154-8533A92AEB82}" dt="2024-11-18T04:22:14.735" v="1858" actId="478"/>
          <ac:spMkLst>
            <pc:docMk/>
            <pc:sldMk cId="1530163074" sldId="262"/>
            <ac:spMk id="101" creationId="{3ED64CC6-45B6-A0D1-93CC-95DB04DE75F1}"/>
          </ac:spMkLst>
        </pc:spChg>
        <pc:spChg chg="add mod">
          <ac:chgData name="Brandt Redd" userId="be8ed540b98adac0" providerId="LiveId" clId="{86749B04-49E8-47E7-A154-8533A92AEB82}" dt="2024-11-18T04:24:54.860" v="1975" actId="403"/>
          <ac:spMkLst>
            <pc:docMk/>
            <pc:sldMk cId="1530163074" sldId="262"/>
            <ac:spMk id="102" creationId="{8A7387EB-9C9B-CB38-C3DD-5082BCE54750}"/>
          </ac:spMkLst>
        </pc:spChg>
        <pc:spChg chg="add mod">
          <ac:chgData name="Brandt Redd" userId="be8ed540b98adac0" providerId="LiveId" clId="{86749B04-49E8-47E7-A154-8533A92AEB82}" dt="2024-11-18T04:24:54.860" v="1975" actId="403"/>
          <ac:spMkLst>
            <pc:docMk/>
            <pc:sldMk cId="1530163074" sldId="262"/>
            <ac:spMk id="103" creationId="{4935E5E1-B483-54F4-3329-899182FC7A82}"/>
          </ac:spMkLst>
        </pc:spChg>
        <pc:spChg chg="add mod">
          <ac:chgData name="Brandt Redd" userId="be8ed540b98adac0" providerId="LiveId" clId="{86749B04-49E8-47E7-A154-8533A92AEB82}" dt="2024-11-18T04:35:17.230" v="2369" actId="14100"/>
          <ac:spMkLst>
            <pc:docMk/>
            <pc:sldMk cId="1530163074" sldId="262"/>
            <ac:spMk id="104" creationId="{693CE1A9-B786-1F6B-B0E3-EF078C2E6410}"/>
          </ac:spMkLst>
        </pc:spChg>
        <pc:spChg chg="add mod">
          <ac:chgData name="Brandt Redd" userId="be8ed540b98adac0" providerId="LiveId" clId="{86749B04-49E8-47E7-A154-8533A92AEB82}" dt="2024-11-18T04:27:36.244" v="2077" actId="1036"/>
          <ac:spMkLst>
            <pc:docMk/>
            <pc:sldMk cId="1530163074" sldId="262"/>
            <ac:spMk id="109" creationId="{19860171-53FB-A7F4-D0CF-856F77649DE2}"/>
          </ac:spMkLst>
        </pc:spChg>
        <pc:spChg chg="add mod">
          <ac:chgData name="Brandt Redd" userId="be8ed540b98adac0" providerId="LiveId" clId="{86749B04-49E8-47E7-A154-8533A92AEB82}" dt="2024-11-18T04:35:51.172" v="2377" actId="14100"/>
          <ac:spMkLst>
            <pc:docMk/>
            <pc:sldMk cId="1530163074" sldId="262"/>
            <ac:spMk id="110" creationId="{828B1F40-BE85-73DF-59FF-3A9031C50B1B}"/>
          </ac:spMkLst>
        </pc:spChg>
        <pc:spChg chg="add del">
          <ac:chgData name="Brandt Redd" userId="be8ed540b98adac0" providerId="LiveId" clId="{86749B04-49E8-47E7-A154-8533A92AEB82}" dt="2024-11-18T04:29:27.118" v="2086" actId="11529"/>
          <ac:spMkLst>
            <pc:docMk/>
            <pc:sldMk cId="1530163074" sldId="262"/>
            <ac:spMk id="111" creationId="{361B4648-B75C-2769-E3F2-245DB42988AE}"/>
          </ac:spMkLst>
        </pc:spChg>
        <pc:spChg chg="add del">
          <ac:chgData name="Brandt Redd" userId="be8ed540b98adac0" providerId="LiveId" clId="{86749B04-49E8-47E7-A154-8533A92AEB82}" dt="2024-11-18T04:31:21.387" v="2091" actId="478"/>
          <ac:spMkLst>
            <pc:docMk/>
            <pc:sldMk cId="1530163074" sldId="262"/>
            <ac:spMk id="112" creationId="{0E02FC70-B6E6-BF65-20AB-FA5C0F03B45B}"/>
          </ac:spMkLst>
        </pc:spChg>
        <pc:spChg chg="add del">
          <ac:chgData name="Brandt Redd" userId="be8ed540b98adac0" providerId="LiveId" clId="{86749B04-49E8-47E7-A154-8533A92AEB82}" dt="2024-11-18T04:31:18.356" v="2090" actId="478"/>
          <ac:spMkLst>
            <pc:docMk/>
            <pc:sldMk cId="1530163074" sldId="262"/>
            <ac:spMk id="113" creationId="{EB3881BA-2140-B0FF-694B-544961A51F3E}"/>
          </ac:spMkLst>
        </pc:spChg>
        <pc:spChg chg="add mod">
          <ac:chgData name="Brandt Redd" userId="be8ed540b98adac0" providerId="LiveId" clId="{86749B04-49E8-47E7-A154-8533A92AEB82}" dt="2024-11-18T04:33:43.207" v="2099" actId="1076"/>
          <ac:spMkLst>
            <pc:docMk/>
            <pc:sldMk cId="1530163074" sldId="262"/>
            <ac:spMk id="114" creationId="{C5D23EA0-48F4-6728-5E75-A4FF2E60522E}"/>
          </ac:spMkLst>
        </pc:spChg>
        <pc:spChg chg="add mod">
          <ac:chgData name="Brandt Redd" userId="be8ed540b98adac0" providerId="LiveId" clId="{86749B04-49E8-47E7-A154-8533A92AEB82}" dt="2024-11-18T04:33:43.207" v="2099" actId="1076"/>
          <ac:spMkLst>
            <pc:docMk/>
            <pc:sldMk cId="1530163074" sldId="262"/>
            <ac:spMk id="115" creationId="{27F8DF27-3096-DCF8-695E-4186ECE771AE}"/>
          </ac:spMkLst>
        </pc:spChg>
        <pc:spChg chg="add mod">
          <ac:chgData name="Brandt Redd" userId="be8ed540b98adac0" providerId="LiveId" clId="{86749B04-49E8-47E7-A154-8533A92AEB82}" dt="2024-11-18T04:33:43.207" v="2099" actId="1076"/>
          <ac:spMkLst>
            <pc:docMk/>
            <pc:sldMk cId="1530163074" sldId="262"/>
            <ac:spMk id="116" creationId="{1B896F9F-DD3D-1800-C62B-75120253417B}"/>
          </ac:spMkLst>
        </pc:spChg>
        <pc:spChg chg="add mod">
          <ac:chgData name="Brandt Redd" userId="be8ed540b98adac0" providerId="LiveId" clId="{86749B04-49E8-47E7-A154-8533A92AEB82}" dt="2024-11-18T04:33:43.207" v="2099" actId="1076"/>
          <ac:spMkLst>
            <pc:docMk/>
            <pc:sldMk cId="1530163074" sldId="262"/>
            <ac:spMk id="117" creationId="{433DDA20-4F35-AC62-1A47-F9C46AB6411B}"/>
          </ac:spMkLst>
        </pc:spChg>
        <pc:spChg chg="add mod">
          <ac:chgData name="Brandt Redd" userId="be8ed540b98adac0" providerId="LiveId" clId="{86749B04-49E8-47E7-A154-8533A92AEB82}" dt="2024-11-18T04:33:43.207" v="2099" actId="1076"/>
          <ac:spMkLst>
            <pc:docMk/>
            <pc:sldMk cId="1530163074" sldId="262"/>
            <ac:spMk id="118" creationId="{E4FE3A69-DE1C-AF93-E3E0-E1A7EA70F9A4}"/>
          </ac:spMkLst>
        </pc:spChg>
        <pc:spChg chg="add mod">
          <ac:chgData name="Brandt Redd" userId="be8ed540b98adac0" providerId="LiveId" clId="{86749B04-49E8-47E7-A154-8533A92AEB82}" dt="2024-11-18T04:33:43.207" v="2099" actId="1076"/>
          <ac:spMkLst>
            <pc:docMk/>
            <pc:sldMk cId="1530163074" sldId="262"/>
            <ac:spMk id="119" creationId="{F488378B-94C7-C120-8D83-1814372D80E6}"/>
          </ac:spMkLst>
        </pc:spChg>
        <pc:spChg chg="add mod">
          <ac:chgData name="Brandt Redd" userId="be8ed540b98adac0" providerId="LiveId" clId="{86749B04-49E8-47E7-A154-8533A92AEB82}" dt="2024-11-18T04:33:43.207" v="2099" actId="1076"/>
          <ac:spMkLst>
            <pc:docMk/>
            <pc:sldMk cId="1530163074" sldId="262"/>
            <ac:spMk id="120" creationId="{5EE5A70B-E5A8-9C1B-E0C7-E70215912B18}"/>
          </ac:spMkLst>
        </pc:spChg>
        <pc:spChg chg="add mod">
          <ac:chgData name="Brandt Redd" userId="be8ed540b98adac0" providerId="LiveId" clId="{86749B04-49E8-47E7-A154-8533A92AEB82}" dt="2024-11-18T04:33:43.207" v="2099" actId="1076"/>
          <ac:spMkLst>
            <pc:docMk/>
            <pc:sldMk cId="1530163074" sldId="262"/>
            <ac:spMk id="121" creationId="{CE279222-09B3-8AE7-80E1-3AF100D0F21A}"/>
          </ac:spMkLst>
        </pc:spChg>
        <pc:spChg chg="add mod">
          <ac:chgData name="Brandt Redd" userId="be8ed540b98adac0" providerId="LiveId" clId="{86749B04-49E8-47E7-A154-8533A92AEB82}" dt="2024-11-18T04:35:36.982" v="2376" actId="1035"/>
          <ac:spMkLst>
            <pc:docMk/>
            <pc:sldMk cId="1530163074" sldId="262"/>
            <ac:spMk id="122" creationId="{64CA5B27-D5D2-D4D1-8BAA-BAC06C5416DE}"/>
          </ac:spMkLst>
        </pc:spChg>
        <pc:grpChg chg="add mod">
          <ac:chgData name="Brandt Redd" userId="be8ed540b98adac0" providerId="LiveId" clId="{86749B04-49E8-47E7-A154-8533A92AEB82}" dt="2024-11-18T04:28:17.211" v="2084" actId="14100"/>
          <ac:grpSpMkLst>
            <pc:docMk/>
            <pc:sldMk cId="1530163074" sldId="262"/>
            <ac:grpSpMk id="105" creationId="{89DA1E1C-2528-5106-E2AE-D3A00AE5E234}"/>
          </ac:grpSpMkLst>
        </pc:grpChg>
        <pc:cxnChg chg="add mod">
          <ac:chgData name="Brandt Redd" userId="be8ed540b98adac0" providerId="LiveId" clId="{86749B04-49E8-47E7-A154-8533A92AEB82}" dt="2024-11-18T04:24:44.477" v="1971" actId="164"/>
          <ac:cxnSpMkLst>
            <pc:docMk/>
            <pc:sldMk cId="1530163074" sldId="262"/>
            <ac:cxnSpMk id="3" creationId="{6ED84E28-A3C1-9C4F-D9B8-BDA736BA79D4}"/>
          </ac:cxnSpMkLst>
        </pc:cxnChg>
        <pc:cxnChg chg="add mod">
          <ac:chgData name="Brandt Redd" userId="be8ed540b98adac0" providerId="LiveId" clId="{86749B04-49E8-47E7-A154-8533A92AEB82}" dt="2024-11-18T04:24:44.477" v="1971" actId="164"/>
          <ac:cxnSpMkLst>
            <pc:docMk/>
            <pc:sldMk cId="1530163074" sldId="262"/>
            <ac:cxnSpMk id="4" creationId="{515FBE90-C4CF-E14E-72AF-F7413CEDD335}"/>
          </ac:cxnSpMkLst>
        </pc:cxnChg>
        <pc:cxnChg chg="add mod">
          <ac:chgData name="Brandt Redd" userId="be8ed540b98adac0" providerId="LiveId" clId="{86749B04-49E8-47E7-A154-8533A92AEB82}" dt="2024-11-18T04:24:44.477" v="1971" actId="164"/>
          <ac:cxnSpMkLst>
            <pc:docMk/>
            <pc:sldMk cId="1530163074" sldId="262"/>
            <ac:cxnSpMk id="5" creationId="{6432C04E-DA46-8CEE-F0D0-B1D654CBCD96}"/>
          </ac:cxnSpMkLst>
        </pc:cxnChg>
        <pc:cxnChg chg="add mod">
          <ac:chgData name="Brandt Redd" userId="be8ed540b98adac0" providerId="LiveId" clId="{86749B04-49E8-47E7-A154-8533A92AEB82}" dt="2024-11-18T04:24:44.477" v="1971" actId="164"/>
          <ac:cxnSpMkLst>
            <pc:docMk/>
            <pc:sldMk cId="1530163074" sldId="262"/>
            <ac:cxnSpMk id="6" creationId="{351318B6-AEE1-8026-71E7-188CEF6DFA83}"/>
          </ac:cxnSpMkLst>
        </pc:cxnChg>
        <pc:cxnChg chg="add mod">
          <ac:chgData name="Brandt Redd" userId="be8ed540b98adac0" providerId="LiveId" clId="{86749B04-49E8-47E7-A154-8533A92AEB82}" dt="2024-11-18T04:24:44.477" v="1971" actId="164"/>
          <ac:cxnSpMkLst>
            <pc:docMk/>
            <pc:sldMk cId="1530163074" sldId="262"/>
            <ac:cxnSpMk id="8" creationId="{A3AEFD98-0864-13F2-5D1B-7E4C2F3CFDD6}"/>
          </ac:cxnSpMkLst>
        </pc:cxnChg>
        <pc:cxnChg chg="add mod">
          <ac:chgData name="Brandt Redd" userId="be8ed540b98adac0" providerId="LiveId" clId="{86749B04-49E8-47E7-A154-8533A92AEB82}" dt="2024-11-18T04:24:44.477" v="1971" actId="164"/>
          <ac:cxnSpMkLst>
            <pc:docMk/>
            <pc:sldMk cId="1530163074" sldId="262"/>
            <ac:cxnSpMk id="10" creationId="{1113AD81-6F23-F568-6FF0-8901C254A97E}"/>
          </ac:cxnSpMkLst>
        </pc:cxnChg>
        <pc:cxnChg chg="add mod">
          <ac:chgData name="Brandt Redd" userId="be8ed540b98adac0" providerId="LiveId" clId="{86749B04-49E8-47E7-A154-8533A92AEB82}" dt="2024-11-18T04:24:44.477" v="1971" actId="164"/>
          <ac:cxnSpMkLst>
            <pc:docMk/>
            <pc:sldMk cId="1530163074" sldId="262"/>
            <ac:cxnSpMk id="11" creationId="{7C5D8D9A-5179-83CF-6FE7-23DA93889DDA}"/>
          </ac:cxnSpMkLst>
        </pc:cxnChg>
        <pc:cxnChg chg="add mod">
          <ac:chgData name="Brandt Redd" userId="be8ed540b98adac0" providerId="LiveId" clId="{86749B04-49E8-47E7-A154-8533A92AEB82}" dt="2024-11-18T04:24:44.477" v="1971" actId="164"/>
          <ac:cxnSpMkLst>
            <pc:docMk/>
            <pc:sldMk cId="1530163074" sldId="262"/>
            <ac:cxnSpMk id="12" creationId="{55F0D6D8-789B-8BD6-4AA6-94D123AC4217}"/>
          </ac:cxnSpMkLst>
        </pc:cxnChg>
        <pc:cxnChg chg="del mod">
          <ac:chgData name="Brandt Redd" userId="be8ed540b98adac0" providerId="LiveId" clId="{86749B04-49E8-47E7-A154-8533A92AEB82}" dt="2024-11-18T04:19:41.144" v="1820" actId="478"/>
          <ac:cxnSpMkLst>
            <pc:docMk/>
            <pc:sldMk cId="1530163074" sldId="262"/>
            <ac:cxnSpMk id="20" creationId="{B0C4CE48-9E17-43F7-DC9A-5C2E242C193A}"/>
          </ac:cxnSpMkLst>
        </pc:cxnChg>
        <pc:cxnChg chg="del mod">
          <ac:chgData name="Brandt Redd" userId="be8ed540b98adac0" providerId="LiveId" clId="{86749B04-49E8-47E7-A154-8533A92AEB82}" dt="2024-11-18T04:19:41.144" v="1820" actId="478"/>
          <ac:cxnSpMkLst>
            <pc:docMk/>
            <pc:sldMk cId="1530163074" sldId="262"/>
            <ac:cxnSpMk id="33" creationId="{0D53D266-7150-AC11-A8A9-222DC408EEA7}"/>
          </ac:cxnSpMkLst>
        </pc:cxnChg>
        <pc:cxnChg chg="del mod">
          <ac:chgData name="Brandt Redd" userId="be8ed540b98adac0" providerId="LiveId" clId="{86749B04-49E8-47E7-A154-8533A92AEB82}" dt="2024-11-18T04:19:41.144" v="1820" actId="478"/>
          <ac:cxnSpMkLst>
            <pc:docMk/>
            <pc:sldMk cId="1530163074" sldId="262"/>
            <ac:cxnSpMk id="34" creationId="{F8004D85-0FBC-9892-F9B2-3D77D0511681}"/>
          </ac:cxnSpMkLst>
        </pc:cxnChg>
        <pc:cxnChg chg="del mod">
          <ac:chgData name="Brandt Redd" userId="be8ed540b98adac0" providerId="LiveId" clId="{86749B04-49E8-47E7-A154-8533A92AEB82}" dt="2024-11-18T04:19:41.144" v="1820" actId="478"/>
          <ac:cxnSpMkLst>
            <pc:docMk/>
            <pc:sldMk cId="1530163074" sldId="262"/>
            <ac:cxnSpMk id="37" creationId="{7F32AFAA-80B1-A16C-88A7-E40D6F16C3A6}"/>
          </ac:cxnSpMkLst>
        </pc:cxnChg>
        <pc:cxnChg chg="del mod">
          <ac:chgData name="Brandt Redd" userId="be8ed540b98adac0" providerId="LiveId" clId="{86749B04-49E8-47E7-A154-8533A92AEB82}" dt="2024-11-18T04:19:41.144" v="1820" actId="478"/>
          <ac:cxnSpMkLst>
            <pc:docMk/>
            <pc:sldMk cId="1530163074" sldId="262"/>
            <ac:cxnSpMk id="40" creationId="{AA94AFB5-F276-4DE8-88D2-7C25A011500B}"/>
          </ac:cxnSpMkLst>
        </pc:cxnChg>
        <pc:cxnChg chg="del mod">
          <ac:chgData name="Brandt Redd" userId="be8ed540b98adac0" providerId="LiveId" clId="{86749B04-49E8-47E7-A154-8533A92AEB82}" dt="2024-11-18T04:19:41.144" v="1820" actId="478"/>
          <ac:cxnSpMkLst>
            <pc:docMk/>
            <pc:sldMk cId="1530163074" sldId="262"/>
            <ac:cxnSpMk id="47" creationId="{591362BD-A73C-F1EB-0AA7-13341ABBB29A}"/>
          </ac:cxnSpMkLst>
        </pc:cxnChg>
        <pc:cxnChg chg="del mod">
          <ac:chgData name="Brandt Redd" userId="be8ed540b98adac0" providerId="LiveId" clId="{86749B04-49E8-47E7-A154-8533A92AEB82}" dt="2024-11-18T04:19:41.144" v="1820" actId="478"/>
          <ac:cxnSpMkLst>
            <pc:docMk/>
            <pc:sldMk cId="1530163074" sldId="262"/>
            <ac:cxnSpMk id="50" creationId="{280D5A41-9EB5-4858-CA37-DE3CC937782C}"/>
          </ac:cxnSpMkLst>
        </pc:cxnChg>
        <pc:cxnChg chg="del mod">
          <ac:chgData name="Brandt Redd" userId="be8ed540b98adac0" providerId="LiveId" clId="{86749B04-49E8-47E7-A154-8533A92AEB82}" dt="2024-11-18T04:19:41.144" v="1820" actId="478"/>
          <ac:cxnSpMkLst>
            <pc:docMk/>
            <pc:sldMk cId="1530163074" sldId="262"/>
            <ac:cxnSpMk id="56" creationId="{18414624-CC52-6DDB-0EC9-5A60DC73C37B}"/>
          </ac:cxnSpMkLst>
        </pc:cxnChg>
        <pc:cxnChg chg="del mod">
          <ac:chgData name="Brandt Redd" userId="be8ed540b98adac0" providerId="LiveId" clId="{86749B04-49E8-47E7-A154-8533A92AEB82}" dt="2024-11-18T04:19:41.144" v="1820" actId="478"/>
          <ac:cxnSpMkLst>
            <pc:docMk/>
            <pc:sldMk cId="1530163074" sldId="262"/>
            <ac:cxnSpMk id="70" creationId="{2FBEDF1C-3B7A-694E-17AD-D052F96FB00A}"/>
          </ac:cxnSpMkLst>
        </pc:cxnChg>
        <pc:cxnChg chg="del mod">
          <ac:chgData name="Brandt Redd" userId="be8ed540b98adac0" providerId="LiveId" clId="{86749B04-49E8-47E7-A154-8533A92AEB82}" dt="2024-11-18T04:19:41.144" v="1820" actId="478"/>
          <ac:cxnSpMkLst>
            <pc:docMk/>
            <pc:sldMk cId="1530163074" sldId="262"/>
            <ac:cxnSpMk id="73" creationId="{0DC515D0-3B66-4DC9-0354-EF8F3579F09D}"/>
          </ac:cxnSpMkLst>
        </pc:cxnChg>
        <pc:cxnChg chg="add mod">
          <ac:chgData name="Brandt Redd" userId="be8ed540b98adac0" providerId="LiveId" clId="{86749B04-49E8-47E7-A154-8533A92AEB82}" dt="2024-11-18T04:24:44.477" v="1971" actId="164"/>
          <ac:cxnSpMkLst>
            <pc:docMk/>
            <pc:sldMk cId="1530163074" sldId="262"/>
            <ac:cxnSpMk id="98" creationId="{DA03C948-526E-4F7C-726B-8F7CCD5BE85E}"/>
          </ac:cxnSpMkLst>
        </pc:cxnChg>
        <pc:cxnChg chg="add mod">
          <ac:chgData name="Brandt Redd" userId="be8ed540b98adac0" providerId="LiveId" clId="{86749B04-49E8-47E7-A154-8533A92AEB82}" dt="2024-11-18T04:27:36.244" v="2077" actId="1036"/>
          <ac:cxnSpMkLst>
            <pc:docMk/>
            <pc:sldMk cId="1530163074" sldId="262"/>
            <ac:cxnSpMk id="107" creationId="{008E6471-5C52-0DB8-F39F-E3D9BCEF9193}"/>
          </ac:cxnSpMkLst>
        </pc:cxnChg>
      </pc:sldChg>
      <pc:sldChg chg="addSp delSp modSp new mod modClrScheme chgLayout">
        <pc:chgData name="Brandt Redd" userId="be8ed540b98adac0" providerId="LiveId" clId="{86749B04-49E8-47E7-A154-8533A92AEB82}" dt="2024-11-18T05:05:38.225" v="3041" actId="14100"/>
        <pc:sldMkLst>
          <pc:docMk/>
          <pc:sldMk cId="3525664584" sldId="263"/>
        </pc:sldMkLst>
        <pc:spChg chg="del">
          <ac:chgData name="Brandt Redd" userId="be8ed540b98adac0" providerId="LiveId" clId="{86749B04-49E8-47E7-A154-8533A92AEB82}" dt="2024-11-18T04:54:00.036" v="2379" actId="700"/>
          <ac:spMkLst>
            <pc:docMk/>
            <pc:sldMk cId="3525664584" sldId="263"/>
            <ac:spMk id="2" creationId="{DA319ECF-8250-4940-9217-D857735CA729}"/>
          </ac:spMkLst>
        </pc:spChg>
        <pc:spChg chg="add mod">
          <ac:chgData name="Brandt Redd" userId="be8ed540b98adac0" providerId="LiveId" clId="{86749B04-49E8-47E7-A154-8533A92AEB82}" dt="2024-11-18T04:54:43.895" v="2411" actId="403"/>
          <ac:spMkLst>
            <pc:docMk/>
            <pc:sldMk cId="3525664584" sldId="263"/>
            <ac:spMk id="3" creationId="{53EA082A-6E2B-692C-C98B-C241FC4D4DEF}"/>
          </ac:spMkLst>
        </pc:spChg>
        <pc:spChg chg="add mod">
          <ac:chgData name="Brandt Redd" userId="be8ed540b98adac0" providerId="LiveId" clId="{86749B04-49E8-47E7-A154-8533A92AEB82}" dt="2024-11-18T04:56:46.342" v="2460" actId="1076"/>
          <ac:spMkLst>
            <pc:docMk/>
            <pc:sldMk cId="3525664584" sldId="263"/>
            <ac:spMk id="4" creationId="{D00211B2-C789-26A7-B430-EBDC2C4A9A08}"/>
          </ac:spMkLst>
        </pc:spChg>
        <pc:spChg chg="add mod">
          <ac:chgData name="Brandt Redd" userId="be8ed540b98adac0" providerId="LiveId" clId="{86749B04-49E8-47E7-A154-8533A92AEB82}" dt="2024-11-18T05:01:09.060" v="2659" actId="1036"/>
          <ac:spMkLst>
            <pc:docMk/>
            <pc:sldMk cId="3525664584" sldId="263"/>
            <ac:spMk id="5" creationId="{E0A3B6A0-CE75-BE21-CC61-4B3E5DB89E4A}"/>
          </ac:spMkLst>
        </pc:spChg>
        <pc:spChg chg="add mod">
          <ac:chgData name="Brandt Redd" userId="be8ed540b98adac0" providerId="LiveId" clId="{86749B04-49E8-47E7-A154-8533A92AEB82}" dt="2024-11-18T04:58:05.415" v="2521" actId="20577"/>
          <ac:spMkLst>
            <pc:docMk/>
            <pc:sldMk cId="3525664584" sldId="263"/>
            <ac:spMk id="6" creationId="{4BCE71FE-C494-D677-9DD7-AEFB93C37066}"/>
          </ac:spMkLst>
        </pc:spChg>
        <pc:spChg chg="add mod">
          <ac:chgData name="Brandt Redd" userId="be8ed540b98adac0" providerId="LiveId" clId="{86749B04-49E8-47E7-A154-8533A92AEB82}" dt="2024-11-18T05:01:13.615" v="2661" actId="1036"/>
          <ac:spMkLst>
            <pc:docMk/>
            <pc:sldMk cId="3525664584" sldId="263"/>
            <ac:spMk id="7" creationId="{C988E2F1-ADBB-7E19-6296-6ED37329374B}"/>
          </ac:spMkLst>
        </pc:spChg>
        <pc:spChg chg="add mod">
          <ac:chgData name="Brandt Redd" userId="be8ed540b98adac0" providerId="LiveId" clId="{86749B04-49E8-47E7-A154-8533A92AEB82}" dt="2024-11-18T04:58:20.535" v="2546" actId="20577"/>
          <ac:spMkLst>
            <pc:docMk/>
            <pc:sldMk cId="3525664584" sldId="263"/>
            <ac:spMk id="8" creationId="{D1B9D25B-6148-37DF-55D2-D61CFA47C225}"/>
          </ac:spMkLst>
        </pc:spChg>
        <pc:spChg chg="add mod">
          <ac:chgData name="Brandt Redd" userId="be8ed540b98adac0" providerId="LiveId" clId="{86749B04-49E8-47E7-A154-8533A92AEB82}" dt="2024-11-18T04:58:40.138" v="2574" actId="20577"/>
          <ac:spMkLst>
            <pc:docMk/>
            <pc:sldMk cId="3525664584" sldId="263"/>
            <ac:spMk id="9" creationId="{8A09E7D5-22FF-B45E-573C-2513EB574F12}"/>
          </ac:spMkLst>
        </pc:spChg>
        <pc:spChg chg="add mod">
          <ac:chgData name="Brandt Redd" userId="be8ed540b98adac0" providerId="LiveId" clId="{86749B04-49E8-47E7-A154-8533A92AEB82}" dt="2024-11-18T05:01:04.971" v="2658" actId="1036"/>
          <ac:spMkLst>
            <pc:docMk/>
            <pc:sldMk cId="3525664584" sldId="263"/>
            <ac:spMk id="10" creationId="{0640BFED-233F-2DE5-8BFC-574B314B470A}"/>
          </ac:spMkLst>
        </pc:spChg>
        <pc:spChg chg="add mod">
          <ac:chgData name="Brandt Redd" userId="be8ed540b98adac0" providerId="LiveId" clId="{86749B04-49E8-47E7-A154-8533A92AEB82}" dt="2024-11-18T05:01:53.027" v="2668" actId="1035"/>
          <ac:spMkLst>
            <pc:docMk/>
            <pc:sldMk cId="3525664584" sldId="263"/>
            <ac:spMk id="11" creationId="{3D86342C-54E2-5D5F-8055-7CAA6E1E9DB5}"/>
          </ac:spMkLst>
        </pc:spChg>
        <pc:spChg chg="add mod">
          <ac:chgData name="Brandt Redd" userId="be8ed540b98adac0" providerId="LiveId" clId="{86749B04-49E8-47E7-A154-8533A92AEB82}" dt="2024-11-18T05:01:53.027" v="2668" actId="1035"/>
          <ac:spMkLst>
            <pc:docMk/>
            <pc:sldMk cId="3525664584" sldId="263"/>
            <ac:spMk id="12" creationId="{F7F750ED-F02E-C64C-EC3B-E474B4B21387}"/>
          </ac:spMkLst>
        </pc:spChg>
        <pc:spChg chg="add mod">
          <ac:chgData name="Brandt Redd" userId="be8ed540b98adac0" providerId="LiveId" clId="{86749B04-49E8-47E7-A154-8533A92AEB82}" dt="2024-11-18T05:01:53.027" v="2668" actId="1035"/>
          <ac:spMkLst>
            <pc:docMk/>
            <pc:sldMk cId="3525664584" sldId="263"/>
            <ac:spMk id="13" creationId="{CE804865-C206-EB7A-C51E-7D075F0EAC98}"/>
          </ac:spMkLst>
        </pc:spChg>
        <pc:spChg chg="add mod">
          <ac:chgData name="Brandt Redd" userId="be8ed540b98adac0" providerId="LiveId" clId="{86749B04-49E8-47E7-A154-8533A92AEB82}" dt="2024-11-18T05:03:04.175" v="2775" actId="14100"/>
          <ac:spMkLst>
            <pc:docMk/>
            <pc:sldMk cId="3525664584" sldId="263"/>
            <ac:spMk id="22" creationId="{36347BD2-0BF3-E264-EFF8-573A220341F0}"/>
          </ac:spMkLst>
        </pc:spChg>
        <pc:spChg chg="add mod">
          <ac:chgData name="Brandt Redd" userId="be8ed540b98adac0" providerId="LiveId" clId="{86749B04-49E8-47E7-A154-8533A92AEB82}" dt="2024-11-18T05:05:38.225" v="3041" actId="14100"/>
          <ac:spMkLst>
            <pc:docMk/>
            <pc:sldMk cId="3525664584" sldId="263"/>
            <ac:spMk id="23" creationId="{FD00D837-C1BC-327C-93F0-5555E374DFD1}"/>
          </ac:spMkLst>
        </pc:spChg>
        <pc:cxnChg chg="add mod">
          <ac:chgData name="Brandt Redd" userId="be8ed540b98adac0" providerId="LiveId" clId="{86749B04-49E8-47E7-A154-8533A92AEB82}" dt="2024-11-18T05:01:09.060" v="2659" actId="1036"/>
          <ac:cxnSpMkLst>
            <pc:docMk/>
            <pc:sldMk cId="3525664584" sldId="263"/>
            <ac:cxnSpMk id="15" creationId="{D8AC0675-1E25-7C60-3B1C-49B1883F6620}"/>
          </ac:cxnSpMkLst>
        </pc:cxnChg>
        <pc:cxnChg chg="add mod">
          <ac:chgData name="Brandt Redd" userId="be8ed540b98adac0" providerId="LiveId" clId="{86749B04-49E8-47E7-A154-8533A92AEB82}" dt="2024-11-18T05:01:35.559" v="2664" actId="14100"/>
          <ac:cxnSpMkLst>
            <pc:docMk/>
            <pc:sldMk cId="3525664584" sldId="263"/>
            <ac:cxnSpMk id="16" creationId="{14CF21E6-B541-86F9-7E47-48D3672D5048}"/>
          </ac:cxnSpMkLst>
        </pc:cxnChg>
        <pc:cxnChg chg="add mod">
          <ac:chgData name="Brandt Redd" userId="be8ed540b98adac0" providerId="LiveId" clId="{86749B04-49E8-47E7-A154-8533A92AEB82}" dt="2024-11-18T05:01:53.027" v="2668" actId="1035"/>
          <ac:cxnSpMkLst>
            <pc:docMk/>
            <pc:sldMk cId="3525664584" sldId="263"/>
            <ac:cxnSpMk id="19" creationId="{9E66062E-B35C-BBC8-01DE-5C0DF7B9CAEA}"/>
          </ac:cxnSpMkLst>
        </pc:cxnChg>
      </pc:sldChg>
      <pc:sldChg chg="addSp delSp modSp new mod modClrScheme chgLayout">
        <pc:chgData name="Brandt Redd" userId="be8ed540b98adac0" providerId="LiveId" clId="{86749B04-49E8-47E7-A154-8533A92AEB82}" dt="2024-11-18T17:27:17.767" v="3740" actId="207"/>
        <pc:sldMkLst>
          <pc:docMk/>
          <pc:sldMk cId="1564240267" sldId="264"/>
        </pc:sldMkLst>
        <pc:spChg chg="add mod">
          <ac:chgData name="Brandt Redd" userId="be8ed540b98adac0" providerId="LiveId" clId="{86749B04-49E8-47E7-A154-8533A92AEB82}" dt="2024-11-18T05:09:02.625" v="3689" actId="14100"/>
          <ac:spMkLst>
            <pc:docMk/>
            <pc:sldMk cId="1564240267" sldId="264"/>
            <ac:spMk id="2" creationId="{7B147EB9-EA7B-84D1-A70C-537B2148E16F}"/>
          </ac:spMkLst>
        </pc:spChg>
        <pc:spChg chg="add mod">
          <ac:chgData name="Brandt Redd" userId="be8ed540b98adac0" providerId="LiveId" clId="{86749B04-49E8-47E7-A154-8533A92AEB82}" dt="2024-11-18T17:24:16.760" v="3720" actId="14100"/>
          <ac:spMkLst>
            <pc:docMk/>
            <pc:sldMk cId="1564240267" sldId="264"/>
            <ac:spMk id="3" creationId="{87C14C4A-2D35-DBD4-0BB2-00DBDC659797}"/>
          </ac:spMkLst>
        </pc:spChg>
        <pc:picChg chg="add mod">
          <ac:chgData name="Brandt Redd" userId="be8ed540b98adac0" providerId="LiveId" clId="{86749B04-49E8-47E7-A154-8533A92AEB82}" dt="2024-11-18T17:26:56.161" v="3738" actId="207"/>
          <ac:picMkLst>
            <pc:docMk/>
            <pc:sldMk cId="1564240267" sldId="264"/>
            <ac:picMk id="5" creationId="{6D79887E-5FE5-378C-88C8-B926ACED52C2}"/>
          </ac:picMkLst>
        </pc:picChg>
        <pc:picChg chg="add mod">
          <ac:chgData name="Brandt Redd" userId="be8ed540b98adac0" providerId="LiveId" clId="{86749B04-49E8-47E7-A154-8533A92AEB82}" dt="2024-11-18T17:27:04.163" v="3739" actId="207"/>
          <ac:picMkLst>
            <pc:docMk/>
            <pc:sldMk cId="1564240267" sldId="264"/>
            <ac:picMk id="7" creationId="{3E7F2B96-F378-45CB-FB9B-61D71F46CE71}"/>
          </ac:picMkLst>
        </pc:picChg>
        <pc:picChg chg="add del mod">
          <ac:chgData name="Brandt Redd" userId="be8ed540b98adac0" providerId="LiveId" clId="{86749B04-49E8-47E7-A154-8533A92AEB82}" dt="2024-11-18T17:25:47.800" v="3726" actId="21"/>
          <ac:picMkLst>
            <pc:docMk/>
            <pc:sldMk cId="1564240267" sldId="264"/>
            <ac:picMk id="9" creationId="{9805B046-9231-031E-018A-83AE29B34EA7}"/>
          </ac:picMkLst>
        </pc:picChg>
        <pc:picChg chg="add mod">
          <ac:chgData name="Brandt Redd" userId="be8ed540b98adac0" providerId="LiveId" clId="{86749B04-49E8-47E7-A154-8533A92AEB82}" dt="2024-11-18T17:27:17.767" v="3740" actId="207"/>
          <ac:picMkLst>
            <pc:docMk/>
            <pc:sldMk cId="1564240267" sldId="264"/>
            <ac:picMk id="11" creationId="{FFE51BEA-36BA-7C8C-ECD7-8CB4FD75583D}"/>
          </ac:picMkLst>
        </pc:picChg>
      </pc:sldChg>
      <pc:sldChg chg="addSp modSp new mod">
        <pc:chgData name="Brandt Redd" userId="be8ed540b98adac0" providerId="LiveId" clId="{86749B04-49E8-47E7-A154-8533A92AEB82}" dt="2024-11-18T17:26:10.765" v="3730" actId="1076"/>
        <pc:sldMkLst>
          <pc:docMk/>
          <pc:sldMk cId="3724626072" sldId="265"/>
        </pc:sldMkLst>
        <pc:spChg chg="mod">
          <ac:chgData name="Brandt Redd" userId="be8ed540b98adac0" providerId="LiveId" clId="{86749B04-49E8-47E7-A154-8533A92AEB82}" dt="2024-11-18T17:20:22.190" v="3717" actId="20577"/>
          <ac:spMkLst>
            <pc:docMk/>
            <pc:sldMk cId="3724626072" sldId="265"/>
            <ac:spMk id="2" creationId="{F32F313A-F22B-747F-E0F4-CD2A4B1A0592}"/>
          </ac:spMkLst>
        </pc:spChg>
        <pc:spChg chg="mod">
          <ac:chgData name="Brandt Redd" userId="be8ed540b98adac0" providerId="LiveId" clId="{86749B04-49E8-47E7-A154-8533A92AEB82}" dt="2024-11-18T17:24:00.137" v="3719" actId="14100"/>
          <ac:spMkLst>
            <pc:docMk/>
            <pc:sldMk cId="3724626072" sldId="265"/>
            <ac:spMk id="3" creationId="{4B7784A7-C4D2-6145-C868-D99C9C0A02C9}"/>
          </ac:spMkLst>
        </pc:spChg>
        <pc:picChg chg="add mod">
          <ac:chgData name="Brandt Redd" userId="be8ed540b98adac0" providerId="LiveId" clId="{86749B04-49E8-47E7-A154-8533A92AEB82}" dt="2024-11-18T17:26:10.765" v="3730" actId="1076"/>
          <ac:picMkLst>
            <pc:docMk/>
            <pc:sldMk cId="3724626072" sldId="265"/>
            <ac:picMk id="9" creationId="{9805B046-9231-031E-018A-83AE29B34EA7}"/>
          </ac:picMkLst>
        </pc:picChg>
      </pc:sldChg>
      <pc:sldChg chg="addSp delSp modSp add mod">
        <pc:chgData name="Brandt Redd" userId="be8ed540b98adac0" providerId="LiveId" clId="{86749B04-49E8-47E7-A154-8533A92AEB82}" dt="2024-11-18T18:00:43.550" v="4346" actId="1076"/>
        <pc:sldMkLst>
          <pc:docMk/>
          <pc:sldMk cId="442332317" sldId="266"/>
        </pc:sldMkLst>
        <pc:spChg chg="mod">
          <ac:chgData name="Brandt Redd" userId="be8ed540b98adac0" providerId="LiveId" clId="{86749B04-49E8-47E7-A154-8533A92AEB82}" dt="2024-11-18T17:28:42.587" v="3762" actId="20577"/>
          <ac:spMkLst>
            <pc:docMk/>
            <pc:sldMk cId="442332317" sldId="266"/>
            <ac:spMk id="2" creationId="{6EE1AB81-85E2-43B2-4E60-8B43FF2558FC}"/>
          </ac:spMkLst>
        </pc:spChg>
        <pc:spChg chg="del">
          <ac:chgData name="Brandt Redd" userId="be8ed540b98adac0" providerId="LiveId" clId="{86749B04-49E8-47E7-A154-8533A92AEB82}" dt="2024-11-18T17:29:00.993" v="3763" actId="478"/>
          <ac:spMkLst>
            <pc:docMk/>
            <pc:sldMk cId="442332317" sldId="266"/>
            <ac:spMk id="3" creationId="{6997561F-091A-456C-4C4C-07D4EF72A9D7}"/>
          </ac:spMkLst>
        </pc:spChg>
        <pc:spChg chg="del">
          <ac:chgData name="Brandt Redd" userId="be8ed540b98adac0" providerId="LiveId" clId="{86749B04-49E8-47E7-A154-8533A92AEB82}" dt="2024-11-18T17:29:03.852" v="3764" actId="478"/>
          <ac:spMkLst>
            <pc:docMk/>
            <pc:sldMk cId="442332317" sldId="266"/>
            <ac:spMk id="5" creationId="{C4FD72C6-DFB2-D3A5-BC9D-91D84961DE9E}"/>
          </ac:spMkLst>
        </pc:spChg>
        <pc:spChg chg="del">
          <ac:chgData name="Brandt Redd" userId="be8ed540b98adac0" providerId="LiveId" clId="{86749B04-49E8-47E7-A154-8533A92AEB82}" dt="2024-11-18T17:29:00.993" v="3763" actId="478"/>
          <ac:spMkLst>
            <pc:docMk/>
            <pc:sldMk cId="442332317" sldId="266"/>
            <ac:spMk id="6" creationId="{99888724-965D-FE71-F201-3CE4C39F962B}"/>
          </ac:spMkLst>
        </pc:spChg>
        <pc:spChg chg="add del">
          <ac:chgData name="Brandt Redd" userId="be8ed540b98adac0" providerId="LiveId" clId="{86749B04-49E8-47E7-A154-8533A92AEB82}" dt="2024-11-18T17:53:47.154" v="4015" actId="11529"/>
          <ac:spMkLst>
            <pc:docMk/>
            <pc:sldMk cId="442332317" sldId="266"/>
            <ac:spMk id="9" creationId="{79F3D6A5-AF48-E878-DF0D-9953C1B90AA5}"/>
          </ac:spMkLst>
        </pc:spChg>
        <pc:spChg chg="del">
          <ac:chgData name="Brandt Redd" userId="be8ed540b98adac0" providerId="LiveId" clId="{86749B04-49E8-47E7-A154-8533A92AEB82}" dt="2024-11-18T17:29:00.993" v="3763" actId="478"/>
          <ac:spMkLst>
            <pc:docMk/>
            <pc:sldMk cId="442332317" sldId="266"/>
            <ac:spMk id="10" creationId="{2169B26B-CD72-7D58-0DD1-847450690F07}"/>
          </ac:spMkLst>
        </pc:spChg>
        <pc:spChg chg="add mod">
          <ac:chgData name="Brandt Redd" userId="be8ed540b98adac0" providerId="LiveId" clId="{86749B04-49E8-47E7-A154-8533A92AEB82}" dt="2024-11-18T17:54:37.527" v="4023" actId="692"/>
          <ac:spMkLst>
            <pc:docMk/>
            <pc:sldMk cId="442332317" sldId="266"/>
            <ac:spMk id="12" creationId="{1814D6DC-70FE-49F9-3E02-6E03A6902259}"/>
          </ac:spMkLst>
        </pc:spChg>
        <pc:spChg chg="add mod">
          <ac:chgData name="Brandt Redd" userId="be8ed540b98adac0" providerId="LiveId" clId="{86749B04-49E8-47E7-A154-8533A92AEB82}" dt="2024-11-18T18:00:43.550" v="4346" actId="1076"/>
          <ac:spMkLst>
            <pc:docMk/>
            <pc:sldMk cId="442332317" sldId="266"/>
            <ac:spMk id="13" creationId="{56D86AB2-8FB0-E226-BAD6-748C331886A4}"/>
          </ac:spMkLst>
        </pc:spChg>
        <pc:spChg chg="del">
          <ac:chgData name="Brandt Redd" userId="be8ed540b98adac0" providerId="LiveId" clId="{86749B04-49E8-47E7-A154-8533A92AEB82}" dt="2024-11-18T17:29:00.993" v="3763" actId="478"/>
          <ac:spMkLst>
            <pc:docMk/>
            <pc:sldMk cId="442332317" sldId="266"/>
            <ac:spMk id="14" creationId="{E0CDAF92-9997-1415-641F-F57D4E47716D}"/>
          </ac:spMkLst>
        </pc:spChg>
        <pc:spChg chg="del">
          <ac:chgData name="Brandt Redd" userId="be8ed540b98adac0" providerId="LiveId" clId="{86749B04-49E8-47E7-A154-8533A92AEB82}" dt="2024-11-18T17:29:00.993" v="3763" actId="478"/>
          <ac:spMkLst>
            <pc:docMk/>
            <pc:sldMk cId="442332317" sldId="266"/>
            <ac:spMk id="15" creationId="{51F5753E-CA31-2DDF-1B31-A2B983CA90D9}"/>
          </ac:spMkLst>
        </pc:spChg>
        <pc:spChg chg="del">
          <ac:chgData name="Brandt Redd" userId="be8ed540b98adac0" providerId="LiveId" clId="{86749B04-49E8-47E7-A154-8533A92AEB82}" dt="2024-11-18T17:29:00.993" v="3763" actId="478"/>
          <ac:spMkLst>
            <pc:docMk/>
            <pc:sldMk cId="442332317" sldId="266"/>
            <ac:spMk id="16" creationId="{AB81A4F4-9CAB-7AA1-FC45-1222CD205D67}"/>
          </ac:spMkLst>
        </pc:spChg>
        <pc:spChg chg="del">
          <ac:chgData name="Brandt Redd" userId="be8ed540b98adac0" providerId="LiveId" clId="{86749B04-49E8-47E7-A154-8533A92AEB82}" dt="2024-11-18T17:29:00.993" v="3763" actId="478"/>
          <ac:spMkLst>
            <pc:docMk/>
            <pc:sldMk cId="442332317" sldId="266"/>
            <ac:spMk id="17" creationId="{EDD2A54C-26EC-5652-0413-592B7A8FB435}"/>
          </ac:spMkLst>
        </pc:spChg>
        <pc:spChg chg="add mod">
          <ac:chgData name="Brandt Redd" userId="be8ed540b98adac0" providerId="LiveId" clId="{86749B04-49E8-47E7-A154-8533A92AEB82}" dt="2024-11-18T18:00:35.172" v="4344" actId="1076"/>
          <ac:spMkLst>
            <pc:docMk/>
            <pc:sldMk cId="442332317" sldId="266"/>
            <ac:spMk id="19" creationId="{1B94D59F-FA16-1D73-7D55-9FF110A6912F}"/>
          </ac:spMkLst>
        </pc:spChg>
        <pc:spChg chg="mod">
          <ac:chgData name="Brandt Redd" userId="be8ed540b98adac0" providerId="LiveId" clId="{86749B04-49E8-47E7-A154-8533A92AEB82}" dt="2024-11-18T17:55:15.256" v="4033" actId="1076"/>
          <ac:spMkLst>
            <pc:docMk/>
            <pc:sldMk cId="442332317" sldId="266"/>
            <ac:spMk id="64" creationId="{7D2F37A8-AB39-3AB0-244B-B0C5ECC19237}"/>
          </ac:spMkLst>
        </pc:spChg>
        <pc:spChg chg="del">
          <ac:chgData name="Brandt Redd" userId="be8ed540b98adac0" providerId="LiveId" clId="{86749B04-49E8-47E7-A154-8533A92AEB82}" dt="2024-11-18T17:29:00.993" v="3763" actId="478"/>
          <ac:spMkLst>
            <pc:docMk/>
            <pc:sldMk cId="442332317" sldId="266"/>
            <ac:spMk id="76" creationId="{D87CC8A9-79B7-D62C-0696-C20F151F4CBE}"/>
          </ac:spMkLst>
        </pc:spChg>
        <pc:spChg chg="del">
          <ac:chgData name="Brandt Redd" userId="be8ed540b98adac0" providerId="LiveId" clId="{86749B04-49E8-47E7-A154-8533A92AEB82}" dt="2024-11-18T17:29:00.993" v="3763" actId="478"/>
          <ac:spMkLst>
            <pc:docMk/>
            <pc:sldMk cId="442332317" sldId="266"/>
            <ac:spMk id="77" creationId="{C070A85D-15E0-96BE-0E2B-59789B417B14}"/>
          </ac:spMkLst>
        </pc:spChg>
        <pc:spChg chg="del">
          <ac:chgData name="Brandt Redd" userId="be8ed540b98adac0" providerId="LiveId" clId="{86749B04-49E8-47E7-A154-8533A92AEB82}" dt="2024-11-18T17:29:07.571" v="3765" actId="478"/>
          <ac:spMkLst>
            <pc:docMk/>
            <pc:sldMk cId="442332317" sldId="266"/>
            <ac:spMk id="78" creationId="{9A7407FE-1B45-5460-A0F2-1E6E4E7DDE64}"/>
          </ac:spMkLst>
        </pc:spChg>
        <pc:picChg chg="add mod ord">
          <ac:chgData name="Brandt Redd" userId="be8ed540b98adac0" providerId="LiveId" clId="{86749B04-49E8-47E7-A154-8533A92AEB82}" dt="2024-11-18T17:54:57.886" v="4026" actId="1076"/>
          <ac:picMkLst>
            <pc:docMk/>
            <pc:sldMk cId="442332317" sldId="266"/>
            <ac:picMk id="7" creationId="{558DB4BA-0F9B-D132-73A0-BB626CB1D225}"/>
          </ac:picMkLst>
        </pc:picChg>
        <pc:cxnChg chg="del mod">
          <ac:chgData name="Brandt Redd" userId="be8ed540b98adac0" providerId="LiveId" clId="{86749B04-49E8-47E7-A154-8533A92AEB82}" dt="2024-11-18T17:29:00.993" v="3763" actId="478"/>
          <ac:cxnSpMkLst>
            <pc:docMk/>
            <pc:sldMk cId="442332317" sldId="266"/>
            <ac:cxnSpMk id="8" creationId="{6046CACA-BF48-E097-5803-73083D657428}"/>
          </ac:cxnSpMkLst>
        </pc:cxnChg>
        <pc:cxnChg chg="del mod">
          <ac:chgData name="Brandt Redd" userId="be8ed540b98adac0" providerId="LiveId" clId="{86749B04-49E8-47E7-A154-8533A92AEB82}" dt="2024-11-18T17:29:00.993" v="3763" actId="478"/>
          <ac:cxnSpMkLst>
            <pc:docMk/>
            <pc:sldMk cId="442332317" sldId="266"/>
            <ac:cxnSpMk id="11" creationId="{B22E3A49-4A6B-B005-D192-F6FE21FBB5A3}"/>
          </ac:cxnSpMkLst>
        </pc:cxnChg>
        <pc:cxnChg chg="del mod">
          <ac:chgData name="Brandt Redd" userId="be8ed540b98adac0" providerId="LiveId" clId="{86749B04-49E8-47E7-A154-8533A92AEB82}" dt="2024-11-18T17:29:00.993" v="3763" actId="478"/>
          <ac:cxnSpMkLst>
            <pc:docMk/>
            <pc:sldMk cId="442332317" sldId="266"/>
            <ac:cxnSpMk id="18" creationId="{17A053C7-0D01-F643-0B6F-30F371B8F017}"/>
          </ac:cxnSpMkLst>
        </pc:cxnChg>
        <pc:cxnChg chg="del mod">
          <ac:chgData name="Brandt Redd" userId="be8ed540b98adac0" providerId="LiveId" clId="{86749B04-49E8-47E7-A154-8533A92AEB82}" dt="2024-11-18T17:29:00.993" v="3763" actId="478"/>
          <ac:cxnSpMkLst>
            <pc:docMk/>
            <pc:sldMk cId="442332317" sldId="266"/>
            <ac:cxnSpMk id="21" creationId="{4B17FD25-97AB-4736-A887-6D86FABBCD5A}"/>
          </ac:cxnSpMkLst>
        </pc:cxnChg>
        <pc:cxnChg chg="del mod">
          <ac:chgData name="Brandt Redd" userId="be8ed540b98adac0" providerId="LiveId" clId="{86749B04-49E8-47E7-A154-8533A92AEB82}" dt="2024-11-18T17:29:00.993" v="3763" actId="478"/>
          <ac:cxnSpMkLst>
            <pc:docMk/>
            <pc:sldMk cId="442332317" sldId="266"/>
            <ac:cxnSpMk id="62" creationId="{1B7F0F7F-7F8C-F53C-F67A-D86A633ED4FE}"/>
          </ac:cxnSpMkLst>
        </pc:cxnChg>
        <pc:cxnChg chg="del mod">
          <ac:chgData name="Brandt Redd" userId="be8ed540b98adac0" providerId="LiveId" clId="{86749B04-49E8-47E7-A154-8533A92AEB82}" dt="2024-11-18T17:29:00.993" v="3763" actId="478"/>
          <ac:cxnSpMkLst>
            <pc:docMk/>
            <pc:sldMk cId="442332317" sldId="266"/>
            <ac:cxnSpMk id="63" creationId="{81635ACD-B166-DA55-46F4-2D623F16893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1726C-4F69-4ABC-BE88-2CFA88252821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B6A41-6D06-4301-B47A-DD162511F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1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B6A41-6D06-4301-B47A-DD162511F9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53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816B3-AABD-3A6B-F786-98025ECC3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A178F-16CF-83B5-F398-1ED6F3601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A7718-0322-B22B-7341-AEB7A94FA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EE82C-FCC3-EAA7-8FE5-ADC48D0C2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B6A41-6D06-4301-B47A-DD162511F9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46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F22D-8FB3-AA77-AA36-CBFD8F8AA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0C4FD-2709-AEB7-BAD2-F32692EF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77393-D1DF-8D0C-50C9-6FF822EDB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87971-2CC7-7C13-5A2E-A8D2F281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562CE-8F00-0C30-1276-C6A3B863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99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042D-E8A9-5B75-2B80-738FC266A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8EE83-C12B-BC55-D9E1-2637A4FB0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3634E-34C3-3B4D-66B0-1FD35E7B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98826-E70D-6B67-F609-7DB30308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FF2AF-A637-42B7-F3F3-7D1338C1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2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22D2-F3BC-23CB-BA41-1E9C8D0F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0EFA6-3A2C-3BFF-2844-16A49DF96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21292-5AB7-6D97-8209-ABA12042D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F3EC1-92D4-6923-DA15-A77C9678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EF396-E62C-DEF3-5F01-535E324A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50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1FE0-4CA2-F6AA-DE9B-FC49ADEE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452DE-3E68-B4E9-F165-5190B7BC9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8FCEB-C707-06CC-16C1-714838E83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1C79D-7417-F201-BD49-31174BD3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443E0-07CB-0FC5-3D6D-59858D72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CF427-C1D0-0463-C946-97474A79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7821-CD2A-F979-F885-247804A3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87267-3DC3-AEC9-D8E3-243B8AE11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B244F-D768-7A16-FA46-006D95C04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D8EC2-25B3-F7E4-4BB9-D515F5F3E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5A7E2-BD1F-6C95-2332-DDE273C45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30EA9-35EB-84B6-B1A1-5FEE6BEA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CE015-4D2F-EC33-4DE9-278AA9887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F8CEC-2784-C764-E683-F5965E07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6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CB02B-16FE-E7F5-146C-19963CF7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9BBA1-E708-9D45-13C8-8693AE32C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3A4C8-A7CB-DDAD-0C6F-9FFE025D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F1801-F29F-CDF0-99C7-6443D3C6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53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ACF09D-FD47-8267-00C4-59FF92AE8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BBC5B-6361-156A-8493-CA258A1C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04567-F3B4-0173-F12C-A4B51BF8F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49BF-76C2-CF44-75CB-C219BF20C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AA248-3D7A-C864-2A40-917C2E62A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E0D77-0E62-BBB5-90C9-17CA78862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39E10-5A81-75E7-2B64-85339572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DFF8F-3516-9C97-0C10-6BB1A4C8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10FA7-BECE-3122-9BF1-29CDB9D3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19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874E-AAE8-680D-8ADF-FDCF4639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F0591-B84A-9FAF-FA41-F9C95D922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7B66D-4A4E-0ABF-0A7F-B59E001F7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9308E-5702-6B85-479B-938DE0C9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D2335-9F16-BA76-156C-C707360A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09C91-C80B-F66F-C3A1-C0BEF9AE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0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9CBB-5D71-9FE2-703F-79A2639F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63B94-9D5E-341E-0CDD-B644FC790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17076-041A-F9E5-FDE3-F6F0F9C4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078C6-F28C-E2C1-9FC7-EF43CBAE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C9646-6AC7-52EB-C62F-5C64EC9B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77194-1B85-F3A6-BA1D-3967E6A82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69CDF-EED5-AA4F-7320-2EDCA4341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14653-69DC-7850-C8D4-8300C15F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DCD1B-7D26-17A5-7C62-E482B81B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BB25F-FB79-E130-547E-E87AA014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2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0B31F7-344C-7691-F620-CC94A5EAF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6FEFC-6959-895C-4D71-BBE9E0639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DC7ED-C632-7822-E43C-DBCD15AE8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C8593-B822-4D44-B66A-7DE1A3CCEB83}" type="datetimeFigureOut">
              <a:rPr lang="en-US" smtClean="0"/>
              <a:t>2024-11-18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D8A1F-1A86-D4AF-C5CC-0165DE082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6D9A4-242A-F92F-D8C7-0F9907F51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CB4FF-E07C-480B-867D-2E4C98C20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8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F3941-4A98-A44A-36D8-6AAEC0E88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Devices, I/O,</a:t>
            </a:r>
            <a:br>
              <a:rPr lang="en-US" dirty="0"/>
            </a:br>
            <a:r>
              <a:rPr lang="en-US" dirty="0"/>
              <a:t>and Device Drivers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9B197-1594-EE85-8A1C-0C1C9BE670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344 – S21</a:t>
            </a:r>
          </a:p>
        </p:txBody>
      </p:sp>
    </p:spTree>
    <p:extLst>
      <p:ext uri="{BB962C8B-B14F-4D97-AF65-F5344CB8AC3E}">
        <p14:creationId xmlns:p14="http://schemas.microsoft.com/office/powerpoint/2010/main" val="48577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AB2C-4BA2-DC6A-AB26-208F6C43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38199"/>
          </a:xfrm>
        </p:spPr>
        <p:txBody>
          <a:bodyPr/>
          <a:lstStyle/>
          <a:p>
            <a:r>
              <a:rPr lang="en-US" dirty="0"/>
              <a:t>In the olden days…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A42BDD-0EEA-2553-3CC4-15DA28705FF6}"/>
              </a:ext>
            </a:extLst>
          </p:cNvPr>
          <p:cNvCxnSpPr>
            <a:cxnSpLocks/>
          </p:cNvCxnSpPr>
          <p:nvPr/>
        </p:nvCxnSpPr>
        <p:spPr>
          <a:xfrm>
            <a:off x="2111749" y="19020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B346D1-F80E-8D97-BB1B-CC69E13BC7F0}"/>
              </a:ext>
            </a:extLst>
          </p:cNvPr>
          <p:cNvCxnSpPr>
            <a:cxnSpLocks/>
          </p:cNvCxnSpPr>
          <p:nvPr/>
        </p:nvCxnSpPr>
        <p:spPr>
          <a:xfrm>
            <a:off x="2111749" y="20544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250028F-A3B3-D354-AF4E-1BB060ECE58F}"/>
              </a:ext>
            </a:extLst>
          </p:cNvPr>
          <p:cNvCxnSpPr>
            <a:cxnSpLocks/>
          </p:cNvCxnSpPr>
          <p:nvPr/>
        </p:nvCxnSpPr>
        <p:spPr>
          <a:xfrm>
            <a:off x="2111749" y="22068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A78342-1143-E333-B538-AA87792F34F0}"/>
              </a:ext>
            </a:extLst>
          </p:cNvPr>
          <p:cNvCxnSpPr>
            <a:cxnSpLocks/>
          </p:cNvCxnSpPr>
          <p:nvPr/>
        </p:nvCxnSpPr>
        <p:spPr>
          <a:xfrm>
            <a:off x="2111749" y="23592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C9C633-AC6F-3972-13D6-D0210F15B09F}"/>
              </a:ext>
            </a:extLst>
          </p:cNvPr>
          <p:cNvCxnSpPr>
            <a:cxnSpLocks/>
          </p:cNvCxnSpPr>
          <p:nvPr/>
        </p:nvCxnSpPr>
        <p:spPr>
          <a:xfrm>
            <a:off x="2111749" y="25116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209185B-D90B-A1AD-C366-ED35406CD130}"/>
              </a:ext>
            </a:extLst>
          </p:cNvPr>
          <p:cNvCxnSpPr>
            <a:cxnSpLocks/>
          </p:cNvCxnSpPr>
          <p:nvPr/>
        </p:nvCxnSpPr>
        <p:spPr>
          <a:xfrm>
            <a:off x="2111749" y="26640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07B1CFB-AA2C-CC08-186C-1ADD743FE9EA}"/>
              </a:ext>
            </a:extLst>
          </p:cNvPr>
          <p:cNvCxnSpPr>
            <a:cxnSpLocks/>
          </p:cNvCxnSpPr>
          <p:nvPr/>
        </p:nvCxnSpPr>
        <p:spPr>
          <a:xfrm>
            <a:off x="2111749" y="28164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113A75-8C70-1B51-EB34-B2386E1F8552}"/>
              </a:ext>
            </a:extLst>
          </p:cNvPr>
          <p:cNvCxnSpPr>
            <a:cxnSpLocks/>
          </p:cNvCxnSpPr>
          <p:nvPr/>
        </p:nvCxnSpPr>
        <p:spPr>
          <a:xfrm>
            <a:off x="2111749" y="29688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586DA9-F2C5-DCC3-1403-E56691D572A5}"/>
              </a:ext>
            </a:extLst>
          </p:cNvPr>
          <p:cNvCxnSpPr>
            <a:cxnSpLocks/>
          </p:cNvCxnSpPr>
          <p:nvPr/>
        </p:nvCxnSpPr>
        <p:spPr>
          <a:xfrm>
            <a:off x="2111749" y="28926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80BB65-EFE9-7F05-B6BB-D0FF6B61AAAE}"/>
              </a:ext>
            </a:extLst>
          </p:cNvPr>
          <p:cNvCxnSpPr>
            <a:cxnSpLocks/>
          </p:cNvCxnSpPr>
          <p:nvPr/>
        </p:nvCxnSpPr>
        <p:spPr>
          <a:xfrm>
            <a:off x="2111749" y="27402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E85ABE9-62BC-44EB-6829-EF19B7CC22D0}"/>
              </a:ext>
            </a:extLst>
          </p:cNvPr>
          <p:cNvCxnSpPr>
            <a:cxnSpLocks/>
          </p:cNvCxnSpPr>
          <p:nvPr/>
        </p:nvCxnSpPr>
        <p:spPr>
          <a:xfrm>
            <a:off x="2111749" y="25878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684BABE-5193-C765-4DFE-2236EE85086E}"/>
              </a:ext>
            </a:extLst>
          </p:cNvPr>
          <p:cNvCxnSpPr>
            <a:cxnSpLocks/>
          </p:cNvCxnSpPr>
          <p:nvPr/>
        </p:nvCxnSpPr>
        <p:spPr>
          <a:xfrm>
            <a:off x="2111749" y="24354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183B4EB-56CC-E732-64D4-ED898EC67BE0}"/>
              </a:ext>
            </a:extLst>
          </p:cNvPr>
          <p:cNvCxnSpPr>
            <a:cxnSpLocks/>
          </p:cNvCxnSpPr>
          <p:nvPr/>
        </p:nvCxnSpPr>
        <p:spPr>
          <a:xfrm>
            <a:off x="2111749" y="22830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A2144B4-62C0-40D4-DAB4-D9585109574C}"/>
              </a:ext>
            </a:extLst>
          </p:cNvPr>
          <p:cNvCxnSpPr>
            <a:cxnSpLocks/>
          </p:cNvCxnSpPr>
          <p:nvPr/>
        </p:nvCxnSpPr>
        <p:spPr>
          <a:xfrm>
            <a:off x="2111749" y="21306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2C5E9BF-52D3-B4D9-DAF9-AE1BCFAE477A}"/>
              </a:ext>
            </a:extLst>
          </p:cNvPr>
          <p:cNvCxnSpPr>
            <a:cxnSpLocks/>
          </p:cNvCxnSpPr>
          <p:nvPr/>
        </p:nvCxnSpPr>
        <p:spPr>
          <a:xfrm>
            <a:off x="2111749" y="19782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9926833-CB28-3659-4A07-1BA9AF6FB474}"/>
              </a:ext>
            </a:extLst>
          </p:cNvPr>
          <p:cNvCxnSpPr>
            <a:cxnSpLocks/>
          </p:cNvCxnSpPr>
          <p:nvPr/>
        </p:nvCxnSpPr>
        <p:spPr>
          <a:xfrm>
            <a:off x="2111749" y="1825823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433CBBC-C8E6-02A1-A388-04AEF6BF92B9}"/>
              </a:ext>
            </a:extLst>
          </p:cNvPr>
          <p:cNvCxnSpPr>
            <a:cxnSpLocks/>
          </p:cNvCxnSpPr>
          <p:nvPr/>
        </p:nvCxnSpPr>
        <p:spPr>
          <a:xfrm>
            <a:off x="2111749" y="3349823"/>
            <a:ext cx="4572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5E70C27-94F6-8C49-5F89-BDAFD2B75166}"/>
              </a:ext>
            </a:extLst>
          </p:cNvPr>
          <p:cNvCxnSpPr>
            <a:cxnSpLocks/>
          </p:cNvCxnSpPr>
          <p:nvPr/>
        </p:nvCxnSpPr>
        <p:spPr>
          <a:xfrm>
            <a:off x="2111749" y="3502223"/>
            <a:ext cx="4572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E82AD44-BE68-CA0B-095C-4846A1EBB79B}"/>
              </a:ext>
            </a:extLst>
          </p:cNvPr>
          <p:cNvCxnSpPr>
            <a:cxnSpLocks/>
          </p:cNvCxnSpPr>
          <p:nvPr/>
        </p:nvCxnSpPr>
        <p:spPr>
          <a:xfrm>
            <a:off x="2111749" y="3654623"/>
            <a:ext cx="4572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D0E690C-53FF-C954-D282-D9BD5CEF5B3B}"/>
              </a:ext>
            </a:extLst>
          </p:cNvPr>
          <p:cNvCxnSpPr>
            <a:cxnSpLocks/>
          </p:cNvCxnSpPr>
          <p:nvPr/>
        </p:nvCxnSpPr>
        <p:spPr>
          <a:xfrm>
            <a:off x="2111749" y="3807023"/>
            <a:ext cx="4572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2478478-0655-4578-6EDF-CB189C6D0C5D}"/>
              </a:ext>
            </a:extLst>
          </p:cNvPr>
          <p:cNvCxnSpPr>
            <a:cxnSpLocks/>
          </p:cNvCxnSpPr>
          <p:nvPr/>
        </p:nvCxnSpPr>
        <p:spPr>
          <a:xfrm>
            <a:off x="2111749" y="3730823"/>
            <a:ext cx="4572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5905765-EDEE-067A-5C50-79B651E498B1}"/>
              </a:ext>
            </a:extLst>
          </p:cNvPr>
          <p:cNvCxnSpPr>
            <a:cxnSpLocks/>
          </p:cNvCxnSpPr>
          <p:nvPr/>
        </p:nvCxnSpPr>
        <p:spPr>
          <a:xfrm>
            <a:off x="2111749" y="3578423"/>
            <a:ext cx="4572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6525562-6F74-D6F9-D720-ACB6C82E58F6}"/>
              </a:ext>
            </a:extLst>
          </p:cNvPr>
          <p:cNvCxnSpPr>
            <a:cxnSpLocks/>
          </p:cNvCxnSpPr>
          <p:nvPr/>
        </p:nvCxnSpPr>
        <p:spPr>
          <a:xfrm>
            <a:off x="2111749" y="3426023"/>
            <a:ext cx="4572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6142EDD-8595-972B-0DF9-4B985F0162D6}"/>
              </a:ext>
            </a:extLst>
          </p:cNvPr>
          <p:cNvCxnSpPr>
            <a:cxnSpLocks/>
          </p:cNvCxnSpPr>
          <p:nvPr/>
        </p:nvCxnSpPr>
        <p:spPr>
          <a:xfrm>
            <a:off x="2111749" y="3273623"/>
            <a:ext cx="45720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D75FC1F-B147-E934-1D99-013235ADDD4B}"/>
              </a:ext>
            </a:extLst>
          </p:cNvPr>
          <p:cNvCxnSpPr>
            <a:cxnSpLocks/>
          </p:cNvCxnSpPr>
          <p:nvPr/>
        </p:nvCxnSpPr>
        <p:spPr>
          <a:xfrm>
            <a:off x="2111749" y="4111823"/>
            <a:ext cx="457200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216094B-F0F0-6C44-D6B4-DF8B54586849}"/>
              </a:ext>
            </a:extLst>
          </p:cNvPr>
          <p:cNvSpPr txBox="1"/>
          <p:nvPr/>
        </p:nvSpPr>
        <p:spPr>
          <a:xfrm>
            <a:off x="2568949" y="3959423"/>
            <a:ext cx="1059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Read/Write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CE306C2-7974-D94E-962D-9E442E9F77C5}"/>
              </a:ext>
            </a:extLst>
          </p:cNvPr>
          <p:cNvCxnSpPr>
            <a:cxnSpLocks/>
          </p:cNvCxnSpPr>
          <p:nvPr/>
        </p:nvCxnSpPr>
        <p:spPr>
          <a:xfrm>
            <a:off x="2111749" y="4413646"/>
            <a:ext cx="457200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6299F06-0A91-D8CC-723F-7E5B7E521A36}"/>
              </a:ext>
            </a:extLst>
          </p:cNvPr>
          <p:cNvSpPr txBox="1"/>
          <p:nvPr/>
        </p:nvSpPr>
        <p:spPr>
          <a:xfrm>
            <a:off x="2568949" y="4261246"/>
            <a:ext cx="1265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Memory / Port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8DC9EFB-6310-CB77-BE34-E00840D0749A}"/>
              </a:ext>
            </a:extLst>
          </p:cNvPr>
          <p:cNvCxnSpPr>
            <a:cxnSpLocks/>
          </p:cNvCxnSpPr>
          <p:nvPr/>
        </p:nvCxnSpPr>
        <p:spPr>
          <a:xfrm>
            <a:off x="2111749" y="4721423"/>
            <a:ext cx="457200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04DBF7E-F5AF-1237-CA82-CB13043E9C7A}"/>
              </a:ext>
            </a:extLst>
          </p:cNvPr>
          <p:cNvSpPr txBox="1"/>
          <p:nvPr/>
        </p:nvSpPr>
        <p:spPr>
          <a:xfrm>
            <a:off x="2568949" y="4569023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Clock</a:t>
            </a:r>
          </a:p>
        </p:txBody>
      </p:sp>
      <p:sp>
        <p:nvSpPr>
          <p:cNvPr id="56" name="Right Brace 55">
            <a:extLst>
              <a:ext uri="{FF2B5EF4-FFF2-40B4-BE49-F238E27FC236}">
                <a16:creationId xmlns:a16="http://schemas.microsoft.com/office/drawing/2014/main" id="{06FB14E8-6122-AB17-0010-E2C6CCB04E83}"/>
              </a:ext>
            </a:extLst>
          </p:cNvPr>
          <p:cNvSpPr/>
          <p:nvPr/>
        </p:nvSpPr>
        <p:spPr>
          <a:xfrm>
            <a:off x="2645149" y="1749623"/>
            <a:ext cx="304800" cy="12954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1FF024-62C2-CD3A-F5BA-756158305871}"/>
              </a:ext>
            </a:extLst>
          </p:cNvPr>
          <p:cNvSpPr txBox="1"/>
          <p:nvPr/>
        </p:nvSpPr>
        <p:spPr>
          <a:xfrm>
            <a:off x="3026149" y="2241945"/>
            <a:ext cx="2384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Address Bus (16 bits = 64KB)</a:t>
            </a:r>
          </a:p>
        </p:txBody>
      </p:sp>
      <p:sp>
        <p:nvSpPr>
          <p:cNvPr id="58" name="Right Brace 57">
            <a:extLst>
              <a:ext uri="{FF2B5EF4-FFF2-40B4-BE49-F238E27FC236}">
                <a16:creationId xmlns:a16="http://schemas.microsoft.com/office/drawing/2014/main" id="{ED4DC9AC-B4C4-9335-0296-43C1DA212408}"/>
              </a:ext>
            </a:extLst>
          </p:cNvPr>
          <p:cNvSpPr/>
          <p:nvPr/>
        </p:nvSpPr>
        <p:spPr>
          <a:xfrm>
            <a:off x="2645149" y="3194444"/>
            <a:ext cx="304800" cy="68030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B5FCDC-7409-8422-1BA3-9AFB9DDA024E}"/>
              </a:ext>
            </a:extLst>
          </p:cNvPr>
          <p:cNvSpPr txBox="1"/>
          <p:nvPr/>
        </p:nvSpPr>
        <p:spPr>
          <a:xfrm>
            <a:off x="3037052" y="3383458"/>
            <a:ext cx="2804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 Bus (8 bits = 1 Byte at a time)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3A7AE6-4785-61B1-0329-E3B2DFF65E1D}"/>
              </a:ext>
            </a:extLst>
          </p:cNvPr>
          <p:cNvSpPr/>
          <p:nvPr/>
        </p:nvSpPr>
        <p:spPr>
          <a:xfrm>
            <a:off x="817033" y="990600"/>
            <a:ext cx="1295400" cy="5257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2340F2E-EAB6-4603-7C4D-83680A833D68}"/>
              </a:ext>
            </a:extLst>
          </p:cNvPr>
          <p:cNvSpPr/>
          <p:nvPr/>
        </p:nvSpPr>
        <p:spPr>
          <a:xfrm>
            <a:off x="7543800" y="1818613"/>
            <a:ext cx="2667000" cy="1295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Regular read and write instructions access memory space. E.g. MOV instructions.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7392806-A511-4D96-C92A-02D021A05EC6}"/>
              </a:ext>
            </a:extLst>
          </p:cNvPr>
          <p:cNvSpPr/>
          <p:nvPr/>
        </p:nvSpPr>
        <p:spPr>
          <a:xfrm>
            <a:off x="7543800" y="3361663"/>
            <a:ext cx="2667000" cy="1295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IN and OUT instructions access ports.</a:t>
            </a:r>
          </a:p>
        </p:txBody>
      </p:sp>
    </p:spTree>
    <p:extLst>
      <p:ext uri="{BB962C8B-B14F-4D97-AF65-F5344CB8AC3E}">
        <p14:creationId xmlns:p14="http://schemas.microsoft.com/office/powerpoint/2010/main" val="3857069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B09CA-EFB8-7DC2-61B1-45F72E24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A71E-375F-FAC3-3455-D0189B6C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38199"/>
          </a:xfrm>
        </p:spPr>
        <p:txBody>
          <a:bodyPr/>
          <a:lstStyle/>
          <a:p>
            <a:r>
              <a:rPr lang="en-US" dirty="0"/>
              <a:t>Memory-Mapped I/O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7EC21E-8692-9AE2-8F2C-84586E3DDB50}"/>
              </a:ext>
            </a:extLst>
          </p:cNvPr>
          <p:cNvSpPr/>
          <p:nvPr/>
        </p:nvSpPr>
        <p:spPr>
          <a:xfrm>
            <a:off x="2743200" y="1524000"/>
            <a:ext cx="2494132" cy="371083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8ADDF-3B73-0CC1-5476-12A3700E7A7B}"/>
              </a:ext>
            </a:extLst>
          </p:cNvPr>
          <p:cNvSpPr txBox="1"/>
          <p:nvPr/>
        </p:nvSpPr>
        <p:spPr>
          <a:xfrm>
            <a:off x="2687467" y="1131706"/>
            <a:ext cx="2549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Memory Space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34E52A-1D1F-26E0-19C2-1CB4FCA24028}"/>
              </a:ext>
            </a:extLst>
          </p:cNvPr>
          <p:cNvSpPr txBox="1"/>
          <p:nvPr/>
        </p:nvSpPr>
        <p:spPr>
          <a:xfrm>
            <a:off x="2435102" y="1383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91535-DB3B-1FE1-6985-04B7EB4F7960}"/>
              </a:ext>
            </a:extLst>
          </p:cNvPr>
          <p:cNvSpPr txBox="1"/>
          <p:nvPr/>
        </p:nvSpPr>
        <p:spPr>
          <a:xfrm>
            <a:off x="1848495" y="5029200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0xFFFF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7A684-94B1-55DE-785E-E3F6E8BB53C4}"/>
              </a:ext>
            </a:extLst>
          </p:cNvPr>
          <p:cNvCxnSpPr>
            <a:cxnSpLocks/>
          </p:cNvCxnSpPr>
          <p:nvPr/>
        </p:nvCxnSpPr>
        <p:spPr>
          <a:xfrm>
            <a:off x="2743200" y="3276600"/>
            <a:ext cx="24941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6035901-4169-05F2-A9FB-8084B40E6695}"/>
              </a:ext>
            </a:extLst>
          </p:cNvPr>
          <p:cNvSpPr txBox="1"/>
          <p:nvPr/>
        </p:nvSpPr>
        <p:spPr>
          <a:xfrm>
            <a:off x="2971800" y="2221069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Random Access Memory (RAM)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F19013-CEFC-6FB2-3D50-5B9314046442}"/>
              </a:ext>
            </a:extLst>
          </p:cNvPr>
          <p:cNvSpPr txBox="1"/>
          <p:nvPr/>
        </p:nvSpPr>
        <p:spPr>
          <a:xfrm>
            <a:off x="2933699" y="355278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Empty Space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7DAAF5-9507-0E2C-03D9-2F8DC9B68DAD}"/>
              </a:ext>
            </a:extLst>
          </p:cNvPr>
          <p:cNvCxnSpPr>
            <a:cxnSpLocks/>
          </p:cNvCxnSpPr>
          <p:nvPr/>
        </p:nvCxnSpPr>
        <p:spPr>
          <a:xfrm>
            <a:off x="2743200" y="4191000"/>
            <a:ext cx="24941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BB92B05-EC84-6E00-B2D0-B1C542DAA294}"/>
              </a:ext>
            </a:extLst>
          </p:cNvPr>
          <p:cNvSpPr txBox="1"/>
          <p:nvPr/>
        </p:nvSpPr>
        <p:spPr>
          <a:xfrm>
            <a:off x="2971800" y="4459069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Memory-Mapped</a:t>
            </a:r>
            <a:br>
              <a:rPr lang="en-US" dirty="0"/>
            </a:br>
            <a:r>
              <a:rPr lang="en-US" dirty="0"/>
              <a:t>I/O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8034F2-AAEC-AE04-6907-057D37932BF6}"/>
              </a:ext>
            </a:extLst>
          </p:cNvPr>
          <p:cNvSpPr/>
          <p:nvPr/>
        </p:nvSpPr>
        <p:spPr>
          <a:xfrm>
            <a:off x="6705600" y="2086684"/>
            <a:ext cx="2929466" cy="237238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Devices can be mapped into memory space instead of I/O space and so regular MOV instructions can be used to access them.</a:t>
            </a:r>
          </a:p>
        </p:txBody>
      </p:sp>
    </p:spTree>
    <p:extLst>
      <p:ext uri="{BB962C8B-B14F-4D97-AF65-F5344CB8AC3E}">
        <p14:creationId xmlns:p14="http://schemas.microsoft.com/office/powerpoint/2010/main" val="4037328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8E95-F97B-4722-3676-EC438835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793D-328C-F0B6-190C-BD4E059F7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38199"/>
          </a:xfrm>
        </p:spPr>
        <p:txBody>
          <a:bodyPr/>
          <a:lstStyle/>
          <a:p>
            <a:r>
              <a:rPr lang="en-US" dirty="0"/>
              <a:t>A Contemporary CPU…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D2402B-3741-4ED7-D5A9-629AD3F786A4}"/>
              </a:ext>
            </a:extLst>
          </p:cNvPr>
          <p:cNvSpPr/>
          <p:nvPr/>
        </p:nvSpPr>
        <p:spPr>
          <a:xfrm>
            <a:off x="817032" y="990600"/>
            <a:ext cx="3145368" cy="5257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CPU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C391D78-5D2C-8066-03EF-65472D8C5A96}"/>
              </a:ext>
            </a:extLst>
          </p:cNvPr>
          <p:cNvSpPr/>
          <p:nvPr/>
        </p:nvSpPr>
        <p:spPr>
          <a:xfrm>
            <a:off x="8534400" y="514350"/>
            <a:ext cx="2971800" cy="25336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PCIe Channels appear in the </a:t>
            </a:r>
            <a:r>
              <a:rPr lang="en-US" i="1" dirty="0"/>
              <a:t>memory</a:t>
            </a:r>
            <a:r>
              <a:rPr lang="en-US" dirty="0"/>
              <a:t> space of the CPU.</a:t>
            </a:r>
          </a:p>
          <a:p>
            <a:r>
              <a:rPr lang="en-US" dirty="0"/>
              <a:t>Writing to certain memory addresses results in messages sent to the corresponding PCIe Channels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B594AB7-6D84-980B-6E3A-FDF904FFB083}"/>
              </a:ext>
            </a:extLst>
          </p:cNvPr>
          <p:cNvSpPr/>
          <p:nvPr/>
        </p:nvSpPr>
        <p:spPr>
          <a:xfrm>
            <a:off x="9067800" y="3409949"/>
            <a:ext cx="2667000" cy="137583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IN and OUT instructions are obsolete. But compatibility hardware still supports them.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0CC588-7EE3-5EF4-3B09-4E9B8D632462}"/>
              </a:ext>
            </a:extLst>
          </p:cNvPr>
          <p:cNvSpPr/>
          <p:nvPr/>
        </p:nvSpPr>
        <p:spPr>
          <a:xfrm>
            <a:off x="2209800" y="1752600"/>
            <a:ext cx="1524000" cy="1752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br>
              <a:rPr lang="en-US" dirty="0"/>
            </a:br>
            <a:r>
              <a:rPr lang="en-US" dirty="0"/>
              <a:t>Controller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8E372C-E384-AF8F-F7D8-6EB2C59729B3}"/>
              </a:ext>
            </a:extLst>
          </p:cNvPr>
          <p:cNvSpPr/>
          <p:nvPr/>
        </p:nvSpPr>
        <p:spPr>
          <a:xfrm>
            <a:off x="4563533" y="1752600"/>
            <a:ext cx="1524000" cy="17526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br>
              <a:rPr lang="en-US" dirty="0"/>
            </a:br>
            <a:r>
              <a:rPr lang="en-US" dirty="0"/>
              <a:t>DIMMS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C1AF38-52E8-6632-85E7-3AD700FE992F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3733800" y="2628900"/>
            <a:ext cx="829733" cy="0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026DF4-1782-B8CE-AE1D-98E6A84DB182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2971800" y="3505200"/>
            <a:ext cx="0" cy="457200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>
            <a:extLst>
              <a:ext uri="{FF2B5EF4-FFF2-40B4-BE49-F238E27FC236}">
                <a16:creationId xmlns:a16="http://schemas.microsoft.com/office/drawing/2014/main" id="{EDCCAF9B-F024-6A26-9CFE-AF15C7ED37CA}"/>
              </a:ext>
            </a:extLst>
          </p:cNvPr>
          <p:cNvSpPr/>
          <p:nvPr/>
        </p:nvSpPr>
        <p:spPr>
          <a:xfrm>
            <a:off x="5410200" y="3810000"/>
            <a:ext cx="1676400" cy="533400"/>
          </a:xfrm>
          <a:prstGeom prst="hex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3B33F0E0-4872-7B64-D8A7-617EF0987218}"/>
              </a:ext>
            </a:extLst>
          </p:cNvPr>
          <p:cNvSpPr/>
          <p:nvPr/>
        </p:nvSpPr>
        <p:spPr>
          <a:xfrm>
            <a:off x="5410200" y="4457699"/>
            <a:ext cx="1676400" cy="533400"/>
          </a:xfrm>
          <a:prstGeom prst="hex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380A9BBC-D9D0-12F4-F1BD-B9AD6B5BC237}"/>
              </a:ext>
            </a:extLst>
          </p:cNvPr>
          <p:cNvSpPr/>
          <p:nvPr/>
        </p:nvSpPr>
        <p:spPr>
          <a:xfrm>
            <a:off x="5410200" y="5105400"/>
            <a:ext cx="1676400" cy="533400"/>
          </a:xfrm>
          <a:prstGeom prst="hex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8BE66AA-0736-A0D5-1ED2-1E3E839DFFBB}"/>
              </a:ext>
            </a:extLst>
          </p:cNvPr>
          <p:cNvSpPr/>
          <p:nvPr/>
        </p:nvSpPr>
        <p:spPr>
          <a:xfrm>
            <a:off x="5410200" y="5786967"/>
            <a:ext cx="1676400" cy="533400"/>
          </a:xfrm>
          <a:prstGeom prst="hex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366C60-0D0F-19EF-A9DE-393899F965B2}"/>
              </a:ext>
            </a:extLst>
          </p:cNvPr>
          <p:cNvCxnSpPr>
            <a:cxnSpLocks/>
            <a:endCxn id="14" idx="3"/>
          </p:cNvCxnSpPr>
          <p:nvPr/>
        </p:nvCxnSpPr>
        <p:spPr>
          <a:xfrm flipV="1">
            <a:off x="3657600" y="4076700"/>
            <a:ext cx="1752600" cy="216959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EEE8C8-CE1D-A50E-722A-B7682B8145AD}"/>
              </a:ext>
            </a:extLst>
          </p:cNvPr>
          <p:cNvCxnSpPr>
            <a:cxnSpLocks/>
            <a:endCxn id="15" idx="3"/>
          </p:cNvCxnSpPr>
          <p:nvPr/>
        </p:nvCxnSpPr>
        <p:spPr>
          <a:xfrm>
            <a:off x="3657600" y="4560359"/>
            <a:ext cx="1752600" cy="164040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031957A-E665-81D6-211A-B3895893029F}"/>
              </a:ext>
            </a:extLst>
          </p:cNvPr>
          <p:cNvCxnSpPr>
            <a:cxnSpLocks/>
            <a:endCxn id="16" idx="3"/>
          </p:cNvCxnSpPr>
          <p:nvPr/>
        </p:nvCxnSpPr>
        <p:spPr>
          <a:xfrm>
            <a:off x="3657600" y="4933948"/>
            <a:ext cx="1752600" cy="438152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32503CD-B83B-A691-4157-36BD97F74864}"/>
              </a:ext>
            </a:extLst>
          </p:cNvPr>
          <p:cNvCxnSpPr>
            <a:cxnSpLocks/>
            <a:endCxn id="17" idx="3"/>
          </p:cNvCxnSpPr>
          <p:nvPr/>
        </p:nvCxnSpPr>
        <p:spPr>
          <a:xfrm>
            <a:off x="3657600" y="5372100"/>
            <a:ext cx="1752600" cy="681567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5869E75-7944-224D-86A4-3B314BDACAFC}"/>
              </a:ext>
            </a:extLst>
          </p:cNvPr>
          <p:cNvSpPr txBox="1"/>
          <p:nvPr/>
        </p:nvSpPr>
        <p:spPr>
          <a:xfrm>
            <a:off x="3886200" y="5788337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PCIe</a:t>
            </a:r>
            <a:br>
              <a:rPr lang="en-US" dirty="0"/>
            </a:br>
            <a:r>
              <a:rPr lang="en-US" dirty="0"/>
              <a:t>Channels</a:t>
            </a:r>
          </a:p>
        </p:txBody>
      </p:sp>
      <p:sp>
        <p:nvSpPr>
          <p:cNvPr id="77" name="Right Brace 76">
            <a:extLst>
              <a:ext uri="{FF2B5EF4-FFF2-40B4-BE49-F238E27FC236}">
                <a16:creationId xmlns:a16="http://schemas.microsoft.com/office/drawing/2014/main" id="{0FBAD36F-7A44-8649-EE1D-7176552D83B8}"/>
              </a:ext>
            </a:extLst>
          </p:cNvPr>
          <p:cNvSpPr/>
          <p:nvPr/>
        </p:nvSpPr>
        <p:spPr>
          <a:xfrm>
            <a:off x="7162800" y="3657600"/>
            <a:ext cx="303459" cy="28194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9C8060-060B-4994-9EDC-2632F84521E8}"/>
              </a:ext>
            </a:extLst>
          </p:cNvPr>
          <p:cNvSpPr txBox="1"/>
          <p:nvPr/>
        </p:nvSpPr>
        <p:spPr>
          <a:xfrm>
            <a:off x="7533992" y="4805690"/>
            <a:ext cx="142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Devices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918530-2A13-721B-053A-DDE6FA41187B}"/>
              </a:ext>
            </a:extLst>
          </p:cNvPr>
          <p:cNvSpPr/>
          <p:nvPr/>
        </p:nvSpPr>
        <p:spPr>
          <a:xfrm>
            <a:off x="2209800" y="3962400"/>
            <a:ext cx="1524000" cy="1752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  <a:br>
              <a:rPr lang="en-US" dirty="0"/>
            </a:br>
            <a:r>
              <a:rPr lang="en-US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3480454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AC187-55B0-3720-50DE-CCF7ED47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96A4-15B4-C0EF-3E30-77A78C2F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38199"/>
          </a:xfrm>
        </p:spPr>
        <p:txBody>
          <a:bodyPr/>
          <a:lstStyle/>
          <a:p>
            <a:r>
              <a:rPr lang="en-US" dirty="0"/>
              <a:t>Direct Memory Access (DMA)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32F4C5-DF9A-472F-F916-9A21ED6C60EA}"/>
              </a:ext>
            </a:extLst>
          </p:cNvPr>
          <p:cNvSpPr/>
          <p:nvPr/>
        </p:nvSpPr>
        <p:spPr>
          <a:xfrm>
            <a:off x="817032" y="990600"/>
            <a:ext cx="3145368" cy="5257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CPU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A87FA44-81A5-4A02-4ADA-39AD3D34FFEC}"/>
              </a:ext>
            </a:extLst>
          </p:cNvPr>
          <p:cNvSpPr/>
          <p:nvPr/>
        </p:nvSpPr>
        <p:spPr>
          <a:xfrm>
            <a:off x="8988119" y="512232"/>
            <a:ext cx="3048000" cy="5257800"/>
          </a:xfrm>
          <a:prstGeom prst="roundRect">
            <a:avLst>
              <a:gd name="adj" fmla="val 458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CPU can command a device to read or write directly to memory.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CPU commands device to begin data transfer (e.g. drive to memory).</a:t>
            </a:r>
          </a:p>
          <a:p>
            <a:pPr marL="342900" indent="-342900">
              <a:buAutoNum type="arabicPeriod"/>
            </a:pPr>
            <a:r>
              <a:rPr lang="en-US" dirty="0"/>
              <a:t>Device performs the data transfer.</a:t>
            </a:r>
          </a:p>
          <a:p>
            <a:pPr marL="342900" indent="-342900">
              <a:buAutoNum type="arabicPeriod"/>
            </a:pPr>
            <a:r>
              <a:rPr lang="en-US" dirty="0"/>
              <a:t>Device interrupts the processor indicating that transfer is complete.</a:t>
            </a:r>
          </a:p>
          <a:p>
            <a:endParaRPr lang="en-US" dirty="0"/>
          </a:p>
          <a:p>
            <a:r>
              <a:rPr lang="en-US" dirty="0"/>
              <a:t>This is much faster than having the CPU read data from a device and write it to memory.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149A2F-A092-6001-5713-8FACDD0B3A5A}"/>
              </a:ext>
            </a:extLst>
          </p:cNvPr>
          <p:cNvSpPr/>
          <p:nvPr/>
        </p:nvSpPr>
        <p:spPr>
          <a:xfrm>
            <a:off x="2209800" y="1752600"/>
            <a:ext cx="1524000" cy="1752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br>
              <a:rPr lang="en-US" dirty="0"/>
            </a:br>
            <a:r>
              <a:rPr lang="en-US" dirty="0"/>
              <a:t>Controller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00B2E5-885B-C5B2-A9F3-C5964502A4AD}"/>
              </a:ext>
            </a:extLst>
          </p:cNvPr>
          <p:cNvSpPr/>
          <p:nvPr/>
        </p:nvSpPr>
        <p:spPr>
          <a:xfrm>
            <a:off x="4563533" y="1752600"/>
            <a:ext cx="1524000" cy="17526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br>
              <a:rPr lang="en-US" dirty="0"/>
            </a:br>
            <a:r>
              <a:rPr lang="en-US" dirty="0"/>
              <a:t>DIMMS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3A125A-695A-79CA-17D0-7BB34CAAE393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3733800" y="2628900"/>
            <a:ext cx="829733" cy="0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052F0A-187B-19F8-692E-12D35F6675DF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2971800" y="3505200"/>
            <a:ext cx="0" cy="457200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>
            <a:extLst>
              <a:ext uri="{FF2B5EF4-FFF2-40B4-BE49-F238E27FC236}">
                <a16:creationId xmlns:a16="http://schemas.microsoft.com/office/drawing/2014/main" id="{17CF75F6-9BD9-F2DF-D384-611AD40C1CBF}"/>
              </a:ext>
            </a:extLst>
          </p:cNvPr>
          <p:cNvSpPr/>
          <p:nvPr/>
        </p:nvSpPr>
        <p:spPr>
          <a:xfrm>
            <a:off x="5410200" y="3810000"/>
            <a:ext cx="1676400" cy="533400"/>
          </a:xfrm>
          <a:prstGeom prst="hex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0347FAC4-734E-5954-9DD5-E3A705BEB3E5}"/>
              </a:ext>
            </a:extLst>
          </p:cNvPr>
          <p:cNvSpPr/>
          <p:nvPr/>
        </p:nvSpPr>
        <p:spPr>
          <a:xfrm>
            <a:off x="5410200" y="4457699"/>
            <a:ext cx="1676400" cy="533400"/>
          </a:xfrm>
          <a:prstGeom prst="hex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24E336D9-A532-5B22-6597-7B0A8E98C87B}"/>
              </a:ext>
            </a:extLst>
          </p:cNvPr>
          <p:cNvSpPr/>
          <p:nvPr/>
        </p:nvSpPr>
        <p:spPr>
          <a:xfrm>
            <a:off x="5410200" y="5105400"/>
            <a:ext cx="1676400" cy="533400"/>
          </a:xfrm>
          <a:prstGeom prst="hex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81C1F50E-8A2F-AF40-0358-79B3A213E7F2}"/>
              </a:ext>
            </a:extLst>
          </p:cNvPr>
          <p:cNvSpPr/>
          <p:nvPr/>
        </p:nvSpPr>
        <p:spPr>
          <a:xfrm>
            <a:off x="5410200" y="5786967"/>
            <a:ext cx="1676400" cy="533400"/>
          </a:xfrm>
          <a:prstGeom prst="hexag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2D2923-7E0D-BECA-E1CB-92BB90F8A194}"/>
              </a:ext>
            </a:extLst>
          </p:cNvPr>
          <p:cNvCxnSpPr>
            <a:cxnSpLocks/>
            <a:endCxn id="14" idx="3"/>
          </p:cNvCxnSpPr>
          <p:nvPr/>
        </p:nvCxnSpPr>
        <p:spPr>
          <a:xfrm flipV="1">
            <a:off x="3657600" y="4076700"/>
            <a:ext cx="1752600" cy="216959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E2C65E-E5B2-3031-F427-0F1349E5C1F5}"/>
              </a:ext>
            </a:extLst>
          </p:cNvPr>
          <p:cNvCxnSpPr>
            <a:cxnSpLocks/>
            <a:endCxn id="15" idx="3"/>
          </p:cNvCxnSpPr>
          <p:nvPr/>
        </p:nvCxnSpPr>
        <p:spPr>
          <a:xfrm>
            <a:off x="3657600" y="4560359"/>
            <a:ext cx="1752600" cy="164040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819BD22-54D5-CAA9-D6A3-98E0E9BE8E83}"/>
              </a:ext>
            </a:extLst>
          </p:cNvPr>
          <p:cNvCxnSpPr>
            <a:cxnSpLocks/>
            <a:endCxn id="16" idx="3"/>
          </p:cNvCxnSpPr>
          <p:nvPr/>
        </p:nvCxnSpPr>
        <p:spPr>
          <a:xfrm>
            <a:off x="3657600" y="4933948"/>
            <a:ext cx="1752600" cy="438152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DB46F27-2094-37DA-1397-F58921A3CEC4}"/>
              </a:ext>
            </a:extLst>
          </p:cNvPr>
          <p:cNvCxnSpPr>
            <a:cxnSpLocks/>
            <a:endCxn id="17" idx="3"/>
          </p:cNvCxnSpPr>
          <p:nvPr/>
        </p:nvCxnSpPr>
        <p:spPr>
          <a:xfrm>
            <a:off x="3657600" y="5372100"/>
            <a:ext cx="1752600" cy="681567"/>
          </a:xfrm>
          <a:prstGeom prst="line">
            <a:avLst/>
          </a:prstGeom>
          <a:ln w="762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12488B66-BC4B-D84F-ADDA-068B1BEE5D09}"/>
              </a:ext>
            </a:extLst>
          </p:cNvPr>
          <p:cNvSpPr txBox="1"/>
          <p:nvPr/>
        </p:nvSpPr>
        <p:spPr>
          <a:xfrm>
            <a:off x="3886200" y="5788337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PCIe</a:t>
            </a:r>
            <a:br>
              <a:rPr lang="en-US" dirty="0"/>
            </a:br>
            <a:r>
              <a:rPr lang="en-US" dirty="0"/>
              <a:t>Channels</a:t>
            </a:r>
          </a:p>
        </p:txBody>
      </p:sp>
      <p:sp>
        <p:nvSpPr>
          <p:cNvPr id="77" name="Right Brace 76">
            <a:extLst>
              <a:ext uri="{FF2B5EF4-FFF2-40B4-BE49-F238E27FC236}">
                <a16:creationId xmlns:a16="http://schemas.microsoft.com/office/drawing/2014/main" id="{C5A1C3F3-8E8C-488D-1BBF-D1DBC6D4A34C}"/>
              </a:ext>
            </a:extLst>
          </p:cNvPr>
          <p:cNvSpPr/>
          <p:nvPr/>
        </p:nvSpPr>
        <p:spPr>
          <a:xfrm>
            <a:off x="7162800" y="3657600"/>
            <a:ext cx="303459" cy="28194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429F8E-30F5-886E-BE38-992055E1F4BF}"/>
              </a:ext>
            </a:extLst>
          </p:cNvPr>
          <p:cNvSpPr txBox="1"/>
          <p:nvPr/>
        </p:nvSpPr>
        <p:spPr>
          <a:xfrm>
            <a:off x="7533992" y="4805690"/>
            <a:ext cx="142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Devices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34BC1F-4EB5-8D4D-2F75-A96342B64468}"/>
              </a:ext>
            </a:extLst>
          </p:cNvPr>
          <p:cNvSpPr/>
          <p:nvPr/>
        </p:nvSpPr>
        <p:spPr>
          <a:xfrm>
            <a:off x="2209800" y="3962400"/>
            <a:ext cx="1524000" cy="1752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  <a:br>
              <a:rPr lang="en-US" dirty="0"/>
            </a:br>
            <a:r>
              <a:rPr lang="en-US" dirty="0"/>
              <a:t>Controller</a:t>
            </a:r>
          </a:p>
        </p:txBody>
      </p:sp>
      <p:sp>
        <p:nvSpPr>
          <p:cNvPr id="5" name="Arrow: Circular 4">
            <a:extLst>
              <a:ext uri="{FF2B5EF4-FFF2-40B4-BE49-F238E27FC236}">
                <a16:creationId xmlns:a16="http://schemas.microsoft.com/office/drawing/2014/main" id="{22904AF3-ADA2-B768-D551-3D294DFF75D5}"/>
              </a:ext>
            </a:extLst>
          </p:cNvPr>
          <p:cNvSpPr/>
          <p:nvPr/>
        </p:nvSpPr>
        <p:spPr>
          <a:xfrm>
            <a:off x="2133600" y="-152399"/>
            <a:ext cx="7543800" cy="6206066"/>
          </a:xfrm>
          <a:prstGeom prst="circularArrow">
            <a:avLst>
              <a:gd name="adj1" fmla="val 8323"/>
              <a:gd name="adj2" fmla="val 870704"/>
              <a:gd name="adj3" fmla="val 9996012"/>
              <a:gd name="adj4" fmla="val 5377609"/>
              <a:gd name="adj5" fmla="val 12500"/>
            </a:avLst>
          </a:prstGeom>
          <a:solidFill>
            <a:srgbClr val="000000">
              <a:alpha val="4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21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454F5-AD7C-9580-8EA6-2D68FD59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1AB81-85E2-43B2-4E60-8B43FF25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38199"/>
          </a:xfrm>
        </p:spPr>
        <p:txBody>
          <a:bodyPr/>
          <a:lstStyle/>
          <a:p>
            <a:r>
              <a:rPr lang="en-US" dirty="0"/>
              <a:t>Processor Interrupt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D3A0D7-DA83-3E95-1224-1FAAA9C4E512}"/>
              </a:ext>
            </a:extLst>
          </p:cNvPr>
          <p:cNvSpPr/>
          <p:nvPr/>
        </p:nvSpPr>
        <p:spPr>
          <a:xfrm>
            <a:off x="817032" y="990600"/>
            <a:ext cx="3145368" cy="5257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CPU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D2F37A8-AB39-3AB0-244B-B0C5ECC19237}"/>
              </a:ext>
            </a:extLst>
          </p:cNvPr>
          <p:cNvSpPr/>
          <p:nvPr/>
        </p:nvSpPr>
        <p:spPr>
          <a:xfrm>
            <a:off x="7377113" y="304800"/>
            <a:ext cx="3048000" cy="2895600"/>
          </a:xfrm>
          <a:prstGeom prst="roundRect">
            <a:avLst>
              <a:gd name="adj" fmla="val 458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Devices can interrupt the CPU when they need service: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ready from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network packet arrived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key pressed on the keyboard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mouse 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timer interval expired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814D6DC-70FE-49F9-3E02-6E03A6902259}"/>
              </a:ext>
            </a:extLst>
          </p:cNvPr>
          <p:cNvSpPr/>
          <p:nvPr/>
        </p:nvSpPr>
        <p:spPr>
          <a:xfrm>
            <a:off x="3426941" y="1935892"/>
            <a:ext cx="2125362" cy="856735"/>
          </a:xfrm>
          <a:custGeom>
            <a:avLst/>
            <a:gdLst>
              <a:gd name="connsiteX0" fmla="*/ 2125362 w 2125362"/>
              <a:gd name="connsiteY0" fmla="*/ 0 h 856735"/>
              <a:gd name="connsiteX1" fmla="*/ 815545 w 2125362"/>
              <a:gd name="connsiteY1" fmla="*/ 494270 h 856735"/>
              <a:gd name="connsiteX2" fmla="*/ 1186248 w 2125362"/>
              <a:gd name="connsiteY2" fmla="*/ 494270 h 856735"/>
              <a:gd name="connsiteX3" fmla="*/ 0 w 2125362"/>
              <a:gd name="connsiteY3" fmla="*/ 856735 h 856735"/>
              <a:gd name="connsiteX4" fmla="*/ 0 w 2125362"/>
              <a:gd name="connsiteY4" fmla="*/ 823784 h 856735"/>
              <a:gd name="connsiteX0" fmla="*/ 2125362 w 2125362"/>
              <a:gd name="connsiteY0" fmla="*/ 0 h 856735"/>
              <a:gd name="connsiteX1" fmla="*/ 815545 w 2125362"/>
              <a:gd name="connsiteY1" fmla="*/ 494270 h 856735"/>
              <a:gd name="connsiteX2" fmla="*/ 1186248 w 2125362"/>
              <a:gd name="connsiteY2" fmla="*/ 494270 h 856735"/>
              <a:gd name="connsiteX3" fmla="*/ 0 w 2125362"/>
              <a:gd name="connsiteY3" fmla="*/ 856735 h 856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362" h="856735">
                <a:moveTo>
                  <a:pt x="2125362" y="0"/>
                </a:moveTo>
                <a:lnTo>
                  <a:pt x="815545" y="494270"/>
                </a:lnTo>
                <a:lnTo>
                  <a:pt x="1186248" y="494270"/>
                </a:lnTo>
                <a:lnTo>
                  <a:pt x="0" y="856735"/>
                </a:lnTo>
              </a:path>
            </a:pathLst>
          </a:custGeom>
          <a:noFill/>
          <a:ln w="34925"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Mouse with solid fill">
            <a:extLst>
              <a:ext uri="{FF2B5EF4-FFF2-40B4-BE49-F238E27FC236}">
                <a16:creationId xmlns:a16="http://schemas.microsoft.com/office/drawing/2014/main" id="{558DB4BA-0F9B-D132-73A0-BB626CB1D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1728" y="945292"/>
            <a:ext cx="1981200" cy="19812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D86AB2-8FB0-E226-BAD6-748C331886A4}"/>
              </a:ext>
            </a:extLst>
          </p:cNvPr>
          <p:cNvSpPr/>
          <p:nvPr/>
        </p:nvSpPr>
        <p:spPr>
          <a:xfrm>
            <a:off x="4761728" y="3590925"/>
            <a:ext cx="3048000" cy="1494524"/>
          </a:xfrm>
          <a:prstGeom prst="roundRect">
            <a:avLst>
              <a:gd name="adj" fmla="val 458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processor saves the state of the current thread, switches to kernel mode, and services the interrupt.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94D59F-FA16-1D73-7D55-9FF110A6912F}"/>
              </a:ext>
            </a:extLst>
          </p:cNvPr>
          <p:cNvSpPr/>
          <p:nvPr/>
        </p:nvSpPr>
        <p:spPr>
          <a:xfrm>
            <a:off x="8610600" y="4520513"/>
            <a:ext cx="3387197" cy="1819274"/>
          </a:xfrm>
          <a:prstGeom prst="roundRect">
            <a:avLst>
              <a:gd name="adj" fmla="val 458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Software can also generate “software interrupts” using the INT or SYSCALL instructions. These are used to make calls from user mode into the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442332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F16F0-59A0-DD6A-0B07-A4FDDA775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4C4A-8F02-64BC-CA67-CD3AC8716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38199"/>
          </a:xfrm>
        </p:spPr>
        <p:txBody>
          <a:bodyPr/>
          <a:lstStyle/>
          <a:p>
            <a:r>
              <a:rPr lang="en-US" dirty="0"/>
              <a:t>PCIe is a High-Speed Network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333C8E-52CF-37FA-2B2B-15EB9F1A81AF}"/>
              </a:ext>
            </a:extLst>
          </p:cNvPr>
          <p:cNvSpPr/>
          <p:nvPr/>
        </p:nvSpPr>
        <p:spPr>
          <a:xfrm>
            <a:off x="5181600" y="1219200"/>
            <a:ext cx="18288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PCIe</a:t>
            </a:r>
            <a:br>
              <a:rPr lang="en-US" dirty="0"/>
            </a:br>
            <a:r>
              <a:rPr lang="en-US" dirty="0"/>
              <a:t>Root Complex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DEE058-5701-3C10-66A9-CC75725EA7C1}"/>
              </a:ext>
            </a:extLst>
          </p:cNvPr>
          <p:cNvSpPr/>
          <p:nvPr/>
        </p:nvSpPr>
        <p:spPr>
          <a:xfrm>
            <a:off x="5181600" y="2819400"/>
            <a:ext cx="1828800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Root Port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DAB2C8-6ED5-E06B-C64F-54164795420B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6096000" y="2133600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41C1FCC-DBAE-A1B5-3257-A32A244F7327}"/>
              </a:ext>
            </a:extLst>
          </p:cNvPr>
          <p:cNvSpPr/>
          <p:nvPr/>
        </p:nvSpPr>
        <p:spPr>
          <a:xfrm>
            <a:off x="3200400" y="2819400"/>
            <a:ext cx="1828800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Root Port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C9741CF-4C1C-0112-2698-1CDCC42C5DBC}"/>
              </a:ext>
            </a:extLst>
          </p:cNvPr>
          <p:cNvSpPr/>
          <p:nvPr/>
        </p:nvSpPr>
        <p:spPr>
          <a:xfrm>
            <a:off x="7162800" y="2819400"/>
            <a:ext cx="1828800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Root Port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FD28096-D254-A5F0-FDCD-84AF03F9ADCD}"/>
              </a:ext>
            </a:extLst>
          </p:cNvPr>
          <p:cNvSpPr/>
          <p:nvPr/>
        </p:nvSpPr>
        <p:spPr>
          <a:xfrm>
            <a:off x="1219200" y="2819400"/>
            <a:ext cx="1828800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Root Port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906B311-7617-EBEC-8E4B-9EEA269BA0B2}"/>
              </a:ext>
            </a:extLst>
          </p:cNvPr>
          <p:cNvSpPr/>
          <p:nvPr/>
        </p:nvSpPr>
        <p:spPr>
          <a:xfrm>
            <a:off x="9144000" y="2819400"/>
            <a:ext cx="1828800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Root Port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D25DF950-2010-290F-2FE1-230FFCF39513}"/>
              </a:ext>
            </a:extLst>
          </p:cNvPr>
          <p:cNvCxnSpPr>
            <a:stCxn id="7" idx="2"/>
            <a:endCxn id="23" idx="0"/>
          </p:cNvCxnSpPr>
          <p:nvPr/>
        </p:nvCxnSpPr>
        <p:spPr>
          <a:xfrm rot="5400000">
            <a:off x="4762500" y="1485900"/>
            <a:ext cx="685800" cy="1981200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803AD66-EAEC-EAB2-2B00-878E1E3F006D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 rot="5400000">
            <a:off x="3771900" y="495300"/>
            <a:ext cx="685800" cy="39624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7063CD7-ACD5-F2C1-A53B-8E81BDB45CB8}"/>
              </a:ext>
            </a:extLst>
          </p:cNvPr>
          <p:cNvCxnSpPr>
            <a:cxnSpLocks/>
            <a:stCxn id="7" idx="2"/>
            <a:endCxn id="26" idx="0"/>
          </p:cNvCxnSpPr>
          <p:nvPr/>
        </p:nvCxnSpPr>
        <p:spPr>
          <a:xfrm rot="16200000" flipH="1">
            <a:off x="6743700" y="1485900"/>
            <a:ext cx="685800" cy="1981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03CCBE9-6317-D6B9-0DE0-97D65693CD26}"/>
              </a:ext>
            </a:extLst>
          </p:cNvPr>
          <p:cNvCxnSpPr>
            <a:cxnSpLocks/>
            <a:stCxn id="7" idx="2"/>
            <a:endCxn id="28" idx="0"/>
          </p:cNvCxnSpPr>
          <p:nvPr/>
        </p:nvCxnSpPr>
        <p:spPr>
          <a:xfrm rot="16200000" flipH="1">
            <a:off x="7734300" y="495300"/>
            <a:ext cx="685800" cy="39624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8B1E2E4-ED94-8768-9343-4EA6B5B93D42}"/>
              </a:ext>
            </a:extLst>
          </p:cNvPr>
          <p:cNvSpPr/>
          <p:nvPr/>
        </p:nvSpPr>
        <p:spPr>
          <a:xfrm>
            <a:off x="1219200" y="4114800"/>
            <a:ext cx="18288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GPU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CE28E06-BABE-8315-AF4F-6239D57621DA}"/>
              </a:ext>
            </a:extLst>
          </p:cNvPr>
          <p:cNvCxnSpPr>
            <a:stCxn id="27" idx="2"/>
            <a:endCxn id="45" idx="0"/>
          </p:cNvCxnSpPr>
          <p:nvPr/>
        </p:nvCxnSpPr>
        <p:spPr>
          <a:xfrm>
            <a:off x="2133600" y="37338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631BA6D-6DF2-57FC-1E9E-44FAF4405EF4}"/>
              </a:ext>
            </a:extLst>
          </p:cNvPr>
          <p:cNvSpPr/>
          <p:nvPr/>
        </p:nvSpPr>
        <p:spPr>
          <a:xfrm>
            <a:off x="3200400" y="4114800"/>
            <a:ext cx="18288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SSD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1BC18EA-2C66-A609-709C-AC4C53EE489D}"/>
              </a:ext>
            </a:extLst>
          </p:cNvPr>
          <p:cNvCxnSpPr>
            <a:cxnSpLocks/>
            <a:stCxn id="23" idx="2"/>
            <a:endCxn id="49" idx="0"/>
          </p:cNvCxnSpPr>
          <p:nvPr/>
        </p:nvCxnSpPr>
        <p:spPr>
          <a:xfrm>
            <a:off x="4114800" y="37338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2E65F7B-99D0-D106-8292-5286B671E3E9}"/>
              </a:ext>
            </a:extLst>
          </p:cNvPr>
          <p:cNvSpPr/>
          <p:nvPr/>
        </p:nvSpPr>
        <p:spPr>
          <a:xfrm>
            <a:off x="7162800" y="4111911"/>
            <a:ext cx="18288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Network</a:t>
            </a:r>
            <a:br>
              <a:rPr lang="en-US" dirty="0"/>
            </a:br>
            <a:r>
              <a:rPr lang="en-US" dirty="0"/>
              <a:t>Adapter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E3946DB-CB30-730D-7EB0-9108432F4697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>
            <a:off x="8077200" y="3733800"/>
            <a:ext cx="0" cy="3781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C177CEF-3145-3742-74B8-1B5D0BAFC3B3}"/>
              </a:ext>
            </a:extLst>
          </p:cNvPr>
          <p:cNvSpPr/>
          <p:nvPr/>
        </p:nvSpPr>
        <p:spPr>
          <a:xfrm>
            <a:off x="5181600" y="4113717"/>
            <a:ext cx="1828800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PCI-PCI Bridge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C02EF82-874D-539D-0D50-8193E5F83E4B}"/>
              </a:ext>
            </a:extLst>
          </p:cNvPr>
          <p:cNvSpPr/>
          <p:nvPr/>
        </p:nvSpPr>
        <p:spPr>
          <a:xfrm>
            <a:off x="3196066" y="5715000"/>
            <a:ext cx="18288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Audio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9DB809F-F63E-3F42-42AA-37BFB9460D8B}"/>
              </a:ext>
            </a:extLst>
          </p:cNvPr>
          <p:cNvSpPr/>
          <p:nvPr/>
        </p:nvSpPr>
        <p:spPr>
          <a:xfrm>
            <a:off x="7162800" y="5715000"/>
            <a:ext cx="1828800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PCI-USB Bridge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96027689-94EC-2CAA-ED38-67EF69F7CB63}"/>
              </a:ext>
            </a:extLst>
          </p:cNvPr>
          <p:cNvCxnSpPr>
            <a:cxnSpLocks/>
            <a:stCxn id="65" idx="2"/>
            <a:endCxn id="69" idx="0"/>
          </p:cNvCxnSpPr>
          <p:nvPr/>
        </p:nvCxnSpPr>
        <p:spPr>
          <a:xfrm rot="16200000" flipH="1">
            <a:off x="6743159" y="4380958"/>
            <a:ext cx="686883" cy="1981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2FA7B90E-D4F7-03BF-C407-BB744CB8F7F8}"/>
              </a:ext>
            </a:extLst>
          </p:cNvPr>
          <p:cNvCxnSpPr>
            <a:cxnSpLocks/>
            <a:stCxn id="65" idx="2"/>
            <a:endCxn id="67" idx="0"/>
          </p:cNvCxnSpPr>
          <p:nvPr/>
        </p:nvCxnSpPr>
        <p:spPr>
          <a:xfrm rot="5400000">
            <a:off x="4759792" y="4378791"/>
            <a:ext cx="686883" cy="198553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151353D-BDDE-CBD0-D0DD-8C835E54A825}"/>
              </a:ext>
            </a:extLst>
          </p:cNvPr>
          <p:cNvSpPr txBox="1"/>
          <p:nvPr/>
        </p:nvSpPr>
        <p:spPr>
          <a:xfrm>
            <a:off x="8325282" y="920234"/>
            <a:ext cx="1637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(It’s not a bus.)</a:t>
            </a:r>
          </a:p>
        </p:txBody>
      </p:sp>
    </p:spTree>
    <p:extLst>
      <p:ext uri="{BB962C8B-B14F-4D97-AF65-F5344CB8AC3E}">
        <p14:creationId xmlns:p14="http://schemas.microsoft.com/office/powerpoint/2010/main" val="466815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E76C7-395E-7AE9-B09B-E42B47F9E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EAC6-EB97-FC90-C15C-61CEEE8B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38199"/>
          </a:xfrm>
        </p:spPr>
        <p:txBody>
          <a:bodyPr/>
          <a:lstStyle/>
          <a:p>
            <a:r>
              <a:rPr lang="en-US" dirty="0"/>
              <a:t>Serial vs. Parallel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9DA1E1C-2528-5106-E2AE-D3A00AE5E234}"/>
              </a:ext>
            </a:extLst>
          </p:cNvPr>
          <p:cNvGrpSpPr/>
          <p:nvPr/>
        </p:nvGrpSpPr>
        <p:grpSpPr>
          <a:xfrm>
            <a:off x="1312735" y="2324351"/>
            <a:ext cx="3810000" cy="1485649"/>
            <a:chOff x="2111749" y="1981202"/>
            <a:chExt cx="2184421" cy="104285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ED84E28-A3C1-9C4F-D9B8-BDA736BA79D4}"/>
                </a:ext>
              </a:extLst>
            </p:cNvPr>
            <p:cNvCxnSpPr>
              <a:cxnSpLocks/>
            </p:cNvCxnSpPr>
            <p:nvPr/>
          </p:nvCxnSpPr>
          <p:spPr>
            <a:xfrm>
              <a:off x="2111749" y="2133600"/>
              <a:ext cx="1317251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15FBE90-C4CF-E14E-72AF-F7413CEDD335}"/>
                </a:ext>
              </a:extLst>
            </p:cNvPr>
            <p:cNvCxnSpPr>
              <a:cxnSpLocks/>
            </p:cNvCxnSpPr>
            <p:nvPr/>
          </p:nvCxnSpPr>
          <p:spPr>
            <a:xfrm>
              <a:off x="2111749" y="2286000"/>
              <a:ext cx="1317251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432C04E-DA46-8CEE-F0D0-B1D654CBCD96}"/>
                </a:ext>
              </a:extLst>
            </p:cNvPr>
            <p:cNvCxnSpPr>
              <a:cxnSpLocks/>
            </p:cNvCxnSpPr>
            <p:nvPr/>
          </p:nvCxnSpPr>
          <p:spPr>
            <a:xfrm>
              <a:off x="2111749" y="2438400"/>
              <a:ext cx="1317251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51318B6-AEE1-8026-71E7-188CEF6DFA83}"/>
                </a:ext>
              </a:extLst>
            </p:cNvPr>
            <p:cNvCxnSpPr>
              <a:cxnSpLocks/>
            </p:cNvCxnSpPr>
            <p:nvPr/>
          </p:nvCxnSpPr>
          <p:spPr>
            <a:xfrm>
              <a:off x="2111749" y="2590800"/>
              <a:ext cx="1317251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3AEFD98-0864-13F2-5D1B-7E4C2F3CFDD6}"/>
                </a:ext>
              </a:extLst>
            </p:cNvPr>
            <p:cNvCxnSpPr>
              <a:cxnSpLocks/>
            </p:cNvCxnSpPr>
            <p:nvPr/>
          </p:nvCxnSpPr>
          <p:spPr>
            <a:xfrm>
              <a:off x="2111749" y="2514600"/>
              <a:ext cx="1317251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13AD81-6F23-F568-6FF0-8901C254A97E}"/>
                </a:ext>
              </a:extLst>
            </p:cNvPr>
            <p:cNvCxnSpPr>
              <a:cxnSpLocks/>
            </p:cNvCxnSpPr>
            <p:nvPr/>
          </p:nvCxnSpPr>
          <p:spPr>
            <a:xfrm>
              <a:off x="2111749" y="2362200"/>
              <a:ext cx="1317251" cy="2977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C5D8D9A-5179-83CF-6FE7-23DA93889DDA}"/>
                </a:ext>
              </a:extLst>
            </p:cNvPr>
            <p:cNvCxnSpPr>
              <a:cxnSpLocks/>
            </p:cNvCxnSpPr>
            <p:nvPr/>
          </p:nvCxnSpPr>
          <p:spPr>
            <a:xfrm>
              <a:off x="2111749" y="2209800"/>
              <a:ext cx="1317251" cy="2977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5F0D6D8-789B-8BD6-4AA6-94D123AC4217}"/>
                </a:ext>
              </a:extLst>
            </p:cNvPr>
            <p:cNvCxnSpPr>
              <a:cxnSpLocks/>
            </p:cNvCxnSpPr>
            <p:nvPr/>
          </p:nvCxnSpPr>
          <p:spPr>
            <a:xfrm>
              <a:off x="2111749" y="2057400"/>
              <a:ext cx="1317251" cy="0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A03C948-526E-4F7C-726B-8F7CCD5BE85E}"/>
                </a:ext>
              </a:extLst>
            </p:cNvPr>
            <p:cNvCxnSpPr>
              <a:cxnSpLocks/>
            </p:cNvCxnSpPr>
            <p:nvPr/>
          </p:nvCxnSpPr>
          <p:spPr>
            <a:xfrm>
              <a:off x="2111749" y="2895600"/>
              <a:ext cx="1317251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9C677DC-C5C5-958A-FC8B-7652DD0D3570}"/>
                </a:ext>
              </a:extLst>
            </p:cNvPr>
            <p:cNvSpPr txBox="1"/>
            <p:nvPr/>
          </p:nvSpPr>
          <p:spPr>
            <a:xfrm>
              <a:off x="3657600" y="2743200"/>
              <a:ext cx="638570" cy="2808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Clock</a:t>
              </a:r>
            </a:p>
          </p:txBody>
        </p:sp>
        <p:sp>
          <p:nvSpPr>
            <p:cNvPr id="102" name="Right Brace 101">
              <a:extLst>
                <a:ext uri="{FF2B5EF4-FFF2-40B4-BE49-F238E27FC236}">
                  <a16:creationId xmlns:a16="http://schemas.microsoft.com/office/drawing/2014/main" id="{8A7387EB-9C9B-CB38-C3DD-5082BCE54750}"/>
                </a:ext>
              </a:extLst>
            </p:cNvPr>
            <p:cNvSpPr/>
            <p:nvPr/>
          </p:nvSpPr>
          <p:spPr>
            <a:xfrm>
              <a:off x="3429000" y="1981202"/>
              <a:ext cx="228600" cy="685798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935E5E1-B483-54F4-3329-899182FC7A82}"/>
                </a:ext>
              </a:extLst>
            </p:cNvPr>
            <p:cNvSpPr txBox="1"/>
            <p:nvPr/>
          </p:nvSpPr>
          <p:spPr>
            <a:xfrm>
              <a:off x="3657600" y="2170212"/>
              <a:ext cx="613135" cy="2808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 Bits</a:t>
              </a:r>
            </a:p>
          </p:txBody>
        </p:sp>
      </p:grp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693CE1A9-B786-1F6B-B0E3-EF078C2E6410}"/>
              </a:ext>
            </a:extLst>
          </p:cNvPr>
          <p:cNvSpPr/>
          <p:nvPr/>
        </p:nvSpPr>
        <p:spPr>
          <a:xfrm>
            <a:off x="6172200" y="2329407"/>
            <a:ext cx="3581400" cy="1375833"/>
          </a:xfrm>
          <a:prstGeom prst="roundRect">
            <a:avLst>
              <a:gd name="adj" fmla="val 501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Parallel transmits 8 bits (or more) at a time. So, it should be 8 times faster, right?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08E6471-5C52-0DB8-F39F-E3D9BCEF9193}"/>
              </a:ext>
            </a:extLst>
          </p:cNvPr>
          <p:cNvCxnSpPr>
            <a:cxnSpLocks/>
          </p:cNvCxnSpPr>
          <p:nvPr/>
        </p:nvCxnSpPr>
        <p:spPr>
          <a:xfrm>
            <a:off x="1312735" y="1626580"/>
            <a:ext cx="381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9860171-53FB-A7F4-D0CF-856F77649DE2}"/>
              </a:ext>
            </a:extLst>
          </p:cNvPr>
          <p:cNvSpPr txBox="1"/>
          <p:nvPr/>
        </p:nvSpPr>
        <p:spPr>
          <a:xfrm>
            <a:off x="1613482" y="1295963"/>
            <a:ext cx="296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bit – data bits – stop bit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28B1F40-BE85-73DF-59FF-3A9031C50B1B}"/>
              </a:ext>
            </a:extLst>
          </p:cNvPr>
          <p:cNvSpPr/>
          <p:nvPr/>
        </p:nvSpPr>
        <p:spPr>
          <a:xfrm>
            <a:off x="6172200" y="1435021"/>
            <a:ext cx="3570566" cy="38311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Serial sends one bit at a time.</a:t>
            </a: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C5D23EA0-48F4-6728-5E75-A4FF2E60522E}"/>
              </a:ext>
            </a:extLst>
          </p:cNvPr>
          <p:cNvSpPr/>
          <p:nvPr/>
        </p:nvSpPr>
        <p:spPr>
          <a:xfrm>
            <a:off x="1202835" y="4346745"/>
            <a:ext cx="1840706" cy="1240632"/>
          </a:xfrm>
          <a:custGeom>
            <a:avLst/>
            <a:gdLst>
              <a:gd name="connsiteX0" fmla="*/ 0 w 1840706"/>
              <a:gd name="connsiteY0" fmla="*/ 1240632 h 1240632"/>
              <a:gd name="connsiteX1" fmla="*/ 1840706 w 1840706"/>
              <a:gd name="connsiteY1" fmla="*/ 1240632 h 1240632"/>
              <a:gd name="connsiteX2" fmla="*/ 1838325 w 1840706"/>
              <a:gd name="connsiteY2" fmla="*/ 0 h 1240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0706" h="1240632">
                <a:moveTo>
                  <a:pt x="0" y="1240632"/>
                </a:moveTo>
                <a:lnTo>
                  <a:pt x="1840706" y="1240632"/>
                </a:lnTo>
                <a:cubicBezTo>
                  <a:pt x="1839912" y="827088"/>
                  <a:pt x="1839119" y="413544"/>
                  <a:pt x="183832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27F8DF27-3096-DCF8-695E-4186ECE771AE}"/>
              </a:ext>
            </a:extLst>
          </p:cNvPr>
          <p:cNvSpPr/>
          <p:nvPr/>
        </p:nvSpPr>
        <p:spPr>
          <a:xfrm>
            <a:off x="1195691" y="4349127"/>
            <a:ext cx="1690688" cy="1085850"/>
          </a:xfrm>
          <a:custGeom>
            <a:avLst/>
            <a:gdLst>
              <a:gd name="connsiteX0" fmla="*/ 0 w 1690688"/>
              <a:gd name="connsiteY0" fmla="*/ 1085850 h 1085850"/>
              <a:gd name="connsiteX1" fmla="*/ 1688306 w 1690688"/>
              <a:gd name="connsiteY1" fmla="*/ 1073943 h 1085850"/>
              <a:gd name="connsiteX2" fmla="*/ 1690688 w 1690688"/>
              <a:gd name="connsiteY2" fmla="*/ 0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0688" h="1085850">
                <a:moveTo>
                  <a:pt x="0" y="1085850"/>
                </a:moveTo>
                <a:lnTo>
                  <a:pt x="1688306" y="1073943"/>
                </a:lnTo>
                <a:lnTo>
                  <a:pt x="1690688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1B896F9F-DD3D-1800-C62B-75120253417B}"/>
              </a:ext>
            </a:extLst>
          </p:cNvPr>
          <p:cNvSpPr/>
          <p:nvPr/>
        </p:nvSpPr>
        <p:spPr>
          <a:xfrm>
            <a:off x="1186166" y="4344364"/>
            <a:ext cx="1566863" cy="938213"/>
          </a:xfrm>
          <a:custGeom>
            <a:avLst/>
            <a:gdLst>
              <a:gd name="connsiteX0" fmla="*/ 0 w 1566863"/>
              <a:gd name="connsiteY0" fmla="*/ 938213 h 938213"/>
              <a:gd name="connsiteX1" fmla="*/ 1559719 w 1566863"/>
              <a:gd name="connsiteY1" fmla="*/ 933450 h 938213"/>
              <a:gd name="connsiteX2" fmla="*/ 1566863 w 1566863"/>
              <a:gd name="connsiteY2" fmla="*/ 0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6863" h="938213">
                <a:moveTo>
                  <a:pt x="0" y="938213"/>
                </a:moveTo>
                <a:lnTo>
                  <a:pt x="1559719" y="933450"/>
                </a:lnTo>
                <a:cubicBezTo>
                  <a:pt x="1562100" y="622300"/>
                  <a:pt x="1564482" y="311150"/>
                  <a:pt x="156686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433DDA20-4F35-AC62-1A47-F9C46AB6411B}"/>
              </a:ext>
            </a:extLst>
          </p:cNvPr>
          <p:cNvSpPr/>
          <p:nvPr/>
        </p:nvSpPr>
        <p:spPr>
          <a:xfrm>
            <a:off x="1198072" y="4344364"/>
            <a:ext cx="1388269" cy="778669"/>
          </a:xfrm>
          <a:custGeom>
            <a:avLst/>
            <a:gdLst>
              <a:gd name="connsiteX0" fmla="*/ 0 w 1388269"/>
              <a:gd name="connsiteY0" fmla="*/ 776288 h 778669"/>
              <a:gd name="connsiteX1" fmla="*/ 1383507 w 1388269"/>
              <a:gd name="connsiteY1" fmla="*/ 778669 h 778669"/>
              <a:gd name="connsiteX2" fmla="*/ 1388269 w 1388269"/>
              <a:gd name="connsiteY2" fmla="*/ 0 h 778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8269" h="778669">
                <a:moveTo>
                  <a:pt x="0" y="776288"/>
                </a:moveTo>
                <a:lnTo>
                  <a:pt x="1383507" y="778669"/>
                </a:lnTo>
                <a:cubicBezTo>
                  <a:pt x="1385094" y="519113"/>
                  <a:pt x="1386682" y="259556"/>
                  <a:pt x="138826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E4FE3A69-DE1C-AF93-E3E0-E1A7EA70F9A4}"/>
              </a:ext>
            </a:extLst>
          </p:cNvPr>
          <p:cNvSpPr/>
          <p:nvPr/>
        </p:nvSpPr>
        <p:spPr>
          <a:xfrm>
            <a:off x="1193310" y="4356270"/>
            <a:ext cx="1985962" cy="1378744"/>
          </a:xfrm>
          <a:custGeom>
            <a:avLst/>
            <a:gdLst>
              <a:gd name="connsiteX0" fmla="*/ 0 w 1985962"/>
              <a:gd name="connsiteY0" fmla="*/ 1373982 h 1378744"/>
              <a:gd name="connsiteX1" fmla="*/ 1985962 w 1985962"/>
              <a:gd name="connsiteY1" fmla="*/ 1378744 h 1378744"/>
              <a:gd name="connsiteX2" fmla="*/ 1978819 w 1985962"/>
              <a:gd name="connsiteY2" fmla="*/ 0 h 1378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5962" h="1378744">
                <a:moveTo>
                  <a:pt x="0" y="1373982"/>
                </a:moveTo>
                <a:lnTo>
                  <a:pt x="1985962" y="1378744"/>
                </a:lnTo>
                <a:lnTo>
                  <a:pt x="1978819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F488378B-94C7-C120-8D83-1814372D80E6}"/>
              </a:ext>
            </a:extLst>
          </p:cNvPr>
          <p:cNvSpPr/>
          <p:nvPr/>
        </p:nvSpPr>
        <p:spPr>
          <a:xfrm>
            <a:off x="1198072" y="4351508"/>
            <a:ext cx="2147888" cy="1521619"/>
          </a:xfrm>
          <a:custGeom>
            <a:avLst/>
            <a:gdLst>
              <a:gd name="connsiteX0" fmla="*/ 0 w 2147888"/>
              <a:gd name="connsiteY0" fmla="*/ 1521619 h 1521619"/>
              <a:gd name="connsiteX1" fmla="*/ 2140744 w 2147888"/>
              <a:gd name="connsiteY1" fmla="*/ 1516856 h 1521619"/>
              <a:gd name="connsiteX2" fmla="*/ 2147888 w 2147888"/>
              <a:gd name="connsiteY2" fmla="*/ 0 h 152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7888" h="1521619">
                <a:moveTo>
                  <a:pt x="0" y="1521619"/>
                </a:moveTo>
                <a:lnTo>
                  <a:pt x="2140744" y="1516856"/>
                </a:lnTo>
                <a:cubicBezTo>
                  <a:pt x="2143125" y="1011237"/>
                  <a:pt x="2145507" y="505619"/>
                  <a:pt x="2147888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5EE5A70B-E5A8-9C1B-E0C7-E70215912B18}"/>
              </a:ext>
            </a:extLst>
          </p:cNvPr>
          <p:cNvSpPr/>
          <p:nvPr/>
        </p:nvSpPr>
        <p:spPr>
          <a:xfrm>
            <a:off x="1198072" y="4341983"/>
            <a:ext cx="2297907" cy="1683544"/>
          </a:xfrm>
          <a:custGeom>
            <a:avLst/>
            <a:gdLst>
              <a:gd name="connsiteX0" fmla="*/ 0 w 2297907"/>
              <a:gd name="connsiteY0" fmla="*/ 1676400 h 1683544"/>
              <a:gd name="connsiteX1" fmla="*/ 2297907 w 2297907"/>
              <a:gd name="connsiteY1" fmla="*/ 1683544 h 1683544"/>
              <a:gd name="connsiteX2" fmla="*/ 2293144 w 2297907"/>
              <a:gd name="connsiteY2" fmla="*/ 0 h 1683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97907" h="1683544">
                <a:moveTo>
                  <a:pt x="0" y="1676400"/>
                </a:moveTo>
                <a:lnTo>
                  <a:pt x="2297907" y="1683544"/>
                </a:lnTo>
                <a:cubicBezTo>
                  <a:pt x="2296319" y="1122363"/>
                  <a:pt x="2294732" y="561181"/>
                  <a:pt x="2293144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CE279222-09B3-8AE7-80E1-3AF100D0F21A}"/>
              </a:ext>
            </a:extLst>
          </p:cNvPr>
          <p:cNvSpPr/>
          <p:nvPr/>
        </p:nvSpPr>
        <p:spPr>
          <a:xfrm>
            <a:off x="1202835" y="4349127"/>
            <a:ext cx="2443162" cy="1847850"/>
          </a:xfrm>
          <a:custGeom>
            <a:avLst/>
            <a:gdLst>
              <a:gd name="connsiteX0" fmla="*/ 0 w 2443162"/>
              <a:gd name="connsiteY0" fmla="*/ 1845468 h 1847850"/>
              <a:gd name="connsiteX1" fmla="*/ 2443162 w 2443162"/>
              <a:gd name="connsiteY1" fmla="*/ 1847850 h 1847850"/>
              <a:gd name="connsiteX2" fmla="*/ 2443162 w 2443162"/>
              <a:gd name="connsiteY2" fmla="*/ 0 h 1847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3162" h="1847850">
                <a:moveTo>
                  <a:pt x="0" y="1845468"/>
                </a:moveTo>
                <a:lnTo>
                  <a:pt x="2443162" y="1847850"/>
                </a:lnTo>
                <a:lnTo>
                  <a:pt x="2443162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4CA5B27-D5D2-D4D1-8BAA-BAC06C5416DE}"/>
              </a:ext>
            </a:extLst>
          </p:cNvPr>
          <p:cNvSpPr/>
          <p:nvPr/>
        </p:nvSpPr>
        <p:spPr>
          <a:xfrm>
            <a:off x="6172200" y="4419600"/>
            <a:ext cx="3570566" cy="1773627"/>
          </a:xfrm>
          <a:prstGeom prst="roundRect">
            <a:avLst>
              <a:gd name="adj" fmla="val 226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When speeds are in the gigabits per second it’s hard to synchronize the bits in a parallel connection. A bend in the traces on a circuit board will get them out of sync.</a:t>
            </a:r>
          </a:p>
        </p:txBody>
      </p:sp>
    </p:spTree>
    <p:extLst>
      <p:ext uri="{BB962C8B-B14F-4D97-AF65-F5344CB8AC3E}">
        <p14:creationId xmlns:p14="http://schemas.microsoft.com/office/powerpoint/2010/main" val="1530163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EA082A-6E2B-692C-C98B-C241FC4D4DEF}"/>
              </a:ext>
            </a:extLst>
          </p:cNvPr>
          <p:cNvSpPr txBox="1"/>
          <p:nvPr/>
        </p:nvSpPr>
        <p:spPr>
          <a:xfrm>
            <a:off x="8001000" y="1066800"/>
            <a:ext cx="1401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Serial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0211B2-C789-26A7-B430-EBDC2C4A9A08}"/>
              </a:ext>
            </a:extLst>
          </p:cNvPr>
          <p:cNvSpPr txBox="1"/>
          <p:nvPr/>
        </p:nvSpPr>
        <p:spPr>
          <a:xfrm>
            <a:off x="3810000" y="1068855"/>
            <a:ext cx="1780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Parallel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3B6A0-CE75-BE21-CC61-4B3E5DB89E4A}"/>
              </a:ext>
            </a:extLst>
          </p:cNvPr>
          <p:cNvSpPr txBox="1"/>
          <p:nvPr/>
        </p:nvSpPr>
        <p:spPr>
          <a:xfrm>
            <a:off x="2746450" y="1992868"/>
            <a:ext cx="428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Peripheral Component Interconnect (PCI)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CE71FE-C494-D677-9DD7-AEFB93C37066}"/>
              </a:ext>
            </a:extLst>
          </p:cNvPr>
          <p:cNvSpPr txBox="1"/>
          <p:nvPr/>
        </p:nvSpPr>
        <p:spPr>
          <a:xfrm>
            <a:off x="2743200" y="2516655"/>
            <a:ext cx="4112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Advanced Technology Attachment (ATA)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88E2F1-ADBB-7E19-6296-6ED37329374B}"/>
              </a:ext>
            </a:extLst>
          </p:cNvPr>
          <p:cNvSpPr txBox="1"/>
          <p:nvPr/>
        </p:nvSpPr>
        <p:spPr>
          <a:xfrm>
            <a:off x="457200" y="19928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Computer I/O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B9D25B-6148-37DF-55D2-D61CFA47C225}"/>
              </a:ext>
            </a:extLst>
          </p:cNvPr>
          <p:cNvSpPr txBox="1"/>
          <p:nvPr/>
        </p:nvSpPr>
        <p:spPr>
          <a:xfrm>
            <a:off x="457200" y="2516655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Storage Drives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9E7D5-22FF-B45E-573C-2513EB574F12}"/>
              </a:ext>
            </a:extLst>
          </p:cNvPr>
          <p:cNvSpPr txBox="1"/>
          <p:nvPr/>
        </p:nvSpPr>
        <p:spPr>
          <a:xfrm>
            <a:off x="7772400" y="2516655"/>
            <a:ext cx="1831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Serial ATA (SATA)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40BFED-233F-2DE5-8BFC-574B314B470A}"/>
              </a:ext>
            </a:extLst>
          </p:cNvPr>
          <p:cNvSpPr txBox="1"/>
          <p:nvPr/>
        </p:nvSpPr>
        <p:spPr>
          <a:xfrm>
            <a:off x="7772399" y="1992868"/>
            <a:ext cx="202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PCI Express (PCIe)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6342C-54E2-5D5F-8055-7CAA6E1E9DB5}"/>
              </a:ext>
            </a:extLst>
          </p:cNvPr>
          <p:cNvSpPr txBox="1"/>
          <p:nvPr/>
        </p:nvSpPr>
        <p:spPr>
          <a:xfrm>
            <a:off x="2743200" y="3048000"/>
            <a:ext cx="1376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Parallel 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F750ED-F02E-C64C-EC3B-E474B4B21387}"/>
              </a:ext>
            </a:extLst>
          </p:cNvPr>
          <p:cNvSpPr txBox="1"/>
          <p:nvPr/>
        </p:nvSpPr>
        <p:spPr>
          <a:xfrm>
            <a:off x="457200" y="30480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Printers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804865-C206-EB7A-C51E-7D075F0EAC98}"/>
              </a:ext>
            </a:extLst>
          </p:cNvPr>
          <p:cNvSpPr txBox="1"/>
          <p:nvPr/>
        </p:nvSpPr>
        <p:spPr>
          <a:xfrm>
            <a:off x="7772400" y="3048000"/>
            <a:ext cx="2762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Universal Serial Bus (USB)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AC0675-1E25-7C60-3B1C-49B1883F6620}"/>
              </a:ext>
            </a:extLst>
          </p:cNvPr>
          <p:cNvCxnSpPr>
            <a:stCxn id="5" idx="3"/>
            <a:endCxn id="10" idx="1"/>
          </p:cNvCxnSpPr>
          <p:nvPr/>
        </p:nvCxnSpPr>
        <p:spPr>
          <a:xfrm>
            <a:off x="7034227" y="2177534"/>
            <a:ext cx="73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CF21E6-B541-86F9-7E47-48D3672D504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010400" y="2701321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66062E-B35C-BBC8-01DE-5C0DF7B9CAE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7010399" y="3232666"/>
            <a:ext cx="762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6347BD2-0BF3-E264-EFF8-573A220341F0}"/>
              </a:ext>
            </a:extLst>
          </p:cNvPr>
          <p:cNvSpPr/>
          <p:nvPr/>
        </p:nvSpPr>
        <p:spPr>
          <a:xfrm>
            <a:off x="2286000" y="4114800"/>
            <a:ext cx="2133600" cy="1447800"/>
          </a:xfrm>
          <a:prstGeom prst="roundRect">
            <a:avLst>
              <a:gd name="adj" fmla="val 226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Serial connections have repeatedly replaced parallel as speeds have increased.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D00D837-C1BC-327C-93F0-5555E374DFD1}"/>
              </a:ext>
            </a:extLst>
          </p:cNvPr>
          <p:cNvSpPr/>
          <p:nvPr/>
        </p:nvSpPr>
        <p:spPr>
          <a:xfrm>
            <a:off x="6781800" y="4114800"/>
            <a:ext cx="3886200" cy="1447799"/>
          </a:xfrm>
          <a:prstGeom prst="roundRect">
            <a:avLst>
              <a:gd name="adj" fmla="val 226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 PCIe device such as a GPU can have 16 “lanes” or </a:t>
            </a:r>
            <a:r>
              <a:rPr lang="en-US" dirty="0" err="1"/>
              <a:t>evem</a:t>
            </a:r>
            <a:r>
              <a:rPr lang="en-US" dirty="0"/>
              <a:t> more. But each lane transmits separately. </a:t>
            </a:r>
            <a:r>
              <a:rPr lang="en-US" dirty="0" err="1"/>
              <a:t>Thre</a:t>
            </a:r>
            <a:r>
              <a:rPr lang="en-US" dirty="0"/>
              <a:t> is no synchronization across lanes. So, it’s not a parallel connection.</a:t>
            </a:r>
          </a:p>
        </p:txBody>
      </p:sp>
    </p:spTree>
    <p:extLst>
      <p:ext uri="{BB962C8B-B14F-4D97-AF65-F5344CB8AC3E}">
        <p14:creationId xmlns:p14="http://schemas.microsoft.com/office/powerpoint/2010/main" val="3525664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7EB9-EA7B-84D1-A70C-537B2148E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</p:spPr>
        <p:txBody>
          <a:bodyPr/>
          <a:lstStyle/>
          <a:p>
            <a:r>
              <a:rPr lang="en-US" dirty="0"/>
              <a:t>Device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14C4A-2D35-DBD4-0BB2-00DBDC659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6858000" cy="50291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Each device must have a device driver.</a:t>
            </a:r>
          </a:p>
          <a:p>
            <a:pPr>
              <a:lnSpc>
                <a:spcPct val="100000"/>
              </a:lnSpc>
            </a:pPr>
            <a:r>
              <a:rPr lang="en-US" dirty="0"/>
              <a:t>A device driver is software that knows how to communicate between the device and the operating system.</a:t>
            </a:r>
          </a:p>
          <a:p>
            <a:pPr>
              <a:lnSpc>
                <a:spcPct val="100000"/>
              </a:lnSpc>
            </a:pPr>
            <a:r>
              <a:rPr lang="en-US" dirty="0"/>
              <a:t>The operating system reads a unique identifier from the device and uses that to find the appropriate driver.</a:t>
            </a:r>
          </a:p>
        </p:txBody>
      </p:sp>
      <p:pic>
        <p:nvPicPr>
          <p:cNvPr id="5" name="Graphic 4" descr="Mouse with solid fill">
            <a:extLst>
              <a:ext uri="{FF2B5EF4-FFF2-40B4-BE49-F238E27FC236}">
                <a16:creationId xmlns:a16="http://schemas.microsoft.com/office/drawing/2014/main" id="{6D79887E-5FE5-378C-88C8-B926ACED5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4400" y="729437"/>
            <a:ext cx="1295400" cy="1295400"/>
          </a:xfrm>
          <a:prstGeom prst="rect">
            <a:avLst/>
          </a:prstGeom>
        </p:spPr>
      </p:pic>
      <p:pic>
        <p:nvPicPr>
          <p:cNvPr id="7" name="Graphic 6" descr="Keyboard with solid fill">
            <a:extLst>
              <a:ext uri="{FF2B5EF4-FFF2-40B4-BE49-F238E27FC236}">
                <a16:creationId xmlns:a16="http://schemas.microsoft.com/office/drawing/2014/main" id="{3E7F2B96-F378-45CB-FB9B-61D71F46C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3600" y="2128800"/>
            <a:ext cx="1295400" cy="1295400"/>
          </a:xfrm>
          <a:prstGeom prst="rect">
            <a:avLst/>
          </a:prstGeom>
        </p:spPr>
      </p:pic>
      <p:pic>
        <p:nvPicPr>
          <p:cNvPr id="11" name="Graphic 10" descr="Camera with solid fill">
            <a:extLst>
              <a:ext uri="{FF2B5EF4-FFF2-40B4-BE49-F238E27FC236}">
                <a16:creationId xmlns:a16="http://schemas.microsoft.com/office/drawing/2014/main" id="{FFE51BEA-36BA-7C8C-ECD7-8CB4FD7558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58226" y="4032533"/>
            <a:ext cx="1390747" cy="139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40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313A-F22B-747F-E0F4-CD2A4B1A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84A7-C4D2-6145-C868-D99C9C0A0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94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 device driver must run within the kernel in order to have the privileges needed to communicate with the I/O channels.</a:t>
            </a:r>
          </a:p>
          <a:p>
            <a:pPr>
              <a:lnSpc>
                <a:spcPct val="100000"/>
              </a:lnSpc>
            </a:pPr>
            <a:r>
              <a:rPr lang="en-US" dirty="0"/>
              <a:t>A security vulnerability in a device driver is more serious than one in an application because the code is running with Kernel privileges.</a:t>
            </a:r>
          </a:p>
          <a:p>
            <a:endParaRPr lang="en-US" dirty="0"/>
          </a:p>
        </p:txBody>
      </p:sp>
      <p:pic>
        <p:nvPicPr>
          <p:cNvPr id="9" name="Graphic 8" descr="USB with solid fill">
            <a:extLst>
              <a:ext uri="{FF2B5EF4-FFF2-40B4-BE49-F238E27FC236}">
                <a16:creationId xmlns:a16="http://schemas.microsoft.com/office/drawing/2014/main" id="{9805B046-9231-031E-018A-83AE29B34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0" y="2286000"/>
            <a:ext cx="2485940" cy="248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26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651</Words>
  <Application>Microsoft Office PowerPoint</Application>
  <PresentationFormat>Widescreen</PresentationFormat>
  <Paragraphs>96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Devices, I/O, and Device Drivers</vt:lpstr>
      <vt:lpstr>In the olden days…</vt:lpstr>
      <vt:lpstr>Memory-Mapped I/O</vt:lpstr>
      <vt:lpstr>A Contemporary CPU…</vt:lpstr>
      <vt:lpstr>Direct Memory Access (DMA)</vt:lpstr>
      <vt:lpstr>Processor Interrupt</vt:lpstr>
      <vt:lpstr>PCIe is a High-Speed Network</vt:lpstr>
      <vt:lpstr>Serial vs. Parallel</vt:lpstr>
      <vt:lpstr>PowerPoint Presentation</vt:lpstr>
      <vt:lpstr>Device Drivers</vt:lpstr>
      <vt:lpstr>Driver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Brandt Redd</dc:creator>
  <cp:lastModifiedBy>Brandt Redd</cp:lastModifiedBy>
  <cp:revision>1</cp:revision>
  <dcterms:created xsi:type="dcterms:W3CDTF">2024-11-18T03:01:49Z</dcterms:created>
  <dcterms:modified xsi:type="dcterms:W3CDTF">2024-11-18T18:00:47Z</dcterms:modified>
</cp:coreProperties>
</file>